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81" r:id="rId1"/>
  </p:sldMasterIdLst>
  <p:notesMasterIdLst>
    <p:notesMasterId r:id="rId5"/>
  </p:notesMasterIdLst>
  <p:handoutMasterIdLst>
    <p:handoutMasterId r:id="rId6"/>
  </p:handoutMasterIdLst>
  <p:sldIdLst>
    <p:sldId id="270" r:id="rId2"/>
    <p:sldId id="274" r:id="rId3"/>
    <p:sldId id="301" r:id="rId4"/>
  </p:sldIdLst>
  <p:sldSz cx="9144000" cy="5143500" type="screen16x9"/>
  <p:notesSz cx="6858000" cy="9144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838" userDrawn="1">
          <p15:clr>
            <a:srgbClr val="A4A3A4"/>
          </p15:clr>
        </p15:guide>
        <p15:guide id="2" orient="horz" pos="1003" userDrawn="1">
          <p15:clr>
            <a:srgbClr val="A4A3A4"/>
          </p15:clr>
        </p15:guide>
        <p15:guide id="3" pos="226" userDrawn="1">
          <p15:clr>
            <a:srgbClr val="A4A3A4"/>
          </p15:clr>
        </p15:guide>
        <p15:guide id="4" pos="5534" userDrawn="1">
          <p15:clr>
            <a:srgbClr val="A4A3A4"/>
          </p15:clr>
        </p15:guide>
        <p15:guide id="5" pos="2880">
          <p15:clr>
            <a:srgbClr val="A4A3A4"/>
          </p15:clr>
        </p15:guide>
        <p15:guide id="6" orient="horz" pos="686" userDrawn="1">
          <p15:clr>
            <a:srgbClr val="A4A3A4"/>
          </p15:clr>
        </p15:guide>
        <p15:guide id="7" orient="horz" pos="4178" userDrawn="1">
          <p15:clr>
            <a:srgbClr val="A4A3A4"/>
          </p15:clr>
        </p15:guide>
        <p15:guide id="8" orient="horz" pos="2879">
          <p15:clr>
            <a:srgbClr val="A4A3A4"/>
          </p15:clr>
        </p15:guide>
        <p15:guide id="9" orient="horz" pos="752">
          <p15:clr>
            <a:srgbClr val="A4A3A4"/>
          </p15:clr>
        </p15:guide>
        <p15:guide id="10" orient="horz" pos="515">
          <p15:clr>
            <a:srgbClr val="A4A3A4"/>
          </p15:clr>
        </p15:guide>
        <p15:guide id="11" orient="horz" pos="3134">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A600"/>
    <a:srgbClr val="00AFCB"/>
    <a:srgbClr val="005CA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369" autoAdjust="0"/>
    <p:restoredTop sz="94660"/>
  </p:normalViewPr>
  <p:slideViewPr>
    <p:cSldViewPr snapToGrid="0" snapToObjects="1">
      <p:cViewPr varScale="1">
        <p:scale>
          <a:sx n="138" d="100"/>
          <a:sy n="138" d="100"/>
        </p:scale>
        <p:origin x="504" y="120"/>
      </p:cViewPr>
      <p:guideLst>
        <p:guide orient="horz" pos="3838"/>
        <p:guide orient="horz" pos="1003"/>
        <p:guide pos="226"/>
        <p:guide pos="5534"/>
        <p:guide pos="2880"/>
        <p:guide orient="horz" pos="686"/>
        <p:guide orient="horz" pos="4178"/>
        <p:guide orient="horz" pos="2879"/>
        <p:guide orient="horz" pos="752"/>
        <p:guide orient="horz" pos="515"/>
        <p:guide orient="horz" pos="3134"/>
      </p:guideLst>
    </p:cSldViewPr>
  </p:slideViewPr>
  <p:notesTextViewPr>
    <p:cViewPr>
      <p:scale>
        <a:sx n="100" d="100"/>
        <a:sy n="100" d="100"/>
      </p:scale>
      <p:origin x="0" y="0"/>
    </p:cViewPr>
  </p:notesTextViewPr>
  <p:notesViewPr>
    <p:cSldViewPr snapToGrid="0" snapToObjects="1">
      <p:cViewPr varScale="1">
        <p:scale>
          <a:sx n="88" d="100"/>
          <a:sy n="88" d="100"/>
        </p:scale>
        <p:origin x="3822" y="6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2.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handoutMaster" Target="handoutMasters/handoutMaster1.xml"/><Relationship Id="rId11" Type="http://schemas.microsoft.com/office/2016/11/relationships/changesInfo" Target="changesInfos/changesInfo1.xml"/><Relationship Id="rId5" Type="http://schemas.openxmlformats.org/officeDocument/2006/relationships/notesMaster" Target="notesMasters/notesMaster1.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 Id="rId14"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lmerbauer Gerhard" userId="485b409e-0d1e-4736-b0c9-fb1a7dfae36b" providerId="ADAL" clId="{60742D21-37A5-443C-8DA1-32B8933D43B5}"/>
    <pc:docChg chg="undo redo custSel modSld">
      <pc:chgData name="Halmerbauer Gerhard" userId="485b409e-0d1e-4736-b0c9-fb1a7dfae36b" providerId="ADAL" clId="{60742D21-37A5-443C-8DA1-32B8933D43B5}" dt="2023-10-12T19:00:01.762" v="126" actId="20577"/>
      <pc:docMkLst>
        <pc:docMk/>
      </pc:docMkLst>
      <pc:sldChg chg="addSp delSp modSp mod">
        <pc:chgData name="Halmerbauer Gerhard" userId="485b409e-0d1e-4736-b0c9-fb1a7dfae36b" providerId="ADAL" clId="{60742D21-37A5-443C-8DA1-32B8933D43B5}" dt="2023-10-12T19:00:01.762" v="126" actId="20577"/>
        <pc:sldMkLst>
          <pc:docMk/>
          <pc:sldMk cId="3499311449" sldId="301"/>
        </pc:sldMkLst>
      </pc:sldChg>
    </pc:docChg>
  </pc:docChgLst>
  <pc:docChgLst>
    <pc:chgData name="Halmerbauer Gerhard" userId="485b409e-0d1e-4736-b0c9-fb1a7dfae36b" providerId="ADAL" clId="{E28C3C87-3110-4F31-997F-B5B91EFD10D3}"/>
    <pc:docChg chg="undo custSel modSld">
      <pc:chgData name="Halmerbauer Gerhard" userId="485b409e-0d1e-4736-b0c9-fb1a7dfae36b" providerId="ADAL" clId="{E28C3C87-3110-4F31-997F-B5B91EFD10D3}" dt="2025-11-07T06:41:59.793" v="59" actId="12"/>
      <pc:docMkLst>
        <pc:docMk/>
      </pc:docMkLst>
      <pc:sldChg chg="modSp mod">
        <pc:chgData name="Halmerbauer Gerhard" userId="485b409e-0d1e-4736-b0c9-fb1a7dfae36b" providerId="ADAL" clId="{E28C3C87-3110-4F31-997F-B5B91EFD10D3}" dt="2025-11-07T06:40:17.843" v="9" actId="20577"/>
        <pc:sldMkLst>
          <pc:docMk/>
          <pc:sldMk cId="3337731604" sldId="270"/>
        </pc:sldMkLst>
        <pc:spChg chg="mod">
          <ac:chgData name="Halmerbauer Gerhard" userId="485b409e-0d1e-4736-b0c9-fb1a7dfae36b" providerId="ADAL" clId="{E28C3C87-3110-4F31-997F-B5B91EFD10D3}" dt="2025-11-07T06:40:17.843" v="9" actId="20577"/>
          <ac:spMkLst>
            <pc:docMk/>
            <pc:sldMk cId="3337731604" sldId="270"/>
            <ac:spMk id="5" creationId="{00000000-0000-0000-0000-000000000000}"/>
          </ac:spMkLst>
        </pc:spChg>
      </pc:sldChg>
      <pc:sldChg chg="modSp mod">
        <pc:chgData name="Halmerbauer Gerhard" userId="485b409e-0d1e-4736-b0c9-fb1a7dfae36b" providerId="ADAL" clId="{E28C3C87-3110-4F31-997F-B5B91EFD10D3}" dt="2025-11-07T06:39:21.050" v="1" actId="20577"/>
        <pc:sldMkLst>
          <pc:docMk/>
          <pc:sldMk cId="229860617" sldId="274"/>
        </pc:sldMkLst>
        <pc:spChg chg="mod">
          <ac:chgData name="Halmerbauer Gerhard" userId="485b409e-0d1e-4736-b0c9-fb1a7dfae36b" providerId="ADAL" clId="{E28C3C87-3110-4F31-997F-B5B91EFD10D3}" dt="2025-11-07T06:39:21.050" v="1" actId="20577"/>
          <ac:spMkLst>
            <pc:docMk/>
            <pc:sldMk cId="229860617" sldId="274"/>
            <ac:spMk id="6" creationId="{00000000-0000-0000-0000-000000000000}"/>
          </ac:spMkLst>
        </pc:spChg>
      </pc:sldChg>
      <pc:sldChg chg="modSp mod">
        <pc:chgData name="Halmerbauer Gerhard" userId="485b409e-0d1e-4736-b0c9-fb1a7dfae36b" providerId="ADAL" clId="{E28C3C87-3110-4F31-997F-B5B91EFD10D3}" dt="2025-11-07T06:41:59.793" v="59" actId="12"/>
        <pc:sldMkLst>
          <pc:docMk/>
          <pc:sldMk cId="3499311449" sldId="301"/>
        </pc:sldMkLst>
        <pc:spChg chg="mod">
          <ac:chgData name="Halmerbauer Gerhard" userId="485b409e-0d1e-4736-b0c9-fb1a7dfae36b" providerId="ADAL" clId="{E28C3C87-3110-4F31-997F-B5B91EFD10D3}" dt="2025-11-07T06:40:27.402" v="11" actId="20577"/>
          <ac:spMkLst>
            <pc:docMk/>
            <pc:sldMk cId="3499311449" sldId="301"/>
            <ac:spMk id="2" creationId="{00000000-0000-0000-0000-000000000000}"/>
          </ac:spMkLst>
        </pc:spChg>
        <pc:spChg chg="mod">
          <ac:chgData name="Halmerbauer Gerhard" userId="485b409e-0d1e-4736-b0c9-fb1a7dfae36b" providerId="ADAL" clId="{E28C3C87-3110-4F31-997F-B5B91EFD10D3}" dt="2025-11-07T06:41:59.793" v="59" actId="12"/>
          <ac:spMkLst>
            <pc:docMk/>
            <pc:sldMk cId="3499311449" sldId="301"/>
            <ac:spMk id="3"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berschrift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0389A364-0348-2F43-99DF-D2B200CF0081}" type="datetimeFigureOut">
              <a:rPr lang="de-DE" smtClean="0"/>
              <a:t>07.11.2025</a:t>
            </a:fld>
            <a:endParaRPr lang="de-DE"/>
          </a:p>
        </p:txBody>
      </p:sp>
      <p:sp>
        <p:nvSpPr>
          <p:cNvPr id="4" name="Fußzeilenplatzhalt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de-DE"/>
          </a:p>
        </p:txBody>
      </p:sp>
      <p:sp>
        <p:nvSpPr>
          <p:cNvPr id="5" name="Foliennummernplatzhalt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265E9922-510D-BA4D-8EA2-480C80FDB60E}" type="slidenum">
              <a:rPr lang="de-DE" smtClean="0"/>
              <a:t>‹#›</a:t>
            </a:fld>
            <a:endParaRPr lang="de-DE"/>
          </a:p>
        </p:txBody>
      </p:sp>
    </p:spTree>
    <p:extLst>
      <p:ext uri="{BB962C8B-B14F-4D97-AF65-F5344CB8AC3E}">
        <p14:creationId xmlns:p14="http://schemas.microsoft.com/office/powerpoint/2010/main" val="426651244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de-AT"/>
          </a:p>
        </p:txBody>
      </p:sp>
      <p:sp>
        <p:nvSpPr>
          <p:cNvPr id="3" name="Datumsplatzhalt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A19BEE0-598C-4858-A439-753E34679212}" type="datetimeFigureOut">
              <a:rPr lang="de-AT" smtClean="0"/>
              <a:t>07.11.2025</a:t>
            </a:fld>
            <a:endParaRPr lang="de-AT"/>
          </a:p>
        </p:txBody>
      </p:sp>
      <p:sp>
        <p:nvSpPr>
          <p:cNvPr id="4" name="Folienbildplatzhalt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de-AT"/>
          </a:p>
        </p:txBody>
      </p:sp>
      <p:sp>
        <p:nvSpPr>
          <p:cNvPr id="5" name="Notizenplatzhal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de-DE"/>
              <a:t>Textmasterformat bearbeiten</a:t>
            </a:r>
          </a:p>
          <a:p>
            <a:pPr lvl="1"/>
            <a:r>
              <a:rPr lang="de-DE"/>
              <a:t>Zweite Ebene</a:t>
            </a:r>
          </a:p>
          <a:p>
            <a:pPr lvl="2"/>
            <a:r>
              <a:rPr lang="de-DE"/>
              <a:t>Dritte Ebene</a:t>
            </a:r>
          </a:p>
          <a:p>
            <a:pPr lvl="3"/>
            <a:r>
              <a:rPr lang="de-DE"/>
              <a:t>Vierte Ebene</a:t>
            </a:r>
          </a:p>
          <a:p>
            <a:pPr lvl="4"/>
            <a:r>
              <a:rPr lang="de-DE"/>
              <a:t>Fünfte Ebene</a:t>
            </a:r>
            <a:endParaRPr lang="de-AT"/>
          </a:p>
        </p:txBody>
      </p:sp>
      <p:sp>
        <p:nvSpPr>
          <p:cNvPr id="6" name="Fußzeilenplatzhalt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de-AT"/>
          </a:p>
        </p:txBody>
      </p:sp>
      <p:sp>
        <p:nvSpPr>
          <p:cNvPr id="7" name="Foliennummernplatzhalt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2AFEA223-4F50-4DD6-9CC4-15E4F51256E0}" type="slidenum">
              <a:rPr lang="de-AT" smtClean="0"/>
              <a:t>‹#›</a:t>
            </a:fld>
            <a:endParaRPr lang="de-AT"/>
          </a:p>
        </p:txBody>
      </p:sp>
    </p:spTree>
    <p:extLst>
      <p:ext uri="{BB962C8B-B14F-4D97-AF65-F5344CB8AC3E}">
        <p14:creationId xmlns:p14="http://schemas.microsoft.com/office/powerpoint/2010/main" val="421254536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normAutofit/>
          </a:bodyPr>
          <a:lstStyle/>
          <a:p>
            <a:endParaRPr lang="en-US"/>
          </a:p>
        </p:txBody>
      </p:sp>
      <p:sp>
        <p:nvSpPr>
          <p:cNvPr id="4" name="Foliennummernplatzhalt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876C5F0-77CF-46A7-B398-24D3A5BB21D5}" type="slidenum">
              <a:rPr kumimoji="0" lang="en-US" sz="1200" b="0" i="0" u="none" strike="noStrike" kern="1200" cap="none" spc="0" normalizeH="0" baseline="0" noProof="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3322848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5" name="Rechteck 4"/>
          <p:cNvSpPr/>
          <p:nvPr/>
        </p:nvSpPr>
        <p:spPr>
          <a:xfrm>
            <a:off x="0" y="816769"/>
            <a:ext cx="9144000" cy="4180574"/>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solidFill>
                <a:schemeClr val="bg2"/>
              </a:solidFill>
            </a:endParaRPr>
          </a:p>
        </p:txBody>
      </p:sp>
      <p:sp>
        <p:nvSpPr>
          <p:cNvPr id="2" name="Titel 1"/>
          <p:cNvSpPr>
            <a:spLocks noGrp="1"/>
          </p:cNvSpPr>
          <p:nvPr>
            <p:ph type="ctrTitle"/>
          </p:nvPr>
        </p:nvSpPr>
        <p:spPr>
          <a:xfrm>
            <a:off x="277587" y="1051413"/>
            <a:ext cx="8596539" cy="1102519"/>
          </a:xfrm>
        </p:spPr>
        <p:txBody>
          <a:bodyPr anchor="t">
            <a:normAutofit/>
          </a:bodyPr>
          <a:lstStyle>
            <a:lvl1pPr algn="l">
              <a:defRPr sz="4000">
                <a:solidFill>
                  <a:schemeClr val="bg2"/>
                </a:solidFill>
              </a:defRPr>
            </a:lvl1pPr>
          </a:lstStyle>
          <a:p>
            <a:r>
              <a:rPr lang="de-AT"/>
              <a:t>Mastertitelformat bearbeiten</a:t>
            </a:r>
            <a:endParaRPr lang="de-DE" dirty="0"/>
          </a:p>
        </p:txBody>
      </p:sp>
      <p:sp>
        <p:nvSpPr>
          <p:cNvPr id="3" name="Untertitel 2"/>
          <p:cNvSpPr>
            <a:spLocks noGrp="1"/>
          </p:cNvSpPr>
          <p:nvPr>
            <p:ph type="subTitle" idx="1"/>
          </p:nvPr>
        </p:nvSpPr>
        <p:spPr>
          <a:xfrm>
            <a:off x="277587" y="3349398"/>
            <a:ext cx="8596539" cy="1314450"/>
          </a:xfrm>
        </p:spPr>
        <p:txBody>
          <a:bodyPr anchor="b"/>
          <a:lstStyle>
            <a:lvl1pPr marL="0" indent="0" algn="l">
              <a:buNone/>
              <a:defRPr>
                <a:solidFill>
                  <a:schemeClr val="bg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AT"/>
              <a:t>Master-Untertitelformat bearbeiten</a:t>
            </a:r>
            <a:endParaRPr lang="de-DE" dirty="0"/>
          </a:p>
        </p:txBody>
      </p:sp>
      <p:sp>
        <p:nvSpPr>
          <p:cNvPr id="6"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3215731310"/>
      </p:ext>
    </p:extLst>
  </p:cSld>
  <p:clrMapOvr>
    <a:masterClrMapping/>
  </p:clrMapOvr>
  <p:extLst>
    <p:ext uri="{DCECCB84-F9BA-43D5-87BE-67443E8EF086}">
      <p15:sldGuideLst xmlns:p15="http://schemas.microsoft.com/office/powerpoint/2012/main">
        <p15:guide id="0" orient="horz" pos="2160" userDrawn="1">
          <p15:clr>
            <a:srgbClr val="FBAE40"/>
          </p15:clr>
        </p15:guide>
        <p15:guide id="1" pos="226" userDrawn="1">
          <p15:clr>
            <a:srgbClr val="FBAE40"/>
          </p15:clr>
        </p15:guide>
        <p15:guide id="2" pos="5534" userDrawn="1">
          <p15:clr>
            <a:srgbClr val="FBAE40"/>
          </p15:clr>
        </p15:guide>
        <p15:guide id="3" orient="horz" pos="1003" userDrawn="1">
          <p15:clr>
            <a:srgbClr val="FBAE40"/>
          </p15:clr>
        </p15:guide>
        <p15:guide id="4" orient="horz" pos="3838" userDrawn="1">
          <p15:clr>
            <a:srgbClr val="FBAE40"/>
          </p15:clr>
        </p15:guide>
        <p15:guide id="5" orient="horz" pos="686" userDrawn="1">
          <p15:clr>
            <a:srgbClr val="FBAE40"/>
          </p15:clr>
        </p15:guide>
        <p15:guide id="6" orient="horz" pos="4178" userDrawn="1">
          <p15:clr>
            <a:srgbClr val="FBAE40"/>
          </p15:clr>
        </p15:guide>
        <p15:guide id="7" pos="170" userDrawn="1">
          <p15:clr>
            <a:srgbClr val="FBAE40"/>
          </p15:clr>
        </p15:guide>
        <p15:guide id="8" pos="559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nchor="b">
            <a:normAutofit/>
          </a:bodyPr>
          <a:lstStyle>
            <a:lvl1pPr algn="l">
              <a:defRPr sz="3200" b="1"/>
            </a:lvl1pPr>
          </a:lstStyle>
          <a:p>
            <a:r>
              <a:rPr lang="de-AT"/>
              <a:t>Mastertitelformat bearbeiten</a:t>
            </a:r>
            <a:endParaRPr lang="de-DE" dirty="0"/>
          </a:p>
        </p:txBody>
      </p:sp>
      <p:sp>
        <p:nvSpPr>
          <p:cNvPr id="3" name="Inhaltsplatzhalter 2"/>
          <p:cNvSpPr>
            <a:spLocks noGrp="1"/>
          </p:cNvSpPr>
          <p:nvPr>
            <p:ph idx="1"/>
          </p:nvPr>
        </p:nvSpPr>
        <p:spPr/>
        <p:txBody>
          <a:bodyPr/>
          <a:lstStyle>
            <a:lvl1pPr marL="0" indent="0">
              <a:buClr>
                <a:srgbClr val="92D050"/>
              </a:buClr>
              <a:buFontTx/>
              <a:buNone/>
              <a:defRPr sz="2400"/>
            </a:lvl1pPr>
            <a:lvl2pPr marL="457200" indent="0">
              <a:buClr>
                <a:srgbClr val="92D050"/>
              </a:buClr>
              <a:buFontTx/>
              <a:buNone/>
              <a:defRPr sz="2400"/>
            </a:lvl2pPr>
            <a:lvl3pPr marL="914400" indent="0">
              <a:buClr>
                <a:srgbClr val="92D050"/>
              </a:buClr>
              <a:buFontTx/>
              <a:buNone/>
              <a:defRPr sz="2000"/>
            </a:lvl3pPr>
            <a:lvl4pPr marL="1371600" indent="0">
              <a:buClr>
                <a:srgbClr val="92D050"/>
              </a:buClr>
              <a:buFontTx/>
              <a:buNone/>
              <a:defRPr/>
            </a:lvl4pPr>
            <a:lvl5pPr marL="1828800" indent="0">
              <a:buClr>
                <a:srgbClr val="92D050"/>
              </a:buClr>
              <a:buFontTx/>
              <a:buNone/>
              <a:defRPr/>
            </a:lvl5pPr>
          </a:lstStyle>
          <a:p>
            <a:pPr lvl="0"/>
            <a:r>
              <a:rPr lang="de-AT" dirty="0"/>
              <a:t>Mastertextformat bearbeiten</a:t>
            </a:r>
          </a:p>
          <a:p>
            <a:pPr lvl="1"/>
            <a:r>
              <a:rPr lang="de-AT" dirty="0"/>
              <a:t>Zweite Ebene</a:t>
            </a:r>
          </a:p>
          <a:p>
            <a:pPr lvl="2"/>
            <a:r>
              <a:rPr lang="de-AT" dirty="0"/>
              <a:t>Dritte Ebene</a:t>
            </a:r>
          </a:p>
          <a:p>
            <a:pPr lvl="3"/>
            <a:r>
              <a:rPr lang="de-AT" dirty="0"/>
              <a:t>Vierte Ebene</a:t>
            </a:r>
          </a:p>
          <a:p>
            <a:pPr lvl="4"/>
            <a:r>
              <a:rPr lang="de-AT" dirty="0"/>
              <a:t>Fünfte Ebene</a:t>
            </a:r>
            <a:endParaRPr lang="de-DE" dirty="0"/>
          </a:p>
        </p:txBody>
      </p:sp>
      <p:sp>
        <p:nvSpPr>
          <p:cNvPr id="7" name="Datumsplatzhalter 6"/>
          <p:cNvSpPr>
            <a:spLocks noGrp="1"/>
          </p:cNvSpPr>
          <p:nvPr>
            <p:ph type="dt" sz="half" idx="10"/>
          </p:nvPr>
        </p:nvSpPr>
        <p:spPr/>
        <p:txBody>
          <a:bodyPr/>
          <a:lstStyle>
            <a:lvl1pPr>
              <a:defRPr sz="1000"/>
            </a:lvl1pPr>
          </a:lstStyle>
          <a:p>
            <a:pPr defTabSz="914400">
              <a:defRPr/>
            </a:pPr>
            <a:r>
              <a:rPr lang="de-DE" dirty="0"/>
              <a:t>©Wolff-Management</a:t>
            </a:r>
          </a:p>
        </p:txBody>
      </p:sp>
      <p:sp>
        <p:nvSpPr>
          <p:cNvPr id="8" name="Fußzeilenplatzhalter 7"/>
          <p:cNvSpPr>
            <a:spLocks noGrp="1"/>
          </p:cNvSpPr>
          <p:nvPr>
            <p:ph type="ftr" sz="quarter" idx="11"/>
          </p:nvPr>
        </p:nvSpPr>
        <p:spPr/>
        <p:txBody>
          <a:bodyPr/>
          <a:lstStyle/>
          <a:p>
            <a:r>
              <a:rPr lang="de-DE" dirty="0" err="1"/>
              <a:t>eHealth</a:t>
            </a:r>
            <a:r>
              <a:rPr lang="de-DE" dirty="0"/>
              <a:t> - Master</a:t>
            </a:r>
          </a:p>
        </p:txBody>
      </p:sp>
      <p:sp>
        <p:nvSpPr>
          <p:cNvPr id="9" name="Foliennummernplatzhalter 8"/>
          <p:cNvSpPr>
            <a:spLocks noGrp="1"/>
          </p:cNvSpPr>
          <p:nvPr>
            <p:ph type="sldNum" sz="quarter" idx="12"/>
          </p:nvPr>
        </p:nvSpPr>
        <p:spPr/>
        <p:txBody>
          <a:bodyPr/>
          <a:lstStyle/>
          <a:p>
            <a:fld id="{E68C68F6-CEB4-C040-B3A3-CADDD499EB7C}" type="slidenum">
              <a:rPr lang="de-DE" smtClean="0"/>
              <a:pPr/>
              <a:t>‹#›</a:t>
            </a:fld>
            <a:endParaRPr lang="de-DE" dirty="0"/>
          </a:p>
        </p:txBody>
      </p:sp>
    </p:spTree>
    <p:extLst>
      <p:ext uri="{BB962C8B-B14F-4D97-AF65-F5344CB8AC3E}">
        <p14:creationId xmlns:p14="http://schemas.microsoft.com/office/powerpoint/2010/main" val="682292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7" name="Rechteck 6"/>
          <p:cNvSpPr/>
          <p:nvPr userDrawn="1"/>
        </p:nvSpPr>
        <p:spPr>
          <a:xfrm>
            <a:off x="0" y="816769"/>
            <a:ext cx="9144000" cy="4180574"/>
          </a:xfrm>
          <a:prstGeom prst="rect">
            <a:avLst/>
          </a:prstGeom>
          <a:solidFill>
            <a:schemeClr val="accent1">
              <a:lumMod val="40000"/>
              <a:lumOff val="6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solidFill>
                <a:schemeClr val="tx1"/>
              </a:solidFill>
            </a:endParaRPr>
          </a:p>
        </p:txBody>
      </p:sp>
      <p:sp>
        <p:nvSpPr>
          <p:cNvPr id="2" name="Titel 1"/>
          <p:cNvSpPr>
            <a:spLocks noGrp="1"/>
          </p:cNvSpPr>
          <p:nvPr>
            <p:ph type="title"/>
          </p:nvPr>
        </p:nvSpPr>
        <p:spPr>
          <a:xfrm>
            <a:off x="269875" y="1064539"/>
            <a:ext cx="8604250" cy="1021556"/>
          </a:xfrm>
        </p:spPr>
        <p:txBody>
          <a:bodyPr anchor="t"/>
          <a:lstStyle>
            <a:lvl1pPr algn="l">
              <a:defRPr sz="4000" b="1" cap="all"/>
            </a:lvl1pPr>
          </a:lstStyle>
          <a:p>
            <a:r>
              <a:rPr lang="de-AT"/>
              <a:t>Mastertitelformat bearbeiten</a:t>
            </a:r>
            <a:endParaRPr lang="de-DE" dirty="0"/>
          </a:p>
        </p:txBody>
      </p:sp>
      <p:sp>
        <p:nvSpPr>
          <p:cNvPr id="3" name="Textplatzhalter 2"/>
          <p:cNvSpPr>
            <a:spLocks noGrp="1"/>
          </p:cNvSpPr>
          <p:nvPr>
            <p:ph type="body" idx="1"/>
          </p:nvPr>
        </p:nvSpPr>
        <p:spPr>
          <a:xfrm>
            <a:off x="269875" y="3444479"/>
            <a:ext cx="8604251" cy="1125140"/>
          </a:xfrm>
        </p:spPr>
        <p:txBody>
          <a:bodyPr anchor="b"/>
          <a:lstStyle>
            <a:lvl1pPr marL="0" indent="0">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AT"/>
              <a:t>Mastertextformat bearbeiten</a:t>
            </a:r>
          </a:p>
        </p:txBody>
      </p:sp>
      <p:sp>
        <p:nvSpPr>
          <p:cNvPr id="9" name="Fußzeilenplatzhalter 8"/>
          <p:cNvSpPr>
            <a:spLocks noGrp="1"/>
          </p:cNvSpPr>
          <p:nvPr>
            <p:ph type="ftr" sz="quarter" idx="11"/>
          </p:nvPr>
        </p:nvSpPr>
        <p:spPr/>
        <p:txBody>
          <a:bodyPr/>
          <a:lstStyle/>
          <a:p>
            <a:r>
              <a:rPr lang="de-DE"/>
              <a:t>eHealth - Master</a:t>
            </a:r>
            <a:endParaRPr lang="de-DE" dirty="0"/>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dirty="0"/>
          </a:p>
        </p:txBody>
      </p:sp>
      <p:sp>
        <p:nvSpPr>
          <p:cNvPr id="11"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42369113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Aussage">
    <p:spTree>
      <p:nvGrpSpPr>
        <p:cNvPr id="1" name=""/>
        <p:cNvGrpSpPr/>
        <p:nvPr/>
      </p:nvGrpSpPr>
      <p:grpSpPr>
        <a:xfrm>
          <a:off x="0" y="0"/>
          <a:ext cx="0" cy="0"/>
          <a:chOff x="0" y="0"/>
          <a:chExt cx="0" cy="0"/>
        </a:xfrm>
      </p:grpSpPr>
      <p:sp>
        <p:nvSpPr>
          <p:cNvPr id="7" name="Rechteck 6"/>
          <p:cNvSpPr/>
          <p:nvPr/>
        </p:nvSpPr>
        <p:spPr>
          <a:xfrm>
            <a:off x="0" y="1194197"/>
            <a:ext cx="9144000" cy="3375422"/>
          </a:xfrm>
          <a:prstGeom prst="rect">
            <a:avLst/>
          </a:prstGeom>
          <a:solidFill>
            <a:schemeClr val="accent1"/>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de-DE">
              <a:solidFill>
                <a:schemeClr val="tx1"/>
              </a:solidFill>
            </a:endParaRPr>
          </a:p>
        </p:txBody>
      </p:sp>
      <p:sp>
        <p:nvSpPr>
          <p:cNvPr id="2" name="Titel 1"/>
          <p:cNvSpPr>
            <a:spLocks noGrp="1"/>
          </p:cNvSpPr>
          <p:nvPr>
            <p:ph type="title"/>
          </p:nvPr>
        </p:nvSpPr>
        <p:spPr>
          <a:xfrm>
            <a:off x="358775" y="1949734"/>
            <a:ext cx="8604250" cy="1021556"/>
          </a:xfrm>
        </p:spPr>
        <p:txBody>
          <a:bodyPr anchor="b"/>
          <a:lstStyle>
            <a:lvl1pPr algn="ctr">
              <a:defRPr sz="4000" b="1" i="1" cap="none" baseline="0">
                <a:solidFill>
                  <a:schemeClr val="bg2"/>
                </a:solidFill>
                <a:latin typeface="+mj-lt"/>
              </a:defRPr>
            </a:lvl1pPr>
          </a:lstStyle>
          <a:p>
            <a:r>
              <a:rPr lang="de-AT"/>
              <a:t>Mastertitelformat bearbeiten</a:t>
            </a:r>
            <a:endParaRPr lang="de-DE" dirty="0"/>
          </a:p>
        </p:txBody>
      </p:sp>
      <p:sp>
        <p:nvSpPr>
          <p:cNvPr id="3" name="Textplatzhalter 2"/>
          <p:cNvSpPr>
            <a:spLocks noGrp="1"/>
          </p:cNvSpPr>
          <p:nvPr>
            <p:ph type="body" idx="1"/>
          </p:nvPr>
        </p:nvSpPr>
        <p:spPr>
          <a:xfrm>
            <a:off x="269876" y="3254659"/>
            <a:ext cx="8604251" cy="1125140"/>
          </a:xfrm>
        </p:spPr>
        <p:txBody>
          <a:bodyPr anchor="t"/>
          <a:lstStyle>
            <a:lvl1pPr marL="0" indent="0" algn="ctr">
              <a:buNone/>
              <a:defRPr sz="2000">
                <a:solidFill>
                  <a:schemeClr val="bg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AT"/>
              <a:t>Mastertextformat bearbeiten</a:t>
            </a:r>
          </a:p>
        </p:txBody>
      </p:sp>
      <p:sp>
        <p:nvSpPr>
          <p:cNvPr id="9" name="Fußzeilenplatzhalter 8"/>
          <p:cNvSpPr>
            <a:spLocks noGrp="1"/>
          </p:cNvSpPr>
          <p:nvPr>
            <p:ph type="ftr" sz="quarter" idx="11"/>
          </p:nvPr>
        </p:nvSpPr>
        <p:spPr/>
        <p:txBody>
          <a:bodyPr/>
          <a:lstStyle/>
          <a:p>
            <a:r>
              <a:rPr lang="de-DE"/>
              <a:t>eHealth - Master</a:t>
            </a:r>
            <a:endParaRPr lang="de-DE" dirty="0"/>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dirty="0"/>
          </a:p>
        </p:txBody>
      </p:sp>
      <p:sp>
        <p:nvSpPr>
          <p:cNvPr id="11"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594458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dirty="0"/>
          </a:p>
        </p:txBody>
      </p:sp>
      <p:sp>
        <p:nvSpPr>
          <p:cNvPr id="3" name="Inhaltsplatzhalter 2"/>
          <p:cNvSpPr>
            <a:spLocks noGrp="1"/>
          </p:cNvSpPr>
          <p:nvPr>
            <p:ph sz="half" idx="1"/>
          </p:nvPr>
        </p:nvSpPr>
        <p:spPr>
          <a:xfrm>
            <a:off x="269876" y="1675136"/>
            <a:ext cx="4225925"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4" name="Inhaltsplatzhalter 3"/>
          <p:cNvSpPr>
            <a:spLocks noGrp="1"/>
          </p:cNvSpPr>
          <p:nvPr>
            <p:ph sz="half" idx="2"/>
          </p:nvPr>
        </p:nvSpPr>
        <p:spPr>
          <a:xfrm>
            <a:off x="4648200" y="1675136"/>
            <a:ext cx="4225925"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9" name="Fußzeilenplatzhalter 8"/>
          <p:cNvSpPr>
            <a:spLocks noGrp="1"/>
          </p:cNvSpPr>
          <p:nvPr>
            <p:ph type="ftr" sz="quarter" idx="11"/>
          </p:nvPr>
        </p:nvSpPr>
        <p:spPr/>
        <p:txBody>
          <a:bodyPr/>
          <a:lstStyle/>
          <a:p>
            <a:r>
              <a:rPr lang="de-DE"/>
              <a:t>eHealth - Master</a:t>
            </a:r>
            <a:endParaRPr lang="de-DE" dirty="0"/>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dirty="0"/>
          </a:p>
        </p:txBody>
      </p:sp>
      <p:sp>
        <p:nvSpPr>
          <p:cNvPr id="11"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25262776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r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dirty="0"/>
          </a:p>
        </p:txBody>
      </p:sp>
      <p:sp>
        <p:nvSpPr>
          <p:cNvPr id="3" name="Inhaltsplatzhalter 2"/>
          <p:cNvSpPr>
            <a:spLocks noGrp="1"/>
          </p:cNvSpPr>
          <p:nvPr>
            <p:ph sz="half" idx="1"/>
          </p:nvPr>
        </p:nvSpPr>
        <p:spPr>
          <a:xfrm>
            <a:off x="269876"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4" name="Inhaltsplatzhalter 3"/>
          <p:cNvSpPr>
            <a:spLocks noGrp="1"/>
          </p:cNvSpPr>
          <p:nvPr>
            <p:ph sz="half" idx="2"/>
          </p:nvPr>
        </p:nvSpPr>
        <p:spPr>
          <a:xfrm>
            <a:off x="6063641"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9" name="Fußzeilenplatzhalter 8"/>
          <p:cNvSpPr>
            <a:spLocks noGrp="1"/>
          </p:cNvSpPr>
          <p:nvPr>
            <p:ph type="ftr" sz="quarter" idx="11"/>
          </p:nvPr>
        </p:nvSpPr>
        <p:spPr/>
        <p:txBody>
          <a:bodyPr/>
          <a:lstStyle/>
          <a:p>
            <a:r>
              <a:rPr lang="de-DE"/>
              <a:t>eHealth - Master</a:t>
            </a:r>
            <a:endParaRPr lang="de-DE" dirty="0"/>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dirty="0"/>
          </a:p>
        </p:txBody>
      </p:sp>
      <p:sp>
        <p:nvSpPr>
          <p:cNvPr id="11" name="Inhaltsplatzhalter 2"/>
          <p:cNvSpPr>
            <a:spLocks noGrp="1"/>
          </p:cNvSpPr>
          <p:nvPr>
            <p:ph sz="half" idx="13"/>
          </p:nvPr>
        </p:nvSpPr>
        <p:spPr>
          <a:xfrm>
            <a:off x="3166759" y="1675136"/>
            <a:ext cx="2808000"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12" name="Datumsplatzhalter 3"/>
          <p:cNvSpPr>
            <a:spLocks noGrp="1"/>
          </p:cNvSpPr>
          <p:nvPr>
            <p:ph type="dt" sz="half" idx="14"/>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2286339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Eins plus 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dirty="0"/>
          </a:p>
        </p:txBody>
      </p:sp>
      <p:sp>
        <p:nvSpPr>
          <p:cNvPr id="3" name="Inhaltsplatzhalter 2"/>
          <p:cNvSpPr>
            <a:spLocks noGrp="1"/>
          </p:cNvSpPr>
          <p:nvPr>
            <p:ph sz="half" idx="1"/>
          </p:nvPr>
        </p:nvSpPr>
        <p:spPr>
          <a:xfrm>
            <a:off x="269876" y="1675136"/>
            <a:ext cx="4225925" cy="28944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4" name="Inhaltsplatzhalter 3"/>
          <p:cNvSpPr>
            <a:spLocks noGrp="1"/>
          </p:cNvSpPr>
          <p:nvPr>
            <p:ph sz="half" idx="2"/>
          </p:nvPr>
        </p:nvSpPr>
        <p:spPr>
          <a:xfrm>
            <a:off x="4648200"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9" name="Fußzeilenplatzhalter 8"/>
          <p:cNvSpPr>
            <a:spLocks noGrp="1"/>
          </p:cNvSpPr>
          <p:nvPr>
            <p:ph type="ftr" sz="quarter" idx="11"/>
          </p:nvPr>
        </p:nvSpPr>
        <p:spPr/>
        <p:txBody>
          <a:bodyPr/>
          <a:lstStyle/>
          <a:p>
            <a:r>
              <a:rPr lang="de-DE"/>
              <a:t>eHealth - Master</a:t>
            </a:r>
            <a:endParaRPr lang="de-DE" dirty="0"/>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dirty="0"/>
          </a:p>
        </p:txBody>
      </p:sp>
      <p:sp>
        <p:nvSpPr>
          <p:cNvPr id="12" name="Inhaltsplatzhalter 3"/>
          <p:cNvSpPr>
            <a:spLocks noGrp="1"/>
          </p:cNvSpPr>
          <p:nvPr>
            <p:ph sz="half" idx="14"/>
          </p:nvPr>
        </p:nvSpPr>
        <p:spPr>
          <a:xfrm>
            <a:off x="464820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11"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15269639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Vier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dirty="0"/>
          </a:p>
        </p:txBody>
      </p:sp>
      <p:sp>
        <p:nvSpPr>
          <p:cNvPr id="3" name="Inhaltsplatzhalter 2"/>
          <p:cNvSpPr>
            <a:spLocks noGrp="1"/>
          </p:cNvSpPr>
          <p:nvPr>
            <p:ph sz="half" idx="1"/>
          </p:nvPr>
        </p:nvSpPr>
        <p:spPr>
          <a:xfrm>
            <a:off x="269876"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4" name="Inhaltsplatzhalter 3"/>
          <p:cNvSpPr>
            <a:spLocks noGrp="1"/>
          </p:cNvSpPr>
          <p:nvPr>
            <p:ph sz="half" idx="2"/>
          </p:nvPr>
        </p:nvSpPr>
        <p:spPr>
          <a:xfrm>
            <a:off x="4648200" y="1675136"/>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9" name="Fußzeilenplatzhalter 8"/>
          <p:cNvSpPr>
            <a:spLocks noGrp="1"/>
          </p:cNvSpPr>
          <p:nvPr>
            <p:ph type="ftr" sz="quarter" idx="11"/>
          </p:nvPr>
        </p:nvSpPr>
        <p:spPr/>
        <p:txBody>
          <a:bodyPr/>
          <a:lstStyle/>
          <a:p>
            <a:r>
              <a:rPr lang="de-DE"/>
              <a:t>eHealth - Master</a:t>
            </a:r>
            <a:endParaRPr lang="de-DE" dirty="0"/>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dirty="0"/>
          </a:p>
        </p:txBody>
      </p:sp>
      <p:sp>
        <p:nvSpPr>
          <p:cNvPr id="11" name="Inhaltsplatzhalter 2"/>
          <p:cNvSpPr>
            <a:spLocks noGrp="1"/>
          </p:cNvSpPr>
          <p:nvPr>
            <p:ph sz="half" idx="13"/>
          </p:nvPr>
        </p:nvSpPr>
        <p:spPr>
          <a:xfrm>
            <a:off x="26498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dirty="0"/>
              <a:t>Mastertextformat bearbeiten</a:t>
            </a:r>
          </a:p>
          <a:p>
            <a:pPr lvl="1"/>
            <a:r>
              <a:rPr lang="de-AT" dirty="0"/>
              <a:t>Zweite Ebene</a:t>
            </a:r>
          </a:p>
          <a:p>
            <a:pPr lvl="2"/>
            <a:r>
              <a:rPr lang="de-AT" dirty="0"/>
              <a:t>Dritte Ebene</a:t>
            </a:r>
          </a:p>
          <a:p>
            <a:pPr lvl="3"/>
            <a:r>
              <a:rPr lang="de-AT" dirty="0"/>
              <a:t>Vierte Ebene</a:t>
            </a:r>
          </a:p>
          <a:p>
            <a:pPr lvl="4"/>
            <a:r>
              <a:rPr lang="de-AT" dirty="0"/>
              <a:t>Fünfte Ebene</a:t>
            </a:r>
            <a:endParaRPr lang="de-DE" dirty="0"/>
          </a:p>
        </p:txBody>
      </p:sp>
      <p:sp>
        <p:nvSpPr>
          <p:cNvPr id="12" name="Inhaltsplatzhalter 3"/>
          <p:cNvSpPr>
            <a:spLocks noGrp="1"/>
          </p:cNvSpPr>
          <p:nvPr>
            <p:ph sz="half" idx="14"/>
          </p:nvPr>
        </p:nvSpPr>
        <p:spPr>
          <a:xfrm>
            <a:off x="4648201" y="3165619"/>
            <a:ext cx="4225925" cy="14040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13" name="Datumsplatzhalter 3"/>
          <p:cNvSpPr>
            <a:spLocks noGrp="1"/>
          </p:cNvSpPr>
          <p:nvPr>
            <p:ph type="dt" sz="half" idx="15"/>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18844619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Asymmetrisch links">
    <p:spTree>
      <p:nvGrpSpPr>
        <p:cNvPr id="1" name=""/>
        <p:cNvGrpSpPr/>
        <p:nvPr/>
      </p:nvGrpSpPr>
      <p:grpSpPr>
        <a:xfrm>
          <a:off x="0" y="0"/>
          <a:ext cx="0" cy="0"/>
          <a:chOff x="0" y="0"/>
          <a:chExt cx="0" cy="0"/>
        </a:xfrm>
      </p:grpSpPr>
      <p:sp>
        <p:nvSpPr>
          <p:cNvPr id="4" name="Inhaltsplatzhalter 3"/>
          <p:cNvSpPr>
            <a:spLocks noGrp="1"/>
          </p:cNvSpPr>
          <p:nvPr>
            <p:ph sz="half" idx="2"/>
          </p:nvPr>
        </p:nvSpPr>
        <p:spPr>
          <a:xfrm>
            <a:off x="4571999" y="1616700"/>
            <a:ext cx="4300156" cy="2952919"/>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10" name="Fußzeilenplatzhalter 9"/>
          <p:cNvSpPr>
            <a:spLocks noGrp="1"/>
          </p:cNvSpPr>
          <p:nvPr>
            <p:ph type="ftr" sz="quarter" idx="11"/>
          </p:nvPr>
        </p:nvSpPr>
        <p:spPr/>
        <p:txBody>
          <a:bodyPr/>
          <a:lstStyle/>
          <a:p>
            <a:r>
              <a:rPr lang="de-DE"/>
              <a:t>eHealth - Master</a:t>
            </a:r>
            <a:endParaRPr lang="de-DE" dirty="0"/>
          </a:p>
        </p:txBody>
      </p:sp>
      <p:sp>
        <p:nvSpPr>
          <p:cNvPr id="11" name="Foliennummernplatzhalter 10"/>
          <p:cNvSpPr>
            <a:spLocks noGrp="1"/>
          </p:cNvSpPr>
          <p:nvPr>
            <p:ph type="sldNum" sz="quarter" idx="12"/>
          </p:nvPr>
        </p:nvSpPr>
        <p:spPr/>
        <p:txBody>
          <a:bodyPr/>
          <a:lstStyle/>
          <a:p>
            <a:fld id="{E68C68F6-CEB4-C040-B3A3-CADDD499EB7C}" type="slidenum">
              <a:rPr lang="de-DE" smtClean="0"/>
              <a:pPr/>
              <a:t>‹#›</a:t>
            </a:fld>
            <a:endParaRPr lang="de-DE" dirty="0"/>
          </a:p>
        </p:txBody>
      </p:sp>
      <p:sp>
        <p:nvSpPr>
          <p:cNvPr id="12" name="Titel 11"/>
          <p:cNvSpPr>
            <a:spLocks noGrp="1"/>
          </p:cNvSpPr>
          <p:nvPr>
            <p:ph type="title"/>
          </p:nvPr>
        </p:nvSpPr>
        <p:spPr>
          <a:xfrm>
            <a:off x="4572000" y="1204233"/>
            <a:ext cx="4300155" cy="412467"/>
          </a:xfrm>
        </p:spPr>
        <p:txBody>
          <a:bodyPr anchor="b">
            <a:noAutofit/>
          </a:bodyPr>
          <a:lstStyle>
            <a:lvl1pPr algn="l">
              <a:defRPr sz="3200"/>
            </a:lvl1pPr>
          </a:lstStyle>
          <a:p>
            <a:r>
              <a:rPr lang="de-AT"/>
              <a:t>Mastertitelformat bearbeiten</a:t>
            </a:r>
            <a:endParaRPr lang="de-AT" dirty="0"/>
          </a:p>
        </p:txBody>
      </p:sp>
      <p:sp>
        <p:nvSpPr>
          <p:cNvPr id="5" name="Bildplatzhalter 4"/>
          <p:cNvSpPr>
            <a:spLocks noGrp="1"/>
          </p:cNvSpPr>
          <p:nvPr>
            <p:ph type="pic" sz="quarter" idx="13"/>
          </p:nvPr>
        </p:nvSpPr>
        <p:spPr>
          <a:xfrm>
            <a:off x="358776" y="1194197"/>
            <a:ext cx="2765425" cy="3375422"/>
          </a:xfrm>
        </p:spPr>
        <p:txBody>
          <a:bodyPr/>
          <a:lstStyle/>
          <a:p>
            <a:r>
              <a:rPr lang="de-AT"/>
              <a:t>Bild auf Platzhalter ziehen oder durch Klicken auf Symbol hinzufügen</a:t>
            </a:r>
          </a:p>
        </p:txBody>
      </p:sp>
      <p:sp>
        <p:nvSpPr>
          <p:cNvPr id="8" name="Datumsplatzhalter 3"/>
          <p:cNvSpPr>
            <a:spLocks noGrp="1"/>
          </p:cNvSpPr>
          <p:nvPr>
            <p:ph type="dt" sz="half" idx="14"/>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272784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Asymmetrisch rechts">
    <p:spTree>
      <p:nvGrpSpPr>
        <p:cNvPr id="1" name=""/>
        <p:cNvGrpSpPr/>
        <p:nvPr/>
      </p:nvGrpSpPr>
      <p:grpSpPr>
        <a:xfrm>
          <a:off x="0" y="0"/>
          <a:ext cx="0" cy="0"/>
          <a:chOff x="0" y="0"/>
          <a:chExt cx="0" cy="0"/>
        </a:xfrm>
      </p:grpSpPr>
      <p:sp>
        <p:nvSpPr>
          <p:cNvPr id="4" name="Inhaltsplatzhalter 3"/>
          <p:cNvSpPr>
            <a:spLocks noGrp="1"/>
          </p:cNvSpPr>
          <p:nvPr>
            <p:ph sz="half" idx="2"/>
          </p:nvPr>
        </p:nvSpPr>
        <p:spPr>
          <a:xfrm>
            <a:off x="271845" y="1616700"/>
            <a:ext cx="4300156" cy="2952919"/>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10" name="Fußzeilenplatzhalter 9"/>
          <p:cNvSpPr>
            <a:spLocks noGrp="1"/>
          </p:cNvSpPr>
          <p:nvPr>
            <p:ph type="ftr" sz="quarter" idx="11"/>
          </p:nvPr>
        </p:nvSpPr>
        <p:spPr/>
        <p:txBody>
          <a:bodyPr/>
          <a:lstStyle/>
          <a:p>
            <a:r>
              <a:rPr lang="de-DE"/>
              <a:t>eHealth - Master</a:t>
            </a:r>
            <a:endParaRPr lang="de-DE" dirty="0"/>
          </a:p>
        </p:txBody>
      </p:sp>
      <p:sp>
        <p:nvSpPr>
          <p:cNvPr id="11" name="Foliennummernplatzhalter 10"/>
          <p:cNvSpPr>
            <a:spLocks noGrp="1"/>
          </p:cNvSpPr>
          <p:nvPr>
            <p:ph type="sldNum" sz="quarter" idx="12"/>
          </p:nvPr>
        </p:nvSpPr>
        <p:spPr/>
        <p:txBody>
          <a:bodyPr/>
          <a:lstStyle/>
          <a:p>
            <a:fld id="{E68C68F6-CEB4-C040-B3A3-CADDD499EB7C}" type="slidenum">
              <a:rPr lang="de-DE" smtClean="0"/>
              <a:pPr/>
              <a:t>‹#›</a:t>
            </a:fld>
            <a:endParaRPr lang="de-DE" dirty="0"/>
          </a:p>
        </p:txBody>
      </p:sp>
      <p:sp>
        <p:nvSpPr>
          <p:cNvPr id="12" name="Titel 11"/>
          <p:cNvSpPr>
            <a:spLocks noGrp="1"/>
          </p:cNvSpPr>
          <p:nvPr>
            <p:ph type="title"/>
          </p:nvPr>
        </p:nvSpPr>
        <p:spPr>
          <a:xfrm>
            <a:off x="271846" y="1194197"/>
            <a:ext cx="4300155" cy="412467"/>
          </a:xfrm>
        </p:spPr>
        <p:txBody>
          <a:bodyPr anchor="b">
            <a:noAutofit/>
          </a:bodyPr>
          <a:lstStyle>
            <a:lvl1pPr algn="l">
              <a:defRPr sz="3200"/>
            </a:lvl1pPr>
          </a:lstStyle>
          <a:p>
            <a:r>
              <a:rPr lang="de-AT"/>
              <a:t>Mastertitelformat bearbeiten</a:t>
            </a:r>
            <a:endParaRPr lang="de-AT" dirty="0"/>
          </a:p>
        </p:txBody>
      </p:sp>
      <p:sp>
        <p:nvSpPr>
          <p:cNvPr id="5" name="Bildplatzhalter 4"/>
          <p:cNvSpPr>
            <a:spLocks noGrp="1"/>
          </p:cNvSpPr>
          <p:nvPr>
            <p:ph type="pic" sz="quarter" idx="13"/>
          </p:nvPr>
        </p:nvSpPr>
        <p:spPr>
          <a:xfrm>
            <a:off x="6019801" y="1194197"/>
            <a:ext cx="2765425" cy="3375422"/>
          </a:xfrm>
        </p:spPr>
        <p:txBody>
          <a:bodyPr/>
          <a:lstStyle/>
          <a:p>
            <a:r>
              <a:rPr lang="de-AT"/>
              <a:t>Bild auf Platzhalter ziehen oder durch Klicken auf Symbol hinzufügen</a:t>
            </a:r>
            <a:endParaRPr lang="de-AT" dirty="0"/>
          </a:p>
        </p:txBody>
      </p:sp>
      <p:sp>
        <p:nvSpPr>
          <p:cNvPr id="8" name="Datumsplatzhalter 3"/>
          <p:cNvSpPr>
            <a:spLocks noGrp="1"/>
          </p:cNvSpPr>
          <p:nvPr>
            <p:ph type="dt" sz="half" idx="14"/>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2704990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269875" y="816769"/>
            <a:ext cx="8602280" cy="857250"/>
          </a:xfrm>
        </p:spPr>
        <p:txBody>
          <a:bodyPr/>
          <a:lstStyle>
            <a:lvl1pPr>
              <a:defRPr/>
            </a:lvl1pPr>
          </a:lstStyle>
          <a:p>
            <a:r>
              <a:rPr lang="de-AT"/>
              <a:t>Mastertitelformat bearbeiten</a:t>
            </a:r>
            <a:endParaRPr lang="de-DE" dirty="0"/>
          </a:p>
        </p:txBody>
      </p:sp>
      <p:sp>
        <p:nvSpPr>
          <p:cNvPr id="3" name="Textplatzhalter 2"/>
          <p:cNvSpPr>
            <a:spLocks noGrp="1"/>
          </p:cNvSpPr>
          <p:nvPr>
            <p:ph type="body" idx="1"/>
          </p:nvPr>
        </p:nvSpPr>
        <p:spPr>
          <a:xfrm>
            <a:off x="269876" y="1751750"/>
            <a:ext cx="4227513"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AT"/>
              <a:t>Mastertextformat bearbeiten</a:t>
            </a:r>
          </a:p>
        </p:txBody>
      </p:sp>
      <p:sp>
        <p:nvSpPr>
          <p:cNvPr id="4" name="Inhaltsplatzhalter 3"/>
          <p:cNvSpPr>
            <a:spLocks noGrp="1"/>
          </p:cNvSpPr>
          <p:nvPr>
            <p:ph sz="half" idx="2"/>
          </p:nvPr>
        </p:nvSpPr>
        <p:spPr>
          <a:xfrm>
            <a:off x="269876" y="2231572"/>
            <a:ext cx="4227513" cy="233804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5" name="Textplatzhalter 4"/>
          <p:cNvSpPr>
            <a:spLocks noGrp="1"/>
          </p:cNvSpPr>
          <p:nvPr>
            <p:ph type="body" sz="quarter" idx="3"/>
          </p:nvPr>
        </p:nvSpPr>
        <p:spPr>
          <a:xfrm>
            <a:off x="4645025" y="1751750"/>
            <a:ext cx="4227130"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AT"/>
              <a:t>Mastertextformat bearbeiten</a:t>
            </a:r>
          </a:p>
        </p:txBody>
      </p:sp>
      <p:sp>
        <p:nvSpPr>
          <p:cNvPr id="6" name="Inhaltsplatzhalter 5"/>
          <p:cNvSpPr>
            <a:spLocks noGrp="1"/>
          </p:cNvSpPr>
          <p:nvPr>
            <p:ph sz="quarter" idx="4"/>
          </p:nvPr>
        </p:nvSpPr>
        <p:spPr>
          <a:xfrm>
            <a:off x="4645025" y="2231572"/>
            <a:ext cx="4229100" cy="2338047"/>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dirty="0"/>
          </a:p>
        </p:txBody>
      </p:sp>
      <p:sp>
        <p:nvSpPr>
          <p:cNvPr id="11" name="Fußzeilenplatzhalter 10"/>
          <p:cNvSpPr>
            <a:spLocks noGrp="1"/>
          </p:cNvSpPr>
          <p:nvPr>
            <p:ph type="ftr" sz="quarter" idx="11"/>
          </p:nvPr>
        </p:nvSpPr>
        <p:spPr/>
        <p:txBody>
          <a:bodyPr/>
          <a:lstStyle/>
          <a:p>
            <a:r>
              <a:rPr lang="de-DE"/>
              <a:t>eHealth - Master</a:t>
            </a:r>
            <a:endParaRPr lang="de-DE" dirty="0"/>
          </a:p>
        </p:txBody>
      </p:sp>
      <p:sp>
        <p:nvSpPr>
          <p:cNvPr id="12" name="Foliennummernplatzhalter 11"/>
          <p:cNvSpPr>
            <a:spLocks noGrp="1"/>
          </p:cNvSpPr>
          <p:nvPr>
            <p:ph type="sldNum" sz="quarter" idx="12"/>
          </p:nvPr>
        </p:nvSpPr>
        <p:spPr/>
        <p:txBody>
          <a:bodyPr/>
          <a:lstStyle/>
          <a:p>
            <a:fld id="{E68C68F6-CEB4-C040-B3A3-CADDD499EB7C}" type="slidenum">
              <a:rPr lang="de-DE" smtClean="0"/>
              <a:pPr/>
              <a:t>‹#›</a:t>
            </a:fld>
            <a:endParaRPr lang="de-DE" dirty="0"/>
          </a:p>
        </p:txBody>
      </p:sp>
      <p:sp>
        <p:nvSpPr>
          <p:cNvPr id="13"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42190828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a:p>
        </p:txBody>
      </p:sp>
      <p:sp>
        <p:nvSpPr>
          <p:cNvPr id="7" name="Fußzeilenplatzhalter 6"/>
          <p:cNvSpPr>
            <a:spLocks noGrp="1"/>
          </p:cNvSpPr>
          <p:nvPr>
            <p:ph type="ftr" sz="quarter" idx="11"/>
          </p:nvPr>
        </p:nvSpPr>
        <p:spPr/>
        <p:txBody>
          <a:bodyPr/>
          <a:lstStyle/>
          <a:p>
            <a:r>
              <a:rPr lang="de-DE"/>
              <a:t>eHealth - Master</a:t>
            </a:r>
            <a:endParaRPr lang="de-DE" dirty="0"/>
          </a:p>
        </p:txBody>
      </p:sp>
      <p:sp>
        <p:nvSpPr>
          <p:cNvPr id="8" name="Foliennummernplatzhalter 7"/>
          <p:cNvSpPr>
            <a:spLocks noGrp="1"/>
          </p:cNvSpPr>
          <p:nvPr>
            <p:ph type="sldNum" sz="quarter" idx="12"/>
          </p:nvPr>
        </p:nvSpPr>
        <p:spPr/>
        <p:txBody>
          <a:bodyPr/>
          <a:lstStyle/>
          <a:p>
            <a:fld id="{E68C68F6-CEB4-C040-B3A3-CADDD499EB7C}" type="slidenum">
              <a:rPr lang="de-DE" smtClean="0"/>
              <a:pPr/>
              <a:t>‹#›</a:t>
            </a:fld>
            <a:endParaRPr lang="de-DE" dirty="0"/>
          </a:p>
        </p:txBody>
      </p:sp>
      <p:sp>
        <p:nvSpPr>
          <p:cNvPr id="9"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177737418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264981" y="816769"/>
            <a:ext cx="3200533" cy="901814"/>
          </a:xfrm>
        </p:spPr>
        <p:txBody>
          <a:bodyPr anchor="t"/>
          <a:lstStyle>
            <a:lvl1pPr algn="l">
              <a:defRPr sz="2000" b="1"/>
            </a:lvl1pPr>
          </a:lstStyle>
          <a:p>
            <a:r>
              <a:rPr lang="de-AT"/>
              <a:t>Mastertitelformat bearbeiten</a:t>
            </a:r>
            <a:endParaRPr lang="de-DE" dirty="0"/>
          </a:p>
        </p:txBody>
      </p:sp>
      <p:sp>
        <p:nvSpPr>
          <p:cNvPr id="3" name="Inhaltsplatzhalter 2"/>
          <p:cNvSpPr>
            <a:spLocks noGrp="1"/>
          </p:cNvSpPr>
          <p:nvPr>
            <p:ph idx="1"/>
          </p:nvPr>
        </p:nvSpPr>
        <p:spPr>
          <a:xfrm>
            <a:off x="3575050" y="816769"/>
            <a:ext cx="5297105" cy="375285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4" name="Textplatzhalter 3"/>
          <p:cNvSpPr>
            <a:spLocks noGrp="1"/>
          </p:cNvSpPr>
          <p:nvPr>
            <p:ph type="body" sz="half" idx="2"/>
          </p:nvPr>
        </p:nvSpPr>
        <p:spPr>
          <a:xfrm>
            <a:off x="269876" y="1719943"/>
            <a:ext cx="3195638" cy="284967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AT"/>
              <a:t>Mastertextformat bearbeiten</a:t>
            </a:r>
          </a:p>
        </p:txBody>
      </p:sp>
      <p:sp>
        <p:nvSpPr>
          <p:cNvPr id="9" name="Fußzeilenplatzhalter 8"/>
          <p:cNvSpPr>
            <a:spLocks noGrp="1"/>
          </p:cNvSpPr>
          <p:nvPr>
            <p:ph type="ftr" sz="quarter" idx="11"/>
          </p:nvPr>
        </p:nvSpPr>
        <p:spPr/>
        <p:txBody>
          <a:bodyPr/>
          <a:lstStyle/>
          <a:p>
            <a:r>
              <a:rPr lang="de-DE"/>
              <a:t>eHealth - Master</a:t>
            </a:r>
            <a:endParaRPr lang="de-DE" dirty="0"/>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dirty="0"/>
          </a:p>
        </p:txBody>
      </p:sp>
      <p:sp>
        <p:nvSpPr>
          <p:cNvPr id="11"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29362411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269876" y="4144565"/>
            <a:ext cx="4302125" cy="425054"/>
          </a:xfrm>
        </p:spPr>
        <p:txBody>
          <a:bodyPr anchor="b"/>
          <a:lstStyle>
            <a:lvl1pPr algn="l">
              <a:defRPr sz="2000" b="1"/>
            </a:lvl1pPr>
          </a:lstStyle>
          <a:p>
            <a:r>
              <a:rPr lang="de-AT"/>
              <a:t>Mastertitelformat bearbeiten</a:t>
            </a:r>
            <a:endParaRPr lang="de-DE" dirty="0"/>
          </a:p>
        </p:txBody>
      </p:sp>
      <p:sp>
        <p:nvSpPr>
          <p:cNvPr id="3" name="Bildplatzhalter 2"/>
          <p:cNvSpPr>
            <a:spLocks noGrp="1"/>
          </p:cNvSpPr>
          <p:nvPr>
            <p:ph type="pic" idx="1"/>
          </p:nvPr>
        </p:nvSpPr>
        <p:spPr>
          <a:xfrm>
            <a:off x="358775" y="816769"/>
            <a:ext cx="8426450" cy="3327797"/>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AT"/>
              <a:t>Bild auf Platzhalter ziehen oder durch Klicken auf Symbol hinzufügen</a:t>
            </a:r>
            <a:endParaRPr lang="de-DE" dirty="0"/>
          </a:p>
        </p:txBody>
      </p:sp>
      <p:sp>
        <p:nvSpPr>
          <p:cNvPr id="4" name="Textplatzhalter 3"/>
          <p:cNvSpPr>
            <a:spLocks noGrp="1"/>
          </p:cNvSpPr>
          <p:nvPr>
            <p:ph type="body" sz="half" idx="2"/>
          </p:nvPr>
        </p:nvSpPr>
        <p:spPr>
          <a:xfrm>
            <a:off x="4571999" y="4144565"/>
            <a:ext cx="4302125" cy="425054"/>
          </a:xfrm>
        </p:spPr>
        <p:txBody>
          <a:bodyPr anchor="b"/>
          <a:lstStyle>
            <a:lvl1pPr marL="0" indent="0" algn="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AT"/>
              <a:t>Mastertextformat bearbeiten</a:t>
            </a:r>
          </a:p>
        </p:txBody>
      </p:sp>
      <p:sp>
        <p:nvSpPr>
          <p:cNvPr id="9" name="Fußzeilenplatzhalter 8"/>
          <p:cNvSpPr>
            <a:spLocks noGrp="1"/>
          </p:cNvSpPr>
          <p:nvPr>
            <p:ph type="ftr" sz="quarter" idx="11"/>
          </p:nvPr>
        </p:nvSpPr>
        <p:spPr/>
        <p:txBody>
          <a:bodyPr/>
          <a:lstStyle/>
          <a:p>
            <a:r>
              <a:rPr lang="de-DE"/>
              <a:t>eHealth - Master</a:t>
            </a:r>
            <a:endParaRPr lang="de-DE" dirty="0"/>
          </a:p>
        </p:txBody>
      </p:sp>
      <p:sp>
        <p:nvSpPr>
          <p:cNvPr id="10" name="Foliennummernplatzhalter 9"/>
          <p:cNvSpPr>
            <a:spLocks noGrp="1"/>
          </p:cNvSpPr>
          <p:nvPr>
            <p:ph type="sldNum" sz="quarter" idx="12"/>
          </p:nvPr>
        </p:nvSpPr>
        <p:spPr/>
        <p:txBody>
          <a:bodyPr/>
          <a:lstStyle/>
          <a:p>
            <a:fld id="{E68C68F6-CEB4-C040-B3A3-CADDD499EB7C}" type="slidenum">
              <a:rPr lang="de-DE" smtClean="0"/>
              <a:pPr/>
              <a:t>‹#›</a:t>
            </a:fld>
            <a:endParaRPr lang="de-DE" dirty="0"/>
          </a:p>
        </p:txBody>
      </p:sp>
      <p:sp>
        <p:nvSpPr>
          <p:cNvPr id="11"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19122970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Vollbild">
    <p:spTree>
      <p:nvGrpSpPr>
        <p:cNvPr id="1" name=""/>
        <p:cNvGrpSpPr/>
        <p:nvPr/>
      </p:nvGrpSpPr>
      <p:grpSpPr>
        <a:xfrm>
          <a:off x="0" y="0"/>
          <a:ext cx="0" cy="0"/>
          <a:chOff x="0" y="0"/>
          <a:chExt cx="0" cy="0"/>
        </a:xfrm>
      </p:grpSpPr>
      <p:sp>
        <p:nvSpPr>
          <p:cNvPr id="3" name="Bildplatzhalter 2"/>
          <p:cNvSpPr>
            <a:spLocks noGrp="1"/>
          </p:cNvSpPr>
          <p:nvPr>
            <p:ph type="pic" idx="1"/>
          </p:nvPr>
        </p:nvSpPr>
        <p:spPr>
          <a:xfrm>
            <a:off x="0" y="1194197"/>
            <a:ext cx="9144000" cy="394930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AT"/>
              <a:t>Bild auf Platzhalter ziehen oder durch Klicken auf Symbol hinzufügen</a:t>
            </a:r>
            <a:endParaRPr lang="de-DE"/>
          </a:p>
        </p:txBody>
      </p:sp>
      <p:sp>
        <p:nvSpPr>
          <p:cNvPr id="4" name="Datumsplatzhalter 3"/>
          <p:cNvSpPr>
            <a:spLocks noGrp="1"/>
          </p:cNvSpPr>
          <p:nvPr>
            <p:ph type="dt" sz="half" idx="2"/>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866866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AT"/>
              <a:t>Mastertitelformat bearbeiten</a:t>
            </a:r>
            <a:endParaRPr lang="de-DE"/>
          </a:p>
        </p:txBody>
      </p:sp>
      <p:sp>
        <p:nvSpPr>
          <p:cNvPr id="3" name="Vertikaler Textplatzhalter 2"/>
          <p:cNvSpPr>
            <a:spLocks noGrp="1"/>
          </p:cNvSpPr>
          <p:nvPr>
            <p:ph type="body" orient="vert" idx="1"/>
          </p:nvPr>
        </p:nvSpPr>
        <p:spPr/>
        <p:txBody>
          <a:bodyPr vert="eaVert"/>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8" name="Fußzeilenplatzhalter 7"/>
          <p:cNvSpPr>
            <a:spLocks noGrp="1"/>
          </p:cNvSpPr>
          <p:nvPr>
            <p:ph type="ftr" sz="quarter" idx="11"/>
          </p:nvPr>
        </p:nvSpPr>
        <p:spPr/>
        <p:txBody>
          <a:bodyPr/>
          <a:lstStyle/>
          <a:p>
            <a:r>
              <a:rPr lang="de-DE"/>
              <a:t>eHealth - Master</a:t>
            </a:r>
            <a:endParaRPr lang="de-DE" dirty="0"/>
          </a:p>
        </p:txBody>
      </p:sp>
      <p:sp>
        <p:nvSpPr>
          <p:cNvPr id="9" name="Foliennummernplatzhalter 8"/>
          <p:cNvSpPr>
            <a:spLocks noGrp="1"/>
          </p:cNvSpPr>
          <p:nvPr>
            <p:ph type="sldNum" sz="quarter" idx="12"/>
          </p:nvPr>
        </p:nvSpPr>
        <p:spPr/>
        <p:txBody>
          <a:bodyPr/>
          <a:lstStyle/>
          <a:p>
            <a:fld id="{E68C68F6-CEB4-C040-B3A3-CADDD499EB7C}" type="slidenum">
              <a:rPr lang="de-DE" smtClean="0"/>
              <a:pPr/>
              <a:t>‹#›</a:t>
            </a:fld>
            <a:endParaRPr lang="de-DE" dirty="0"/>
          </a:p>
        </p:txBody>
      </p:sp>
      <p:sp>
        <p:nvSpPr>
          <p:cNvPr id="10"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35044304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6629400" y="816769"/>
            <a:ext cx="2244725" cy="3752850"/>
          </a:xfrm>
        </p:spPr>
        <p:txBody>
          <a:bodyPr vert="eaVert"/>
          <a:lstStyle/>
          <a:p>
            <a:r>
              <a:rPr lang="de-AT"/>
              <a:t>Mastertitelformat bearbeiten</a:t>
            </a:r>
            <a:endParaRPr lang="de-DE"/>
          </a:p>
        </p:txBody>
      </p:sp>
      <p:sp>
        <p:nvSpPr>
          <p:cNvPr id="3" name="Vertikaler Textplatzhalter 2"/>
          <p:cNvSpPr>
            <a:spLocks noGrp="1"/>
          </p:cNvSpPr>
          <p:nvPr>
            <p:ph type="body" orient="vert" idx="1"/>
          </p:nvPr>
        </p:nvSpPr>
        <p:spPr>
          <a:xfrm>
            <a:off x="269876" y="816769"/>
            <a:ext cx="6207125" cy="3752850"/>
          </a:xfrm>
        </p:spPr>
        <p:txBody>
          <a:bodyPr vert="eaVert"/>
          <a:lstStyle/>
          <a:p>
            <a:pPr lvl="0"/>
            <a:r>
              <a:rPr lang="de-AT"/>
              <a:t>Mastertextformat bearbeiten</a:t>
            </a:r>
          </a:p>
          <a:p>
            <a:pPr lvl="1"/>
            <a:r>
              <a:rPr lang="de-AT"/>
              <a:t>Zweite Ebene</a:t>
            </a:r>
          </a:p>
          <a:p>
            <a:pPr lvl="2"/>
            <a:r>
              <a:rPr lang="de-AT"/>
              <a:t>Dritte Ebene</a:t>
            </a:r>
          </a:p>
          <a:p>
            <a:pPr lvl="3"/>
            <a:r>
              <a:rPr lang="de-AT"/>
              <a:t>Vierte Ebene</a:t>
            </a:r>
          </a:p>
          <a:p>
            <a:pPr lvl="4"/>
            <a:r>
              <a:rPr lang="de-AT"/>
              <a:t>Fünfte Ebene</a:t>
            </a:r>
            <a:endParaRPr lang="de-DE"/>
          </a:p>
        </p:txBody>
      </p:sp>
      <p:sp>
        <p:nvSpPr>
          <p:cNvPr id="8" name="Fußzeilenplatzhalter 7"/>
          <p:cNvSpPr>
            <a:spLocks noGrp="1"/>
          </p:cNvSpPr>
          <p:nvPr>
            <p:ph type="ftr" sz="quarter" idx="11"/>
          </p:nvPr>
        </p:nvSpPr>
        <p:spPr/>
        <p:txBody>
          <a:bodyPr/>
          <a:lstStyle/>
          <a:p>
            <a:r>
              <a:rPr lang="de-DE"/>
              <a:t>eHealth - Master</a:t>
            </a:r>
            <a:endParaRPr lang="de-DE" dirty="0"/>
          </a:p>
        </p:txBody>
      </p:sp>
      <p:sp>
        <p:nvSpPr>
          <p:cNvPr id="9" name="Foliennummernplatzhalter 8"/>
          <p:cNvSpPr>
            <a:spLocks noGrp="1"/>
          </p:cNvSpPr>
          <p:nvPr>
            <p:ph type="sldNum" sz="quarter" idx="12"/>
          </p:nvPr>
        </p:nvSpPr>
        <p:spPr/>
        <p:txBody>
          <a:bodyPr/>
          <a:lstStyle/>
          <a:p>
            <a:fld id="{E68C68F6-CEB4-C040-B3A3-CADDD499EB7C}" type="slidenum">
              <a:rPr lang="de-DE" smtClean="0"/>
              <a:pPr/>
              <a:t>‹#›</a:t>
            </a:fld>
            <a:endParaRPr lang="de-DE" dirty="0"/>
          </a:p>
        </p:txBody>
      </p:sp>
      <p:sp>
        <p:nvSpPr>
          <p:cNvPr id="10" name="Datumsplatzhalter 3"/>
          <p:cNvSpPr>
            <a:spLocks noGrp="1"/>
          </p:cNvSpPr>
          <p:nvPr>
            <p:ph type="dt" sz="half" idx="13"/>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Tree>
    <p:extLst>
      <p:ext uri="{BB962C8B-B14F-4D97-AF65-F5344CB8AC3E}">
        <p14:creationId xmlns:p14="http://schemas.microsoft.com/office/powerpoint/2010/main" val="5012449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Leer-Folie">
    <p:spTree>
      <p:nvGrpSpPr>
        <p:cNvPr id="1" name=""/>
        <p:cNvGrpSpPr/>
        <p:nvPr/>
      </p:nvGrpSpPr>
      <p:grpSpPr>
        <a:xfrm>
          <a:off x="0" y="0"/>
          <a:ext cx="0" cy="0"/>
          <a:chOff x="0" y="0"/>
          <a:chExt cx="0" cy="0"/>
        </a:xfrm>
      </p:grpSpPr>
      <p:sp>
        <p:nvSpPr>
          <p:cNvPr id="2" name="Titel 1"/>
          <p:cNvSpPr>
            <a:spLocks noGrp="1"/>
          </p:cNvSpPr>
          <p:nvPr>
            <p:ph type="title"/>
          </p:nvPr>
        </p:nvSpPr>
        <p:spPr>
          <a:xfrm>
            <a:off x="864000" y="305100"/>
            <a:ext cx="5886000" cy="642600"/>
          </a:xfrm>
        </p:spPr>
        <p:txBody>
          <a:bodyPr>
            <a:noAutofit/>
          </a:bodyPr>
          <a:lstStyle>
            <a:lvl1pPr algn="l">
              <a:defRPr sz="2250" b="1">
                <a:latin typeface="Arial" pitchFamily="34" charset="0"/>
                <a:cs typeface="Arial" pitchFamily="34" charset="0"/>
              </a:defRPr>
            </a:lvl1pPr>
          </a:lstStyle>
          <a:p>
            <a:r>
              <a:rPr lang="de-DE"/>
              <a:t>Titelmasterformat durch Klicken bearbeiten</a:t>
            </a:r>
            <a:endParaRPr lang="de-DE" dirty="0"/>
          </a:p>
        </p:txBody>
      </p:sp>
      <p:sp>
        <p:nvSpPr>
          <p:cNvPr id="3" name="Inhaltsplatzhalter 2"/>
          <p:cNvSpPr>
            <a:spLocks noGrp="1"/>
          </p:cNvSpPr>
          <p:nvPr>
            <p:ph idx="1"/>
          </p:nvPr>
        </p:nvSpPr>
        <p:spPr>
          <a:xfrm>
            <a:off x="792000" y="1296591"/>
            <a:ext cx="7401600" cy="3057525"/>
          </a:xfrm>
        </p:spPr>
        <p:txBody>
          <a:bodyPr/>
          <a:lstStyle>
            <a:lvl1pPr marL="0" indent="0">
              <a:defRPr/>
            </a:lvl1pPr>
            <a:lvl5pPr>
              <a:buNone/>
              <a:defRPr/>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
        <p:nvSpPr>
          <p:cNvPr id="6" name="Inhaltsplatzhalter 2"/>
          <p:cNvSpPr>
            <a:spLocks noGrp="1"/>
          </p:cNvSpPr>
          <p:nvPr>
            <p:ph sz="half" idx="12"/>
          </p:nvPr>
        </p:nvSpPr>
        <p:spPr>
          <a:xfrm>
            <a:off x="792001" y="1768072"/>
            <a:ext cx="7451888" cy="2586044"/>
          </a:xfrm>
        </p:spPr>
        <p:txBody>
          <a:bodyPr/>
          <a:lstStyle>
            <a:lvl1pPr marL="324000" indent="-234900">
              <a:buSzPct val="110000"/>
              <a:buFontTx/>
              <a:buBlip>
                <a:blip r:embed="rId2"/>
              </a:buBlip>
              <a:defRPr sz="1200" b="0"/>
            </a:lvl1pPr>
            <a:lvl2pPr marL="499500" indent="-178200">
              <a:buSzPct val="90000"/>
              <a:buFontTx/>
              <a:buBlip>
                <a:blip r:embed="rId3"/>
              </a:buBlip>
              <a:defRPr sz="1200" b="0"/>
            </a:lvl2pPr>
            <a:lvl3pPr marL="661500" indent="-148500">
              <a:buClr>
                <a:srgbClr val="9D0F1E"/>
              </a:buClr>
              <a:buSzPct val="120000"/>
              <a:buFont typeface="Arial" pitchFamily="34" charset="0"/>
              <a:buChar char="–"/>
              <a:defRPr sz="1200" b="0"/>
            </a:lvl3pPr>
            <a:lvl4pPr indent="-2700">
              <a:buFontTx/>
              <a:buNone/>
              <a:defRPr sz="1200" b="0"/>
            </a:lvl4pPr>
            <a:lvl5pPr>
              <a:defRPr sz="1200" b="0"/>
            </a:lvl5pPr>
            <a:lvl6pPr>
              <a:defRPr sz="1350"/>
            </a:lvl6pPr>
            <a:lvl7pPr>
              <a:defRPr sz="1350"/>
            </a:lvl7pPr>
            <a:lvl8pPr>
              <a:defRPr sz="1350"/>
            </a:lvl8pPr>
            <a:lvl9pPr>
              <a:defRPr sz="1350"/>
            </a:lvl9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p:txBody>
      </p:sp>
      <p:sp>
        <p:nvSpPr>
          <p:cNvPr id="5" name="Fußzeilenplatzhalter 4"/>
          <p:cNvSpPr>
            <a:spLocks noGrp="1"/>
          </p:cNvSpPr>
          <p:nvPr>
            <p:ph type="ftr" sz="quarter" idx="13"/>
          </p:nvPr>
        </p:nvSpPr>
        <p:spPr/>
        <p:txBody>
          <a:bodyPr/>
          <a:lstStyle>
            <a:lvl1pPr>
              <a:defRPr/>
            </a:lvl1pPr>
          </a:lstStyle>
          <a:p>
            <a:pPr>
              <a:defRPr/>
            </a:pPr>
            <a:endParaRPr lang="de-DE"/>
          </a:p>
        </p:txBody>
      </p:sp>
      <p:sp>
        <p:nvSpPr>
          <p:cNvPr id="7" name="Foliennummernplatzhalter 5"/>
          <p:cNvSpPr>
            <a:spLocks noGrp="1"/>
          </p:cNvSpPr>
          <p:nvPr>
            <p:ph type="sldNum" sz="quarter" idx="14"/>
          </p:nvPr>
        </p:nvSpPr>
        <p:spPr/>
        <p:txBody>
          <a:bodyPr/>
          <a:lstStyle>
            <a:lvl1pPr>
              <a:defRPr/>
            </a:lvl1pPr>
          </a:lstStyle>
          <a:p>
            <a:pPr>
              <a:defRPr/>
            </a:pPr>
            <a:r>
              <a:rPr lang="de-DE"/>
              <a:t>Seite </a:t>
            </a:r>
            <a:fld id="{176B3F6D-CBBA-4F7A-BA3C-9276281550EE}" type="slidenum">
              <a:rPr lang="de-DE"/>
              <a:pPr>
                <a:defRPr/>
              </a:pPr>
              <a:t>‹#›</a:t>
            </a:fld>
            <a:endParaRPr lang="de-DE"/>
          </a:p>
        </p:txBody>
      </p:sp>
    </p:spTree>
    <p:extLst>
      <p:ext uri="{BB962C8B-B14F-4D97-AF65-F5344CB8AC3E}">
        <p14:creationId xmlns:p14="http://schemas.microsoft.com/office/powerpoint/2010/main" val="37963170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4" name="Bild 3" descr="Header_Gruen.jpg"/>
          <p:cNvPicPr>
            <a:picLocks noChangeAspect="1"/>
          </p:cNvPicPr>
          <p:nvPr userDrawn="1"/>
        </p:nvPicPr>
        <p:blipFill>
          <a:blip r:embed="rId20">
            <a:extLst>
              <a:ext uri="{28A0092B-C50C-407E-A947-70E740481C1C}">
                <a14:useLocalDpi xmlns:a14="http://schemas.microsoft.com/office/drawing/2010/main" val="0"/>
              </a:ext>
            </a:extLst>
          </a:blip>
          <a:stretch>
            <a:fillRect/>
          </a:stretch>
        </p:blipFill>
        <p:spPr>
          <a:xfrm>
            <a:off x="0" y="111760"/>
            <a:ext cx="9144000" cy="654460"/>
          </a:xfrm>
          <a:prstGeom prst="rect">
            <a:avLst/>
          </a:prstGeom>
        </p:spPr>
      </p:pic>
      <p:sp>
        <p:nvSpPr>
          <p:cNvPr id="2" name="Titelplatzhalter 1"/>
          <p:cNvSpPr>
            <a:spLocks noGrp="1"/>
          </p:cNvSpPr>
          <p:nvPr>
            <p:ph type="title"/>
          </p:nvPr>
        </p:nvSpPr>
        <p:spPr>
          <a:xfrm>
            <a:off x="269875" y="817886"/>
            <a:ext cx="8602280" cy="857250"/>
          </a:xfrm>
          <a:prstGeom prst="rect">
            <a:avLst/>
          </a:prstGeom>
        </p:spPr>
        <p:txBody>
          <a:bodyPr vert="horz" lIns="91440" tIns="45720" rIns="91440" bIns="45720" rtlCol="0" anchor="b">
            <a:normAutofit/>
          </a:bodyPr>
          <a:lstStyle/>
          <a:p>
            <a:r>
              <a:rPr lang="de-AT" dirty="0"/>
              <a:t>Mastertitelformat bearbeiten</a:t>
            </a:r>
            <a:endParaRPr lang="de-DE" dirty="0"/>
          </a:p>
        </p:txBody>
      </p:sp>
      <p:sp>
        <p:nvSpPr>
          <p:cNvPr id="3" name="Textplatzhalter 2"/>
          <p:cNvSpPr>
            <a:spLocks noGrp="1"/>
          </p:cNvSpPr>
          <p:nvPr>
            <p:ph type="body" idx="1"/>
          </p:nvPr>
        </p:nvSpPr>
        <p:spPr>
          <a:xfrm>
            <a:off x="269875" y="1758043"/>
            <a:ext cx="8604250" cy="2811576"/>
          </a:xfrm>
          <a:prstGeom prst="rect">
            <a:avLst/>
          </a:prstGeom>
        </p:spPr>
        <p:txBody>
          <a:bodyPr vert="horz" lIns="91440" tIns="45720" rIns="91440" bIns="45720" rtlCol="0">
            <a:normAutofit/>
          </a:bodyPr>
          <a:lstStyle/>
          <a:p>
            <a:pPr lvl="0"/>
            <a:r>
              <a:rPr lang="de-AT" dirty="0"/>
              <a:t>Mastertextformat bearbeiten</a:t>
            </a:r>
          </a:p>
          <a:p>
            <a:pPr lvl="1"/>
            <a:r>
              <a:rPr lang="de-AT" dirty="0"/>
              <a:t>Zweite Ebene</a:t>
            </a:r>
          </a:p>
          <a:p>
            <a:pPr lvl="2"/>
            <a:r>
              <a:rPr lang="de-AT" dirty="0"/>
              <a:t>Dritte Ebene</a:t>
            </a:r>
          </a:p>
          <a:p>
            <a:pPr lvl="3"/>
            <a:r>
              <a:rPr lang="de-AT" dirty="0"/>
              <a:t>Vierte Ebene</a:t>
            </a:r>
          </a:p>
          <a:p>
            <a:pPr lvl="4"/>
            <a:r>
              <a:rPr lang="de-AT" dirty="0"/>
              <a:t>Fünfte Ebene</a:t>
            </a:r>
            <a:endParaRPr lang="de-DE" dirty="0"/>
          </a:p>
        </p:txBody>
      </p:sp>
      <p:sp>
        <p:nvSpPr>
          <p:cNvPr id="10" name="Textfeld 9"/>
          <p:cNvSpPr txBox="1"/>
          <p:nvPr/>
        </p:nvSpPr>
        <p:spPr>
          <a:xfrm>
            <a:off x="393894" y="217299"/>
            <a:ext cx="2537501" cy="307777"/>
          </a:xfrm>
          <a:prstGeom prst="rect">
            <a:avLst/>
          </a:prstGeom>
          <a:noFill/>
        </p:spPr>
        <p:txBody>
          <a:bodyPr wrap="square" rtlCol="0">
            <a:spAutoFit/>
          </a:bodyPr>
          <a:lstStyle/>
          <a:p>
            <a:r>
              <a:rPr lang="de-AT" sz="1400" cap="all" baseline="0" dirty="0">
                <a:solidFill>
                  <a:schemeClr val="accent1"/>
                </a:solidFill>
                <a:latin typeface="+mn-lt"/>
                <a:cs typeface="Estrangelo Edessa" pitchFamily="66" charset="0"/>
              </a:rPr>
              <a:t>Applied Computer </a:t>
            </a:r>
            <a:r>
              <a:rPr lang="de-AT" sz="1400" cap="all" baseline="0" dirty="0" err="1">
                <a:solidFill>
                  <a:schemeClr val="accent1"/>
                </a:solidFill>
                <a:latin typeface="+mn-lt"/>
                <a:cs typeface="Estrangelo Edessa" pitchFamily="66" charset="0"/>
              </a:rPr>
              <a:t>Sciences</a:t>
            </a:r>
            <a:endParaRPr lang="de-AT" sz="1400" cap="all" baseline="0" dirty="0">
              <a:solidFill>
                <a:schemeClr val="accent1"/>
              </a:solidFill>
              <a:latin typeface="+mn-lt"/>
              <a:cs typeface="Estrangelo Edessa" pitchFamily="66" charset="0"/>
            </a:endParaRPr>
          </a:p>
        </p:txBody>
      </p:sp>
      <p:sp>
        <p:nvSpPr>
          <p:cNvPr id="11" name="Datumsplatzhalter 3"/>
          <p:cNvSpPr>
            <a:spLocks noGrp="1"/>
          </p:cNvSpPr>
          <p:nvPr>
            <p:ph type="dt" sz="half" idx="2"/>
          </p:nvPr>
        </p:nvSpPr>
        <p:spPr>
          <a:xfrm>
            <a:off x="264980" y="4767263"/>
            <a:ext cx="2133600" cy="273844"/>
          </a:xfrm>
          <a:prstGeom prst="rect">
            <a:avLst/>
          </a:prstGeom>
        </p:spPr>
        <p:txBody>
          <a:bodyPr vert="horz" lIns="91440" tIns="45720" rIns="91440" bIns="45720" rtlCol="0" anchor="ctr"/>
          <a:lstStyle>
            <a:lvl1pPr algn="l">
              <a:defRPr sz="1000">
                <a:solidFill>
                  <a:schemeClr val="tx1">
                    <a:tint val="75000"/>
                  </a:schemeClr>
                </a:solidFill>
              </a:defRPr>
            </a:lvl1pPr>
          </a:lstStyle>
          <a:p>
            <a:r>
              <a:rPr lang="de-DE" dirty="0"/>
              <a:t>©Wolff-Management</a:t>
            </a:r>
          </a:p>
        </p:txBody>
      </p:sp>
      <p:sp>
        <p:nvSpPr>
          <p:cNvPr id="12" name="Fußzeilenplatzhalt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000">
                <a:solidFill>
                  <a:schemeClr val="tx1">
                    <a:tint val="75000"/>
                  </a:schemeClr>
                </a:solidFill>
              </a:defRPr>
            </a:lvl1pPr>
          </a:lstStyle>
          <a:p>
            <a:r>
              <a:rPr lang="de-DE"/>
              <a:t>eHealth - Master</a:t>
            </a:r>
            <a:endParaRPr lang="de-DE" dirty="0"/>
          </a:p>
        </p:txBody>
      </p:sp>
      <p:sp>
        <p:nvSpPr>
          <p:cNvPr id="13" name="Foliennummernplatzhalter 5"/>
          <p:cNvSpPr>
            <a:spLocks noGrp="1"/>
          </p:cNvSpPr>
          <p:nvPr>
            <p:ph type="sldNum" sz="quarter" idx="4"/>
          </p:nvPr>
        </p:nvSpPr>
        <p:spPr>
          <a:xfrm>
            <a:off x="6738555" y="4767263"/>
            <a:ext cx="2133600" cy="273844"/>
          </a:xfrm>
          <a:prstGeom prst="rect">
            <a:avLst/>
          </a:prstGeom>
        </p:spPr>
        <p:txBody>
          <a:bodyPr vert="horz" lIns="91440" tIns="45720" rIns="91440" bIns="45720" rtlCol="0" anchor="ctr"/>
          <a:lstStyle>
            <a:lvl1pPr algn="r">
              <a:defRPr sz="1000">
                <a:solidFill>
                  <a:schemeClr val="tx1">
                    <a:tint val="75000"/>
                  </a:schemeClr>
                </a:solidFill>
              </a:defRPr>
            </a:lvl1pPr>
          </a:lstStyle>
          <a:p>
            <a:fld id="{E68C68F6-CEB4-C040-B3A3-CADDD499EB7C}" type="slidenum">
              <a:rPr lang="de-DE" smtClean="0"/>
              <a:pPr/>
              <a:t>‹#›</a:t>
            </a:fld>
            <a:endParaRPr lang="de-DE" dirty="0"/>
          </a:p>
        </p:txBody>
      </p:sp>
      <p:cxnSp>
        <p:nvCxnSpPr>
          <p:cNvPr id="14" name="Gerade Verbindung 13"/>
          <p:cNvCxnSpPr/>
          <p:nvPr/>
        </p:nvCxnSpPr>
        <p:spPr>
          <a:xfrm>
            <a:off x="355601" y="4733925"/>
            <a:ext cx="8423275" cy="0"/>
          </a:xfrm>
          <a:prstGeom prst="line">
            <a:avLst/>
          </a:prstGeom>
          <a:ln w="6350" cmpd="sng">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cxnSp>
        <p:nvCxnSpPr>
          <p:cNvPr id="16" name="Gerade Verbindung 13"/>
          <p:cNvCxnSpPr/>
          <p:nvPr/>
        </p:nvCxnSpPr>
        <p:spPr>
          <a:xfrm>
            <a:off x="355601" y="4733925"/>
            <a:ext cx="8423275" cy="0"/>
          </a:xfrm>
          <a:prstGeom prst="line">
            <a:avLst/>
          </a:prstGeom>
          <a:ln w="6350" cmpd="sng">
            <a:solidFill>
              <a:schemeClr val="bg1">
                <a:lumMod val="75000"/>
              </a:schemeClr>
            </a:solidFill>
          </a:ln>
          <a:effectLst/>
        </p:spPr>
        <p:style>
          <a:lnRef idx="3">
            <a:schemeClr val="dk1"/>
          </a:lnRef>
          <a:fillRef idx="0">
            <a:schemeClr val="dk1"/>
          </a:fillRef>
          <a:effectRef idx="2">
            <a:schemeClr val="dk1"/>
          </a:effectRef>
          <a:fontRef idx="minor">
            <a:schemeClr val="tx1"/>
          </a:fontRef>
        </p:style>
      </p:cxnSp>
      <p:sp>
        <p:nvSpPr>
          <p:cNvPr id="15" name="Textfeld 14"/>
          <p:cNvSpPr txBox="1"/>
          <p:nvPr userDrawn="1"/>
        </p:nvSpPr>
        <p:spPr>
          <a:xfrm>
            <a:off x="393894" y="451435"/>
            <a:ext cx="4986035" cy="307777"/>
          </a:xfrm>
          <a:prstGeom prst="rect">
            <a:avLst/>
          </a:prstGeom>
          <a:noFill/>
        </p:spPr>
        <p:txBody>
          <a:bodyPr wrap="square" rtlCol="0">
            <a:spAutoFit/>
          </a:bodyPr>
          <a:lstStyle/>
          <a:p>
            <a:r>
              <a:rPr lang="de-DE" sz="1400" cap="none" baseline="0" dirty="0">
                <a:solidFill>
                  <a:schemeClr val="accent1"/>
                </a:solidFill>
                <a:latin typeface="+mn-lt"/>
                <a:cs typeface="Estrangelo Edessa" pitchFamily="66" charset="0"/>
              </a:rPr>
              <a:t>Institut </a:t>
            </a:r>
            <a:r>
              <a:rPr lang="de-DE" sz="1400" cap="none" baseline="0" dirty="0" err="1">
                <a:solidFill>
                  <a:schemeClr val="accent1"/>
                </a:solidFill>
                <a:latin typeface="+mn-lt"/>
                <a:cs typeface="Estrangelo Edessa" pitchFamily="66" charset="0"/>
              </a:rPr>
              <a:t>eHealth</a:t>
            </a:r>
            <a:endParaRPr lang="de-AT" sz="1400" cap="none" baseline="0" dirty="0">
              <a:solidFill>
                <a:schemeClr val="accent1"/>
              </a:solidFill>
              <a:latin typeface="+mn-lt"/>
              <a:cs typeface="Estrangelo Edessa" pitchFamily="66" charset="0"/>
            </a:endParaRPr>
          </a:p>
        </p:txBody>
      </p:sp>
    </p:spTree>
    <p:extLst>
      <p:ext uri="{BB962C8B-B14F-4D97-AF65-F5344CB8AC3E}">
        <p14:creationId xmlns:p14="http://schemas.microsoft.com/office/powerpoint/2010/main" val="2961257384"/>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 id="2147483791" r:id="rId10"/>
    <p:sldLayoutId id="2147483792" r:id="rId11"/>
    <p:sldLayoutId id="2147483793" r:id="rId12"/>
    <p:sldLayoutId id="2147483795" r:id="rId13"/>
    <p:sldLayoutId id="2147483796" r:id="rId14"/>
    <p:sldLayoutId id="2147483797" r:id="rId15"/>
    <p:sldLayoutId id="2147483798" r:id="rId16"/>
    <p:sldLayoutId id="2147483799" r:id="rId17"/>
    <p:sldLayoutId id="2147483800" r:id="rId18"/>
  </p:sldLayoutIdLst>
  <p:hf hdr="0" dt="0"/>
  <p:txStyles>
    <p:titleStyle>
      <a:lvl1pPr algn="l" defTabSz="457200" rtl="0" eaLnBrk="1" latinLnBrk="0" hangingPunct="1">
        <a:spcBef>
          <a:spcPct val="0"/>
        </a:spcBef>
        <a:buNone/>
        <a:defRPr sz="3200" b="1" kern="1200">
          <a:solidFill>
            <a:schemeClr val="tx1"/>
          </a:solidFill>
          <a:latin typeface="+mn-lt"/>
          <a:ea typeface="+mj-ea"/>
          <a:cs typeface="+mj-cs"/>
        </a:defRPr>
      </a:lvl1pPr>
    </p:titleStyle>
    <p:bodyStyle>
      <a:lvl1pPr marL="0" indent="0" algn="l" defTabSz="457200" rtl="0" eaLnBrk="1" latinLnBrk="0" hangingPunct="1">
        <a:spcBef>
          <a:spcPts val="600"/>
        </a:spcBef>
        <a:spcAft>
          <a:spcPts val="0"/>
        </a:spcAft>
        <a:buClr>
          <a:srgbClr val="F7A600"/>
        </a:buClr>
        <a:buFont typeface="Arial" pitchFamily="34" charset="0"/>
        <a:buNone/>
        <a:defRPr sz="2400" kern="1200">
          <a:solidFill>
            <a:schemeClr val="tx1"/>
          </a:solidFill>
          <a:latin typeface="+mn-lt"/>
          <a:ea typeface="+mn-ea"/>
          <a:cs typeface="+mn-cs"/>
        </a:defRPr>
      </a:lvl1pPr>
      <a:lvl2pPr marL="457200" indent="0" algn="l" defTabSz="457200" rtl="0" eaLnBrk="1" latinLnBrk="0" hangingPunct="1">
        <a:spcBef>
          <a:spcPts val="0"/>
        </a:spcBef>
        <a:buClr>
          <a:srgbClr val="F7A600"/>
        </a:buClr>
        <a:buFont typeface="Arial" pitchFamily="34" charset="0"/>
        <a:buNone/>
        <a:defRPr sz="2400" kern="1200">
          <a:solidFill>
            <a:schemeClr val="tx1"/>
          </a:solidFill>
          <a:latin typeface="+mn-lt"/>
          <a:ea typeface="+mn-ea"/>
          <a:cs typeface="+mn-cs"/>
        </a:defRPr>
      </a:lvl2pPr>
      <a:lvl3pPr marL="914400" indent="0" algn="l" defTabSz="457200" rtl="0" eaLnBrk="1" latinLnBrk="0" hangingPunct="1">
        <a:spcBef>
          <a:spcPts val="0"/>
        </a:spcBef>
        <a:buClr>
          <a:srgbClr val="F7A600"/>
        </a:buClr>
        <a:buFont typeface="Arial" pitchFamily="34" charset="0"/>
        <a:buNone/>
        <a:defRPr sz="2000" kern="1200">
          <a:solidFill>
            <a:schemeClr val="tx1"/>
          </a:solidFill>
          <a:latin typeface="+mn-lt"/>
          <a:ea typeface="+mn-ea"/>
          <a:cs typeface="+mn-cs"/>
        </a:defRPr>
      </a:lvl3pPr>
      <a:lvl4pPr marL="1371600" indent="0" algn="l" defTabSz="457200" rtl="0" eaLnBrk="1" latinLnBrk="0" hangingPunct="1">
        <a:spcBef>
          <a:spcPts val="0"/>
        </a:spcBef>
        <a:buClr>
          <a:srgbClr val="F7A600"/>
        </a:buClr>
        <a:buFont typeface="Arial" pitchFamily="34" charset="0"/>
        <a:buNone/>
        <a:defRPr sz="2000" kern="1200">
          <a:solidFill>
            <a:schemeClr val="tx1"/>
          </a:solidFill>
          <a:latin typeface="+mn-lt"/>
          <a:ea typeface="+mn-ea"/>
          <a:cs typeface="+mn-cs"/>
        </a:defRPr>
      </a:lvl4pPr>
      <a:lvl5pPr marL="1836000" indent="0" algn="l" defTabSz="457200" rtl="0" eaLnBrk="1" latinLnBrk="0" hangingPunct="1">
        <a:spcBef>
          <a:spcPts val="0"/>
        </a:spcBef>
        <a:buClr>
          <a:srgbClr val="F7A600"/>
        </a:buClr>
        <a:buFont typeface="Arial" pitchFamily="34" charset="0"/>
        <a:buNone/>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0" orient="horz" pos="1003" userDrawn="1">
          <p15:clr>
            <a:srgbClr val="F26B43"/>
          </p15:clr>
        </p15:guide>
        <p15:guide id="1" pos="2880" userDrawn="1">
          <p15:clr>
            <a:srgbClr val="F26B43"/>
          </p15:clr>
        </p15:guide>
        <p15:guide id="2" pos="226" userDrawn="1">
          <p15:clr>
            <a:srgbClr val="F26B43"/>
          </p15:clr>
        </p15:guide>
        <p15:guide id="3" pos="170" userDrawn="1">
          <p15:clr>
            <a:srgbClr val="F26B43"/>
          </p15:clr>
        </p15:guide>
        <p15:guide id="4" pos="5534" userDrawn="1">
          <p15:clr>
            <a:srgbClr val="F26B43"/>
          </p15:clr>
        </p15:guide>
        <p15:guide id="5" pos="5590" userDrawn="1">
          <p15:clr>
            <a:srgbClr val="F26B43"/>
          </p15:clr>
        </p15:guide>
        <p15:guide id="6" orient="horz" pos="3838" userDrawn="1">
          <p15:clr>
            <a:srgbClr val="F26B43"/>
          </p15:clr>
        </p15:guide>
        <p15:guide id="7" orient="horz" pos="686" userDrawn="1">
          <p15:clr>
            <a:srgbClr val="F26B43"/>
          </p15:clr>
        </p15:guide>
        <p15:guide id="8" orient="horz" pos="4178"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en.wikipedia.org/wiki/Swimlane"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ctrTitle"/>
          </p:nvPr>
        </p:nvSpPr>
        <p:spPr/>
        <p:txBody>
          <a:bodyPr/>
          <a:lstStyle/>
          <a:p>
            <a:r>
              <a:rPr lang="de-DE" sz="2700" dirty="0"/>
              <a:t>Übung: Modellieren „Der klinische Pfad Leistenbruch.“</a:t>
            </a:r>
            <a:endParaRPr lang="en-US" dirty="0"/>
          </a:p>
        </p:txBody>
      </p:sp>
      <p:sp>
        <p:nvSpPr>
          <p:cNvPr id="6" name="Untertitel 5"/>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3377316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a:xfrm>
            <a:off x="676275" y="817886"/>
            <a:ext cx="8602280" cy="857250"/>
          </a:xfrm>
        </p:spPr>
        <p:txBody>
          <a:bodyPr>
            <a:normAutofit fontScale="90000"/>
          </a:bodyPr>
          <a:lstStyle/>
          <a:p>
            <a:r>
              <a:rPr lang="de-AT" dirty="0"/>
              <a:t>ÜBUNG: </a:t>
            </a:r>
            <a:r>
              <a:rPr lang="de-DE" dirty="0"/>
              <a:t>Modellieren „Der klinische Pfad Leistenbruch.“</a:t>
            </a:r>
            <a:endParaRPr lang="de-AT" dirty="0"/>
          </a:p>
        </p:txBody>
      </p:sp>
      <p:sp>
        <p:nvSpPr>
          <p:cNvPr id="7" name="Content Placeholder 6"/>
          <p:cNvSpPr>
            <a:spLocks noGrp="1"/>
          </p:cNvSpPr>
          <p:nvPr>
            <p:ph idx="1"/>
          </p:nvPr>
        </p:nvSpPr>
        <p:spPr>
          <a:xfrm>
            <a:off x="622300" y="1758043"/>
            <a:ext cx="7899400" cy="2811576"/>
          </a:xfrm>
        </p:spPr>
        <p:txBody>
          <a:bodyPr>
            <a:normAutofit fontScale="55000" lnSpcReduction="20000"/>
          </a:bodyPr>
          <a:lstStyle/>
          <a:p>
            <a:pPr algn="just"/>
            <a:r>
              <a:rPr lang="de-DE" dirty="0"/>
              <a:t>Leistenbruch OP (</a:t>
            </a:r>
            <a:r>
              <a:rPr lang="de-DE" dirty="0" err="1"/>
              <a:t>Hernia</a:t>
            </a:r>
            <a:r>
              <a:rPr lang="de-DE" dirty="0"/>
              <a:t>) ist eine der häufigsten Operationen in der Allgemeinchirurgie! </a:t>
            </a:r>
          </a:p>
          <a:p>
            <a:pPr algn="just"/>
            <a:r>
              <a:rPr lang="de-DE" dirty="0"/>
              <a:t>Die Erstellung eines klinischen Pfades trägt daher zur Standardisierung der Behandlung einer großen Patienten-gruppe bei. </a:t>
            </a:r>
          </a:p>
          <a:p>
            <a:pPr algn="just"/>
            <a:r>
              <a:rPr lang="de-AT" dirty="0"/>
              <a:t>Ein Leistenbruch, auch Leistenhernie, </a:t>
            </a:r>
            <a:r>
              <a:rPr lang="de-AT" dirty="0" err="1"/>
              <a:t>Inguinalbruch</a:t>
            </a:r>
            <a:r>
              <a:rPr lang="de-AT" dirty="0"/>
              <a:t> und </a:t>
            </a:r>
            <a:r>
              <a:rPr lang="de-AT" dirty="0" err="1"/>
              <a:t>Inguinalhernie</a:t>
            </a:r>
            <a:r>
              <a:rPr lang="de-AT" dirty="0"/>
              <a:t> (lateinisch </a:t>
            </a:r>
            <a:r>
              <a:rPr lang="de-AT" dirty="0" err="1"/>
              <a:t>Hernia</a:t>
            </a:r>
            <a:r>
              <a:rPr lang="de-AT" dirty="0"/>
              <a:t> inguinalis) sowie Unterleibsbruch genannt, ist ein Eingeweidebruch im Bereich des Leistenkanals. Muskeln, Sehnen und Bindegewebe bilden die feste äußere Hülle der Körperhöhlen, wie etwa des Bauchraums. An dieser Hülle existieren natürliche „Schwachstellen“. Eine der wichtigsten ist beim Mann diejenige, an welcher der Samenstrang in die Bauchdecke eintritt. Kommt es hier zu einer Erweiterung, tritt Gewebe aus dem Bauchraum in den Leistenkanal aus. Es entsteht ein „Bruch“ (Hernie). Der Leistenbruch ist neben dem Nabel-, Schenkel- und Narbenbruch die häufigste Hernie. Er tritt bei Männern und Frauen aller Altersgruppen im Verhältnis Männer : Frauen = 9 : 1 auf. Jährlich erkranken ca. 0,5 % der Bevölkerung neu an einem Leistenbruch. Im Kindesalter tritt er bei ein bis drei Prozent aller Kinder, bei Frühgeborenen bei etwa fünf Prozent auf. Behandelt wird der Leistenbruch in den meisten Fällen chirurgisch. Ein Bruch wird operiert, wenn er Schmerzen verursacht oder die Gefahr einer Einklemmung mit lebensgefährlichem Absterben von Darmteilen besteht.*</a:t>
            </a:r>
            <a:endParaRPr lang="de-DE" dirty="0"/>
          </a:p>
        </p:txBody>
      </p:sp>
      <p:sp>
        <p:nvSpPr>
          <p:cNvPr id="4" name="Footer Placeholder 3"/>
          <p:cNvSpPr>
            <a:spLocks noGrp="1"/>
          </p:cNvSpPr>
          <p:nvPr>
            <p:ph type="ftr" sz="quarter" idx="11"/>
          </p:nvPr>
        </p:nvSpPr>
        <p:spPr/>
        <p:txBody>
          <a:bodyPr/>
          <a:lstStyle/>
          <a:p>
            <a:r>
              <a:rPr lang="de-DE" dirty="0" err="1"/>
              <a:t>eHealth</a:t>
            </a:r>
            <a:r>
              <a:rPr lang="de-DE" dirty="0"/>
              <a:t> - Master</a:t>
            </a:r>
          </a:p>
        </p:txBody>
      </p:sp>
      <p:sp>
        <p:nvSpPr>
          <p:cNvPr id="5" name="Slide Number Placeholder 4"/>
          <p:cNvSpPr>
            <a:spLocks noGrp="1"/>
          </p:cNvSpPr>
          <p:nvPr>
            <p:ph type="sldNum" sz="quarter" idx="12"/>
          </p:nvPr>
        </p:nvSpPr>
        <p:spPr/>
        <p:txBody>
          <a:bodyPr/>
          <a:lstStyle/>
          <a:p>
            <a:fld id="{E68C68F6-CEB4-C040-B3A3-CADDD499EB7C}" type="slidenum">
              <a:rPr lang="de-DE" smtClean="0"/>
              <a:pPr/>
              <a:t>2</a:t>
            </a:fld>
            <a:endParaRPr lang="de-DE" dirty="0"/>
          </a:p>
        </p:txBody>
      </p:sp>
      <p:sp>
        <p:nvSpPr>
          <p:cNvPr id="2" name="Textfeld 1">
            <a:extLst>
              <a:ext uri="{FF2B5EF4-FFF2-40B4-BE49-F238E27FC236}">
                <a16:creationId xmlns:a16="http://schemas.microsoft.com/office/drawing/2014/main" id="{7C3FB203-87AB-AD87-E1E0-6F071EF98515}"/>
              </a:ext>
            </a:extLst>
          </p:cNvPr>
          <p:cNvSpPr txBox="1"/>
          <p:nvPr/>
        </p:nvSpPr>
        <p:spPr>
          <a:xfrm>
            <a:off x="676275" y="4325614"/>
            <a:ext cx="1424474" cy="200055"/>
          </a:xfrm>
          <a:prstGeom prst="rect">
            <a:avLst/>
          </a:prstGeom>
          <a:noFill/>
        </p:spPr>
        <p:txBody>
          <a:bodyPr wrap="square" rtlCol="0">
            <a:spAutoFit/>
          </a:bodyPr>
          <a:lstStyle/>
          <a:p>
            <a:r>
              <a:rPr lang="de-DE" sz="700" dirty="0"/>
              <a:t>*Wikipedia</a:t>
            </a:r>
            <a:endParaRPr lang="de-AT" sz="700" dirty="0"/>
          </a:p>
        </p:txBody>
      </p:sp>
    </p:spTree>
    <p:extLst>
      <p:ext uri="{BB962C8B-B14F-4D97-AF65-F5344CB8AC3E}">
        <p14:creationId xmlns:p14="http://schemas.microsoft.com/office/powerpoint/2010/main" val="229860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000" y="975291"/>
            <a:ext cx="6458400" cy="642600"/>
          </a:xfrm>
        </p:spPr>
        <p:txBody>
          <a:bodyPr/>
          <a:lstStyle/>
          <a:p>
            <a:r>
              <a:rPr lang="de-AT" dirty="0"/>
              <a:t>ÜBUNG: </a:t>
            </a:r>
            <a:r>
              <a:rPr lang="de-DE" dirty="0"/>
              <a:t>Modellieren „Der klinische Pfad Leistenbruch.“</a:t>
            </a:r>
            <a:endParaRPr lang="de-AT" dirty="0"/>
          </a:p>
        </p:txBody>
      </p:sp>
      <p:sp>
        <p:nvSpPr>
          <p:cNvPr id="3" name="Content Placeholder 2"/>
          <p:cNvSpPr>
            <a:spLocks noGrp="1"/>
          </p:cNvSpPr>
          <p:nvPr>
            <p:ph idx="1"/>
          </p:nvPr>
        </p:nvSpPr>
        <p:spPr>
          <a:xfrm>
            <a:off x="792000" y="1617891"/>
            <a:ext cx="7401600" cy="3071873"/>
          </a:xfrm>
        </p:spPr>
        <p:txBody>
          <a:bodyPr>
            <a:normAutofit fontScale="70000" lnSpcReduction="20000"/>
          </a:bodyPr>
          <a:lstStyle/>
          <a:p>
            <a:pPr algn="just"/>
            <a:r>
              <a:rPr lang="de-DE" dirty="0"/>
              <a:t>Versuchen Sie die Modellierung des klinischen Kernprozesses Leistenbruch OP (</a:t>
            </a:r>
            <a:r>
              <a:rPr lang="de-DE" dirty="0" err="1"/>
              <a:t>Hernia</a:t>
            </a:r>
            <a:r>
              <a:rPr lang="de-DE" dirty="0"/>
              <a:t>)</a:t>
            </a:r>
          </a:p>
          <a:p>
            <a:pPr algn="just"/>
            <a:r>
              <a:rPr lang="de-AT" dirty="0"/>
              <a:t>Berücksichtigen Sie dabei folgende Abschnitte des Prozesses:</a:t>
            </a:r>
          </a:p>
          <a:p>
            <a:pPr marL="914400" lvl="1" indent="-457200" algn="just">
              <a:buFont typeface="Wingdings" panose="05000000000000000000" pitchFamily="2" charset="2"/>
              <a:buChar char="v"/>
            </a:pPr>
            <a:r>
              <a:rPr lang="de-AT" dirty="0"/>
              <a:t>Ambulanzbesuch (?)</a:t>
            </a:r>
          </a:p>
          <a:p>
            <a:pPr marL="914400" lvl="1" indent="-457200" algn="just">
              <a:buFont typeface="Wingdings" panose="05000000000000000000" pitchFamily="2" charset="2"/>
              <a:buChar char="v"/>
            </a:pPr>
            <a:r>
              <a:rPr lang="de-AT" dirty="0"/>
              <a:t>Diagnosestellung</a:t>
            </a:r>
          </a:p>
          <a:p>
            <a:pPr marL="914400" lvl="1" indent="-457200" algn="just">
              <a:buFont typeface="Wingdings" panose="05000000000000000000" pitchFamily="2" charset="2"/>
              <a:buChar char="v"/>
            </a:pPr>
            <a:r>
              <a:rPr lang="de-AT" sz="2500" dirty="0"/>
              <a:t>Vorbereitung</a:t>
            </a:r>
            <a:r>
              <a:rPr lang="de-AT" dirty="0"/>
              <a:t> des stationären Aufenthalts (was ist im Vorhinein zu erledigen)</a:t>
            </a:r>
          </a:p>
          <a:p>
            <a:pPr marL="914400" lvl="1" indent="-457200" algn="just">
              <a:buFont typeface="Wingdings" panose="05000000000000000000" pitchFamily="2" charset="2"/>
              <a:buChar char="v"/>
            </a:pPr>
            <a:r>
              <a:rPr lang="de-AT" dirty="0"/>
              <a:t>Stationäre Aufnahme (inkl. Bettenkoordination, Narkose und etwaige präoperative Leistungen)</a:t>
            </a:r>
          </a:p>
          <a:p>
            <a:pPr marL="914400" lvl="1" indent="-457200" algn="just">
              <a:buFont typeface="Wingdings" panose="05000000000000000000" pitchFamily="2" charset="2"/>
              <a:buChar char="v"/>
            </a:pPr>
            <a:r>
              <a:rPr lang="de-AT" dirty="0"/>
              <a:t>Operationstag</a:t>
            </a:r>
          </a:p>
          <a:p>
            <a:pPr marL="914400" lvl="1" indent="-457200" algn="just">
              <a:buFont typeface="Wingdings" panose="05000000000000000000" pitchFamily="2" charset="2"/>
              <a:buChar char="v"/>
            </a:pPr>
            <a:r>
              <a:rPr lang="de-AT" dirty="0"/>
              <a:t>postoperativ Leistungen (inkl. Entlassung)</a:t>
            </a:r>
          </a:p>
          <a:p>
            <a:pPr algn="just"/>
            <a:endParaRPr lang="de-DE" dirty="0"/>
          </a:p>
          <a:p>
            <a:pPr algn="just"/>
            <a:r>
              <a:rPr lang="de-DE" dirty="0"/>
              <a:t>Anregung: „</a:t>
            </a:r>
            <a:r>
              <a:rPr lang="de-DE" dirty="0" err="1"/>
              <a:t>Swimlane</a:t>
            </a:r>
            <a:r>
              <a:rPr lang="de-DE" dirty="0"/>
              <a:t>“ Darstellung? (</a:t>
            </a:r>
            <a:r>
              <a:rPr lang="de-DE" dirty="0">
                <a:hlinkClick r:id="rId2"/>
              </a:rPr>
              <a:t>https://en.wikipedia.org/wiki/Swimlane</a:t>
            </a:r>
            <a:r>
              <a:rPr lang="de-DE" dirty="0"/>
              <a:t> )</a:t>
            </a:r>
          </a:p>
          <a:p>
            <a:pPr algn="just"/>
            <a:endParaRPr lang="de-AT" dirty="0"/>
          </a:p>
        </p:txBody>
      </p:sp>
      <p:sp>
        <p:nvSpPr>
          <p:cNvPr id="5" name="Footer Placeholder 4"/>
          <p:cNvSpPr>
            <a:spLocks noGrp="1"/>
          </p:cNvSpPr>
          <p:nvPr>
            <p:ph type="ftr" sz="quarter" idx="13"/>
          </p:nvPr>
        </p:nvSpPr>
        <p:spPr/>
        <p:txBody>
          <a:bodyPr/>
          <a:lstStyle/>
          <a:p>
            <a:pPr>
              <a:defRPr/>
            </a:pPr>
            <a:endParaRPr lang="de-DE"/>
          </a:p>
        </p:txBody>
      </p:sp>
      <p:sp>
        <p:nvSpPr>
          <p:cNvPr id="6" name="Slide Number Placeholder 5"/>
          <p:cNvSpPr>
            <a:spLocks noGrp="1"/>
          </p:cNvSpPr>
          <p:nvPr>
            <p:ph type="sldNum" sz="quarter" idx="14"/>
          </p:nvPr>
        </p:nvSpPr>
        <p:spPr/>
        <p:txBody>
          <a:bodyPr/>
          <a:lstStyle/>
          <a:p>
            <a:pPr>
              <a:defRPr/>
            </a:pPr>
            <a:r>
              <a:rPr lang="de-DE"/>
              <a:t>Seite </a:t>
            </a:r>
            <a:fld id="{176B3F6D-CBBA-4F7A-BA3C-9276281550EE}" type="slidenum">
              <a:rPr lang="de-DE" smtClean="0"/>
              <a:pPr>
                <a:defRPr/>
              </a:pPr>
              <a:t>3</a:t>
            </a:fld>
            <a:endParaRPr lang="de-DE"/>
          </a:p>
        </p:txBody>
      </p:sp>
    </p:spTree>
    <p:extLst>
      <p:ext uri="{BB962C8B-B14F-4D97-AF65-F5344CB8AC3E}">
        <p14:creationId xmlns:p14="http://schemas.microsoft.com/office/powerpoint/2010/main" val="3499311449"/>
      </p:ext>
    </p:extLst>
  </p:cSld>
  <p:clrMapOvr>
    <a:masterClrMapping/>
  </p:clrMapOvr>
</p:sld>
</file>

<file path=ppt/theme/theme1.xml><?xml version="1.0" encoding="utf-8"?>
<a:theme xmlns:a="http://schemas.openxmlformats.org/drawingml/2006/main" name="PPT_Vorlage_AppliedComputerSciences_grün">
  <a:themeElements>
    <a:clrScheme name="FH grün">
      <a:dk1>
        <a:sysClr val="windowText" lastClr="000000"/>
      </a:dk1>
      <a:lt1>
        <a:sysClr val="window" lastClr="FFFFFF"/>
      </a:lt1>
      <a:dk2>
        <a:srgbClr val="1F497D"/>
      </a:dk2>
      <a:lt2>
        <a:srgbClr val="EEECE1"/>
      </a:lt2>
      <a:accent1>
        <a:srgbClr val="79B635"/>
      </a:accent1>
      <a:accent2>
        <a:srgbClr val="054305"/>
      </a:accent2>
      <a:accent3>
        <a:srgbClr val="9DFC2D"/>
      </a:accent3>
      <a:accent4>
        <a:srgbClr val="BBBBBB"/>
      </a:accent4>
      <a:accent5>
        <a:srgbClr val="888888"/>
      </a:accent5>
      <a:accent6>
        <a:srgbClr val="444444"/>
      </a:accent6>
      <a:hlink>
        <a:srgbClr val="0000FF"/>
      </a:hlink>
      <a:folHlink>
        <a:srgbClr val="800080"/>
      </a:folHlink>
    </a:clrScheme>
    <a:fontScheme name="FH Joanneum">
      <a:majorFont>
        <a:latin typeface="Georgia"/>
        <a:ea typeface=""/>
        <a:cs typeface=""/>
      </a:majorFont>
      <a:minorFont>
        <a:latin typeface="Calibri"/>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_Vorlage_AppliedComputerSciences_grün.potx" id="{6350FFB7-C923-4AC8-980E-5276DDA5D0C4}" vid="{F4D51CA9-A608-4255-ABE2-8FCDD6D4EC39}"/>
    </a:ext>
  </a:extLst>
</a:theme>
</file>

<file path=ppt/theme/theme2.xml><?xml version="1.0" encoding="utf-8"?>
<a:theme xmlns:a="http://schemas.openxmlformats.org/drawingml/2006/main" name="Larissa">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kument" ma:contentTypeID="0x010100D39D12E4D1B98F4F97E102262250CA02" ma:contentTypeVersion="0" ma:contentTypeDescription="Ein neues Dokument erstellen." ma:contentTypeScope="" ma:versionID="d00cc154f619a2ccafba0c3f3c700156">
  <xsd:schema xmlns:xsd="http://www.w3.org/2001/XMLSchema" xmlns:xs="http://www.w3.org/2001/XMLSchema" xmlns:p="http://schemas.microsoft.com/office/2006/metadata/properties" targetNamespace="http://schemas.microsoft.com/office/2006/metadata/properties" ma:root="true" ma:fieldsID="f5ccdf0c3c5c7a5f1528fc3d09e7ba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93D3E72-81B6-4A58-A126-AA415CBD9383}"/>
</file>

<file path=customXml/itemProps2.xml><?xml version="1.0" encoding="utf-8"?>
<ds:datastoreItem xmlns:ds="http://schemas.openxmlformats.org/officeDocument/2006/customXml" ds:itemID="{0A19320E-D19B-4820-A9BE-C4C0FE9B24AC}"/>
</file>

<file path=customXml/itemProps3.xml><?xml version="1.0" encoding="utf-8"?>
<ds:datastoreItem xmlns:ds="http://schemas.openxmlformats.org/officeDocument/2006/customXml" ds:itemID="{F8E252A3-2410-43DD-BA60-120371177BC0}"/>
</file>

<file path=docProps/app.xml><?xml version="1.0" encoding="utf-8"?>
<Properties xmlns="http://schemas.openxmlformats.org/officeDocument/2006/extended-properties" xmlns:vt="http://schemas.openxmlformats.org/officeDocument/2006/docPropsVTypes">
  <Template>PPT_Vorlage_AppliedComputerSciences_grün.potx</Template>
  <TotalTime>0</TotalTime>
  <Words>334</Words>
  <Application>Microsoft Office PowerPoint</Application>
  <PresentationFormat>On-screen Show (16:9)</PresentationFormat>
  <Paragraphs>21</Paragraphs>
  <Slides>3</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Wingdings</vt:lpstr>
      <vt:lpstr>PPT_Vorlage_AppliedComputerSciences_grün</vt:lpstr>
      <vt:lpstr>Übung: Modellieren „Der klinische Pfad Leistenbruch.“</vt:lpstr>
      <vt:lpstr>ÜBUNG: Modellieren „Der klinische Pfad Leistenbruch.“</vt:lpstr>
      <vt:lpstr>ÜBUNG: Modellieren „Der klinische Pfad Leistenbruch.“</vt:lpstr>
    </vt:vector>
  </TitlesOfParts>
  <Company>FH JOANNEUM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Manfred Terler</dc:creator>
  <cp:lastModifiedBy>Halmerbauer Gerhard</cp:lastModifiedBy>
  <cp:revision>71</cp:revision>
  <dcterms:created xsi:type="dcterms:W3CDTF">2013-02-19T07:57:04Z</dcterms:created>
  <dcterms:modified xsi:type="dcterms:W3CDTF">2025-11-07T06:42:08Z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0x010100D39D12E4D1B98F4F97E102262250CA02</vt:lpwstr>
  </property>
</Properties>
</file>