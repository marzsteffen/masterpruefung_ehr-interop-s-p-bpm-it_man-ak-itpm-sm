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6_E2F742F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omments/modernComment_114_A7AE6F27.xml" ContentType="application/vnd.ms-powerpoint.comments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8" r:id="rId14"/>
    <p:sldId id="280" r:id="rId15"/>
    <p:sldId id="269" r:id="rId16"/>
    <p:sldId id="273" r:id="rId17"/>
    <p:sldId id="271" r:id="rId18"/>
    <p:sldId id="281" r:id="rId19"/>
    <p:sldId id="276" r:id="rId20"/>
    <p:sldId id="277" r:id="rId21"/>
    <p:sldId id="279" r:id="rId22"/>
  </p:sldIdLst>
  <p:sldSz cx="9144000" cy="5143500" type="screen16x9"/>
  <p:notesSz cx="6858000" cy="9144000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orient="horz" pos="1003" userDrawn="1">
          <p15:clr>
            <a:srgbClr val="A4A3A4"/>
          </p15:clr>
        </p15:guide>
        <p15:guide id="3" pos="226" userDrawn="1">
          <p15:clr>
            <a:srgbClr val="A4A3A4"/>
          </p15:clr>
        </p15:guide>
        <p15:guide id="4" pos="5534" userDrawn="1">
          <p15:clr>
            <a:srgbClr val="A4A3A4"/>
          </p15:clr>
        </p15:guide>
        <p15:guide id="5" pos="2880">
          <p15:clr>
            <a:srgbClr val="A4A3A4"/>
          </p15:clr>
        </p15:guide>
        <p15:guide id="6" orient="horz" pos="686" userDrawn="1">
          <p15:clr>
            <a:srgbClr val="A4A3A4"/>
          </p15:clr>
        </p15:guide>
        <p15:guide id="7" orient="horz" pos="4178" userDrawn="1">
          <p15:clr>
            <a:srgbClr val="A4A3A4"/>
          </p15:clr>
        </p15:guide>
        <p15:guide id="8" orient="horz" pos="2879">
          <p15:clr>
            <a:srgbClr val="A4A3A4"/>
          </p15:clr>
        </p15:guide>
        <p15:guide id="9" orient="horz" pos="752">
          <p15:clr>
            <a:srgbClr val="A4A3A4"/>
          </p15:clr>
        </p15:guide>
        <p15:guide id="10" orient="horz" pos="515">
          <p15:clr>
            <a:srgbClr val="A4A3A4"/>
          </p15:clr>
        </p15:guide>
        <p15:guide id="11" orient="horz" pos="3134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B9AE803-6FA5-1661-5DA4-0D06962EDEED}" name="Dieter Hannes" initials="" userId="S::hannes.dieter@edu.fh-joanneum.at::3dd31794-cd3b-43a0-9136-e30659cc6d91" providerId="AD"/>
  <p188:author id="{E5986572-D16D-5AF2-9D4A-3A28338F3223}" name="Marz Steffen" initials="SM" userId="S::steffen.marz@edu.fh-joanneum.at::82bc8d54-e274-4a74-a55f-4ca65ccebc5f" providerId="AD"/>
  <p188:author id="{CB5ED689-565C-277C-55B9-4E17EC755F3F}" name="Döbler Paula" initials="PD" userId="S::paula.doebler@edu.fh-joanneum.at::bf119ebd-1a76-4dfd-bbb4-1a1739119e80" providerId="AD"/>
  <p188:author id="{EE5304AE-CA4F-5876-D91F-BDCBB338A8B5}" name="Jury Alina" initials="" userId="S::alina.jury@edu.fh-joanneum.at::c2dac91e-3c2b-4606-97da-f5c02b00ee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942"/>
    <a:srgbClr val="F7A600"/>
    <a:srgbClr val="00AFCB"/>
    <a:srgbClr val="005C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614B93-18FE-E0B7-FBC5-6CE7FC5A8657}" v="60" dt="2025-01-23T21:58:28.962"/>
    <p1510:client id="{55D2A5CB-AAD8-1D41-AEF0-617B7F6EA972}" v="1057" dt="2025-01-24T08:59:43.704"/>
    <p1510:client id="{5A26D09B-1B30-2463-5A72-46C60A7382B6}" v="676" dt="2025-01-24T09:39:52.805"/>
    <p1510:client id="{64800D55-2DBB-AB42-92B1-96715F97A553}" v="4" dt="2025-01-23T21:00:38.908"/>
    <p1510:client id="{82774D3C-6163-4D37-BD58-225AE02653E4}" v="530" dt="2025-01-24T08:49:25.940"/>
    <p1510:client id="{DBC8D306-F13A-462F-9EE6-11D3C5CA0EF3}" v="339" dt="2025-01-24T09:49:27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8" d="100"/>
          <a:sy n="98" d="100"/>
        </p:scale>
        <p:origin x="58" y="58"/>
      </p:cViewPr>
      <p:guideLst>
        <p:guide orient="horz" pos="3838"/>
        <p:guide orient="horz" pos="1003"/>
        <p:guide pos="226"/>
        <p:guide pos="5534"/>
        <p:guide pos="2880"/>
        <p:guide orient="horz" pos="686"/>
        <p:guide orient="horz" pos="4178"/>
        <p:guide orient="horz" pos="2879"/>
        <p:guide orient="horz" pos="752"/>
        <p:guide orient="horz" pos="515"/>
        <p:guide orient="horz" pos="31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ner Nikolaus" userId="S::nikolaus.renner@edu.fh-joanneum.at::4450cfdb-ceed-4eab-a8b7-964f0f5f6edc" providerId="AD" clId="Web-{5A26D09B-1B30-2463-5A72-46C60A7382B6}"/>
    <pc:docChg chg="delSld modSld">
      <pc:chgData name="Renner Nikolaus" userId="S::nikolaus.renner@edu.fh-joanneum.at::4450cfdb-ceed-4eab-a8b7-964f0f5f6edc" providerId="AD" clId="Web-{5A26D09B-1B30-2463-5A72-46C60A7382B6}" dt="2025-01-24T09:31:37.866" v="452"/>
      <pc:docMkLst>
        <pc:docMk/>
      </pc:docMkLst>
      <pc:sldChg chg="modSp">
        <pc:chgData name="Renner Nikolaus" userId="S::nikolaus.renner@edu.fh-joanneum.at::4450cfdb-ceed-4eab-a8b7-964f0f5f6edc" providerId="AD" clId="Web-{5A26D09B-1B30-2463-5A72-46C60A7382B6}" dt="2025-01-24T07:37:30.417" v="109"/>
        <pc:sldMkLst>
          <pc:docMk/>
          <pc:sldMk cId="4031421548" sldId="257"/>
        </pc:sldMkLst>
        <pc:spChg chg="mod">
          <ac:chgData name="Renner Nikolaus" userId="S::nikolaus.renner@edu.fh-joanneum.at::4450cfdb-ceed-4eab-a8b7-964f0f5f6edc" providerId="AD" clId="Web-{5A26D09B-1B30-2463-5A72-46C60A7382B6}" dt="2025-01-24T07:36:01.586" v="96" actId="1076"/>
          <ac:spMkLst>
            <pc:docMk/>
            <pc:sldMk cId="4031421548" sldId="257"/>
            <ac:spMk id="2" creationId="{FD62CBF1-F95D-1660-F3AC-80F77745761A}"/>
          </ac:spMkLst>
        </pc:spChg>
        <pc:graphicFrameChg chg="mod modGraphic">
          <ac:chgData name="Renner Nikolaus" userId="S::nikolaus.renner@edu.fh-joanneum.at::4450cfdb-ceed-4eab-a8b7-964f0f5f6edc" providerId="AD" clId="Web-{5A26D09B-1B30-2463-5A72-46C60A7382B6}" dt="2025-01-24T07:37:30.417" v="109"/>
          <ac:graphicFrameMkLst>
            <pc:docMk/>
            <pc:sldMk cId="4031421548" sldId="257"/>
            <ac:graphicFrameMk id="7" creationId="{74109589-1D00-EEAD-9047-79859167B25F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7:56:58.659" v="358"/>
        <pc:sldMkLst>
          <pc:docMk/>
          <pc:sldMk cId="3713889686" sldId="258"/>
        </pc:sldMkLst>
        <pc:graphicFrameChg chg="mod modGraphic">
          <ac:chgData name="Renner Nikolaus" userId="S::nikolaus.renner@edu.fh-joanneum.at::4450cfdb-ceed-4eab-a8b7-964f0f5f6edc" providerId="AD" clId="Web-{5A26D09B-1B30-2463-5A72-46C60A7382B6}" dt="2025-01-24T07:56:58.659" v="358"/>
          <ac:graphicFrameMkLst>
            <pc:docMk/>
            <pc:sldMk cId="3713889686" sldId="258"/>
            <ac:graphicFrameMk id="7" creationId="{3B215087-8A02-734E-27F1-9C4C53F0C018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7:55:08.327" v="346"/>
        <pc:sldMkLst>
          <pc:docMk/>
          <pc:sldMk cId="1006823966" sldId="259"/>
        </pc:sldMkLst>
        <pc:graphicFrameChg chg="mod modGraphic">
          <ac:chgData name="Renner Nikolaus" userId="S::nikolaus.renner@edu.fh-joanneum.at::4450cfdb-ceed-4eab-a8b7-964f0f5f6edc" providerId="AD" clId="Web-{5A26D09B-1B30-2463-5A72-46C60A7382B6}" dt="2025-01-24T07:55:08.327" v="346"/>
          <ac:graphicFrameMkLst>
            <pc:docMk/>
            <pc:sldMk cId="1006823966" sldId="259"/>
            <ac:graphicFrameMk id="7" creationId="{F3B272EC-0242-4C93-1E74-D4F2F19356F3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8:56:49.608" v="428"/>
        <pc:sldMkLst>
          <pc:docMk/>
          <pc:sldMk cId="2576684566" sldId="264"/>
        </pc:sldMkLst>
        <pc:spChg chg="mod">
          <ac:chgData name="Renner Nikolaus" userId="S::nikolaus.renner@edu.fh-joanneum.at::4450cfdb-ceed-4eab-a8b7-964f0f5f6edc" providerId="AD" clId="Web-{5A26D09B-1B30-2463-5A72-46C60A7382B6}" dt="2025-01-24T08:53:30.867" v="426" actId="20577"/>
          <ac:spMkLst>
            <pc:docMk/>
            <pc:sldMk cId="2576684566" sldId="264"/>
            <ac:spMk id="2" creationId="{39FAE7E9-3B99-71E2-2D47-A29DA1D2C27B}"/>
          </ac:spMkLst>
        </pc:spChg>
        <pc:graphicFrameChg chg="mod modGraphic">
          <ac:chgData name="Renner Nikolaus" userId="S::nikolaus.renner@edu.fh-joanneum.at::4450cfdb-ceed-4eab-a8b7-964f0f5f6edc" providerId="AD" clId="Web-{5A26D09B-1B30-2463-5A72-46C60A7382B6}" dt="2025-01-24T08:56:49.608" v="428"/>
          <ac:graphicFrameMkLst>
            <pc:docMk/>
            <pc:sldMk cId="2576684566" sldId="264"/>
            <ac:graphicFrameMk id="5" creationId="{E390FC88-3E4C-CD98-857B-A05860575A13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8:03:23.860" v="360" actId="1076"/>
        <pc:sldMkLst>
          <pc:docMk/>
          <pc:sldMk cId="1048591232" sldId="265"/>
        </pc:sldMkLst>
        <pc:graphicFrameChg chg="mod">
          <ac:chgData name="Renner Nikolaus" userId="S::nikolaus.renner@edu.fh-joanneum.at::4450cfdb-ceed-4eab-a8b7-964f0f5f6edc" providerId="AD" clId="Web-{5A26D09B-1B30-2463-5A72-46C60A7382B6}" dt="2025-01-24T08:03:23.860" v="360" actId="1076"/>
          <ac:graphicFrameMkLst>
            <pc:docMk/>
            <pc:sldMk cId="1048591232" sldId="265"/>
            <ac:graphicFrameMk id="7" creationId="{F1D6F738-F121-D6AC-897D-8755273D49E4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9:31:37.866" v="452"/>
        <pc:sldMkLst>
          <pc:docMk/>
          <pc:sldMk cId="2236413482" sldId="266"/>
        </pc:sldMkLst>
        <pc:spChg chg="mod">
          <ac:chgData name="Renner Nikolaus" userId="S::nikolaus.renner@edu.fh-joanneum.at::4450cfdb-ceed-4eab-a8b7-964f0f5f6edc" providerId="AD" clId="Web-{5A26D09B-1B30-2463-5A72-46C60A7382B6}" dt="2025-01-24T07:30:30.700" v="86" actId="1076"/>
          <ac:spMkLst>
            <pc:docMk/>
            <pc:sldMk cId="2236413482" sldId="266"/>
            <ac:spMk id="2" creationId="{F3C0816B-5928-DF07-0767-AFDE429CF259}"/>
          </ac:spMkLst>
        </pc:spChg>
        <pc:graphicFrameChg chg="mod modGraphic">
          <ac:chgData name="Renner Nikolaus" userId="S::nikolaus.renner@edu.fh-joanneum.at::4450cfdb-ceed-4eab-a8b7-964f0f5f6edc" providerId="AD" clId="Web-{5A26D09B-1B30-2463-5A72-46C60A7382B6}" dt="2025-01-24T09:31:37.866" v="452"/>
          <ac:graphicFrameMkLst>
            <pc:docMk/>
            <pc:sldMk cId="2236413482" sldId="266"/>
            <ac:graphicFrameMk id="3" creationId="{AD4915A8-51A1-BE1C-09C3-C224AFF64E4F}"/>
          </ac:graphicFrameMkLst>
        </pc:graphicFrameChg>
      </pc:sldChg>
      <pc:sldChg chg="del">
        <pc:chgData name="Renner Nikolaus" userId="S::nikolaus.renner@edu.fh-joanneum.at::4450cfdb-ceed-4eab-a8b7-964f0f5f6edc" providerId="AD" clId="Web-{5A26D09B-1B30-2463-5A72-46C60A7382B6}" dt="2025-01-24T07:52:41.479" v="340"/>
        <pc:sldMkLst>
          <pc:docMk/>
          <pc:sldMk cId="825168588" sldId="270"/>
        </pc:sldMkLst>
      </pc:sldChg>
      <pc:sldChg chg="modSp">
        <pc:chgData name="Renner Nikolaus" userId="S::nikolaus.renner@edu.fh-joanneum.at::4450cfdb-ceed-4eab-a8b7-964f0f5f6edc" providerId="AD" clId="Web-{5A26D09B-1B30-2463-5A72-46C60A7382B6}" dt="2025-01-24T08:31:06.322" v="424" actId="20577"/>
        <pc:sldMkLst>
          <pc:docMk/>
          <pc:sldMk cId="2065824254" sldId="271"/>
        </pc:sldMkLst>
        <pc:spChg chg="mod">
          <ac:chgData name="Renner Nikolaus" userId="S::nikolaus.renner@edu.fh-joanneum.at::4450cfdb-ceed-4eab-a8b7-964f0f5f6edc" providerId="AD" clId="Web-{5A26D09B-1B30-2463-5A72-46C60A7382B6}" dt="2025-01-24T08:31:06.322" v="424" actId="20577"/>
          <ac:spMkLst>
            <pc:docMk/>
            <pc:sldMk cId="2065824254" sldId="271"/>
            <ac:spMk id="4" creationId="{493E3181-D718-AAA6-E560-42405C2E78E8}"/>
          </ac:spMkLst>
        </pc:spChg>
      </pc:sldChg>
      <pc:sldChg chg="del">
        <pc:chgData name="Renner Nikolaus" userId="S::nikolaus.renner@edu.fh-joanneum.at::4450cfdb-ceed-4eab-a8b7-964f0f5f6edc" providerId="AD" clId="Web-{5A26D09B-1B30-2463-5A72-46C60A7382B6}" dt="2025-01-24T07:52:31.619" v="338"/>
        <pc:sldMkLst>
          <pc:docMk/>
          <pc:sldMk cId="2842515030" sldId="274"/>
        </pc:sldMkLst>
      </pc:sldChg>
      <pc:sldChg chg="del">
        <pc:chgData name="Renner Nikolaus" userId="S::nikolaus.renner@edu.fh-joanneum.at::4450cfdb-ceed-4eab-a8b7-964f0f5f6edc" providerId="AD" clId="Web-{5A26D09B-1B30-2463-5A72-46C60A7382B6}" dt="2025-01-24T07:52:36.119" v="339"/>
        <pc:sldMkLst>
          <pc:docMk/>
          <pc:sldMk cId="536798662" sldId="275"/>
        </pc:sldMkLst>
      </pc:sldChg>
      <pc:sldChg chg="modSp">
        <pc:chgData name="Renner Nikolaus" userId="S::nikolaus.renner@edu.fh-joanneum.at::4450cfdb-ceed-4eab-a8b7-964f0f5f6edc" providerId="AD" clId="Web-{5A26D09B-1B30-2463-5A72-46C60A7382B6}" dt="2025-01-24T07:27:28.944" v="27"/>
        <pc:sldMkLst>
          <pc:docMk/>
          <pc:sldMk cId="3924252455" sldId="277"/>
        </pc:sldMkLst>
        <pc:graphicFrameChg chg="mod modGraphic">
          <ac:chgData name="Renner Nikolaus" userId="S::nikolaus.renner@edu.fh-joanneum.at::4450cfdb-ceed-4eab-a8b7-964f0f5f6edc" providerId="AD" clId="Web-{5A26D09B-1B30-2463-5A72-46C60A7382B6}" dt="2025-01-24T07:27:28.944" v="27"/>
          <ac:graphicFrameMkLst>
            <pc:docMk/>
            <pc:sldMk cId="3924252455" sldId="277"/>
            <ac:graphicFrameMk id="14" creationId="{49BE7DEE-5C8B-6EE7-CC3F-3BC446F9A0FA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7:25:55.019" v="21"/>
        <pc:sldMkLst>
          <pc:docMk/>
          <pc:sldMk cId="237990959" sldId="278"/>
        </pc:sldMkLst>
        <pc:graphicFrameChg chg="mod modGraphic">
          <ac:chgData name="Renner Nikolaus" userId="S::nikolaus.renner@edu.fh-joanneum.at::4450cfdb-ceed-4eab-a8b7-964f0f5f6edc" providerId="AD" clId="Web-{5A26D09B-1B30-2463-5A72-46C60A7382B6}" dt="2025-01-24T07:25:55.019" v="21"/>
          <ac:graphicFrameMkLst>
            <pc:docMk/>
            <pc:sldMk cId="237990959" sldId="278"/>
            <ac:graphicFrameMk id="8" creationId="{6932233A-D13F-8AEA-EFB6-04749D9B7BE2}"/>
          </ac:graphicFrameMkLst>
        </pc:graphicFrameChg>
      </pc:sldChg>
      <pc:sldChg chg="modSp">
        <pc:chgData name="Renner Nikolaus" userId="S::nikolaus.renner@edu.fh-joanneum.at::4450cfdb-ceed-4eab-a8b7-964f0f5f6edc" providerId="AD" clId="Web-{5A26D09B-1B30-2463-5A72-46C60A7382B6}" dt="2025-01-24T07:52:11.571" v="337" actId="20577"/>
        <pc:sldMkLst>
          <pc:docMk/>
          <pc:sldMk cId="2362920565" sldId="279"/>
        </pc:sldMkLst>
        <pc:spChg chg="mod">
          <ac:chgData name="Renner Nikolaus" userId="S::nikolaus.renner@edu.fh-joanneum.at::4450cfdb-ceed-4eab-a8b7-964f0f5f6edc" providerId="AD" clId="Web-{5A26D09B-1B30-2463-5A72-46C60A7382B6}" dt="2025-01-24T07:52:11.571" v="337" actId="20577"/>
          <ac:spMkLst>
            <pc:docMk/>
            <pc:sldMk cId="2362920565" sldId="279"/>
            <ac:spMk id="4" creationId="{EA01BE49-CC66-A84F-D3A2-68389F8C73A2}"/>
          </ac:spMkLst>
        </pc:spChg>
      </pc:sldChg>
    </pc:docChg>
  </pc:docChgLst>
  <pc:docChgLst>
    <pc:chgData name="Jury Alina" userId="c2dac91e-3c2b-4606-97da-f5c02b00eebe" providerId="ADAL" clId="{64800D55-2DBB-AB42-92B1-96715F97A553}"/>
    <pc:docChg chg="undo custSel addSld modSld sldOrd">
      <pc:chgData name="Jury Alina" userId="c2dac91e-3c2b-4606-97da-f5c02b00eebe" providerId="ADAL" clId="{64800D55-2DBB-AB42-92B1-96715F97A553}" dt="2025-01-23T19:08:02.128" v="510" actId="20577"/>
      <pc:docMkLst>
        <pc:docMk/>
      </pc:docMkLst>
      <pc:sldChg chg="modSp">
        <pc:chgData name="Jury Alina" userId="c2dac91e-3c2b-4606-97da-f5c02b00eebe" providerId="ADAL" clId="{64800D55-2DBB-AB42-92B1-96715F97A553}" dt="2025-01-23T18:48:24.375" v="453" actId="20577"/>
        <pc:sldMkLst>
          <pc:docMk/>
          <pc:sldMk cId="1006823966" sldId="259"/>
        </pc:sldMkLst>
        <pc:graphicFrameChg chg="modGraphic">
          <ac:chgData name="Jury Alina" userId="c2dac91e-3c2b-4606-97da-f5c02b00eebe" providerId="ADAL" clId="{64800D55-2DBB-AB42-92B1-96715F97A553}" dt="2025-01-23T18:48:24.375" v="453" actId="20577"/>
          <ac:graphicFrameMkLst>
            <pc:docMk/>
            <pc:sldMk cId="1006823966" sldId="259"/>
            <ac:graphicFrameMk id="7" creationId="{F3B272EC-0242-4C93-1E74-D4F2F19356F3}"/>
          </ac:graphicFrameMkLst>
        </pc:graphicFrameChg>
      </pc:sldChg>
      <pc:sldChg chg="addSp delSp">
        <pc:chgData name="Jury Alina" userId="c2dac91e-3c2b-4606-97da-f5c02b00eebe" providerId="ADAL" clId="{64800D55-2DBB-AB42-92B1-96715F97A553}" dt="2025-01-23T18:50:40.482" v="455" actId="22"/>
        <pc:sldMkLst>
          <pc:docMk/>
          <pc:sldMk cId="2458296467" sldId="263"/>
        </pc:sldMkLst>
        <pc:spChg chg="add del">
          <ac:chgData name="Jury Alina" userId="c2dac91e-3c2b-4606-97da-f5c02b00eebe" providerId="ADAL" clId="{64800D55-2DBB-AB42-92B1-96715F97A553}" dt="2025-01-23T18:50:40.482" v="455" actId="22"/>
          <ac:spMkLst>
            <pc:docMk/>
            <pc:sldMk cId="2458296467" sldId="263"/>
            <ac:spMk id="5" creationId="{0642000D-E868-2A95-9542-05655A342BB8}"/>
          </ac:spMkLst>
        </pc:spChg>
      </pc:sldChg>
      <pc:sldChg chg="addSp delSp modSp">
        <pc:chgData name="Jury Alina" userId="c2dac91e-3c2b-4606-97da-f5c02b00eebe" providerId="ADAL" clId="{64800D55-2DBB-AB42-92B1-96715F97A553}" dt="2025-01-23T19:08:02.128" v="510" actId="20577"/>
        <pc:sldMkLst>
          <pc:docMk/>
          <pc:sldMk cId="825168588" sldId="270"/>
        </pc:sldMkLst>
        <pc:spChg chg="del">
          <ac:chgData name="Jury Alina" userId="c2dac91e-3c2b-4606-97da-f5c02b00eebe" providerId="ADAL" clId="{64800D55-2DBB-AB42-92B1-96715F97A553}" dt="2025-01-23T17:30:33.470" v="0" actId="22"/>
          <ac:spMkLst>
            <pc:docMk/>
            <pc:sldMk cId="825168588" sldId="270"/>
            <ac:spMk id="4" creationId="{08982E7A-6D91-A59C-1873-175D461DCF2C}"/>
          </ac:spMkLst>
        </pc:spChg>
        <pc:graphicFrameChg chg="add mod modGraphic">
          <ac:chgData name="Jury Alina" userId="c2dac91e-3c2b-4606-97da-f5c02b00eebe" providerId="ADAL" clId="{64800D55-2DBB-AB42-92B1-96715F97A553}" dt="2025-01-23T19:08:02.128" v="510" actId="20577"/>
          <ac:graphicFrameMkLst>
            <pc:docMk/>
            <pc:sldMk cId="825168588" sldId="270"/>
            <ac:graphicFrameMk id="5" creationId="{17C4DC4F-8E06-A46E-79B9-4A5D9F085465}"/>
          </ac:graphicFrameMkLst>
        </pc:graphicFrameChg>
      </pc:sldChg>
      <pc:sldChg chg="addSp delSp modSp new ord">
        <pc:chgData name="Jury Alina" userId="c2dac91e-3c2b-4606-97da-f5c02b00eebe" providerId="ADAL" clId="{64800D55-2DBB-AB42-92B1-96715F97A553}" dt="2025-01-23T18:41:48.189" v="447" actId="207"/>
        <pc:sldMkLst>
          <pc:docMk/>
          <pc:sldMk cId="536798662" sldId="275"/>
        </pc:sldMkLst>
        <pc:spChg chg="del mod">
          <ac:chgData name="Jury Alina" userId="c2dac91e-3c2b-4606-97da-f5c02b00eebe" providerId="ADAL" clId="{64800D55-2DBB-AB42-92B1-96715F97A553}" dt="2025-01-23T17:52:26.818" v="395" actId="21"/>
          <ac:spMkLst>
            <pc:docMk/>
            <pc:sldMk cId="536798662" sldId="275"/>
            <ac:spMk id="2" creationId="{BA100B55-AAA6-135E-62BD-E19A79111CE0}"/>
          </ac:spMkLst>
        </pc:spChg>
        <pc:spChg chg="del">
          <ac:chgData name="Jury Alina" userId="c2dac91e-3c2b-4606-97da-f5c02b00eebe" providerId="ADAL" clId="{64800D55-2DBB-AB42-92B1-96715F97A553}" dt="2025-01-23T18:35:54.848" v="406" actId="21"/>
          <ac:spMkLst>
            <pc:docMk/>
            <pc:sldMk cId="536798662" sldId="275"/>
            <ac:spMk id="3" creationId="{D14D6ABB-F38A-C461-992F-243C686E6408}"/>
          </ac:spMkLst>
        </pc:spChg>
        <pc:spChg chg="add del mod">
          <ac:chgData name="Jury Alina" userId="c2dac91e-3c2b-4606-97da-f5c02b00eebe" providerId="ADAL" clId="{64800D55-2DBB-AB42-92B1-96715F97A553}" dt="2025-01-23T17:52:38.992" v="398" actId="22"/>
          <ac:spMkLst>
            <pc:docMk/>
            <pc:sldMk cId="536798662" sldId="275"/>
            <ac:spMk id="8" creationId="{E8E130C5-BA47-5A7E-4718-746FA29E8C3C}"/>
          </ac:spMkLst>
        </pc:spChg>
        <pc:spChg chg="add del mod">
          <ac:chgData name="Jury Alina" userId="c2dac91e-3c2b-4606-97da-f5c02b00eebe" providerId="ADAL" clId="{64800D55-2DBB-AB42-92B1-96715F97A553}" dt="2025-01-23T17:52:33.372" v="397" actId="22"/>
          <ac:spMkLst>
            <pc:docMk/>
            <pc:sldMk cId="536798662" sldId="275"/>
            <ac:spMk id="10" creationId="{505FA4DD-3499-88C7-06A1-C44B40AE30F9}"/>
          </ac:spMkLst>
        </pc:spChg>
        <pc:spChg chg="add mod">
          <ac:chgData name="Jury Alina" userId="c2dac91e-3c2b-4606-97da-f5c02b00eebe" providerId="ADAL" clId="{64800D55-2DBB-AB42-92B1-96715F97A553}" dt="2025-01-23T17:52:38.992" v="398" actId="22"/>
          <ac:spMkLst>
            <pc:docMk/>
            <pc:sldMk cId="536798662" sldId="275"/>
            <ac:spMk id="12" creationId="{9C51BE35-1E2D-67C0-E1A7-78596FE09BBD}"/>
          </ac:spMkLst>
        </pc:spChg>
        <pc:spChg chg="add mod">
          <ac:chgData name="Jury Alina" userId="c2dac91e-3c2b-4606-97da-f5c02b00eebe" providerId="ADAL" clId="{64800D55-2DBB-AB42-92B1-96715F97A553}" dt="2025-01-23T18:37:27.838" v="424" actId="1076"/>
          <ac:spMkLst>
            <pc:docMk/>
            <pc:sldMk cId="536798662" sldId="275"/>
            <ac:spMk id="18" creationId="{E11C357B-54DC-D36F-79C1-B4791C7E2B20}"/>
          </ac:spMkLst>
        </pc:spChg>
        <pc:spChg chg="add mod">
          <ac:chgData name="Jury Alina" userId="c2dac91e-3c2b-4606-97da-f5c02b00eebe" providerId="ADAL" clId="{64800D55-2DBB-AB42-92B1-96715F97A553}" dt="2025-01-23T18:38:49.189" v="440" actId="1076"/>
          <ac:spMkLst>
            <pc:docMk/>
            <pc:sldMk cId="536798662" sldId="275"/>
            <ac:spMk id="20" creationId="{3ECC62DF-B8A4-C646-04FE-3F5FB8412C1D}"/>
          </ac:spMkLst>
        </pc:spChg>
        <pc:graphicFrameChg chg="add mod">
          <ac:chgData name="Jury Alina" userId="c2dac91e-3c2b-4606-97da-f5c02b00eebe" providerId="ADAL" clId="{64800D55-2DBB-AB42-92B1-96715F97A553}" dt="2025-01-23T18:38:58.456" v="441" actId="1076"/>
          <ac:graphicFrameMkLst>
            <pc:docMk/>
            <pc:sldMk cId="536798662" sldId="275"/>
            <ac:graphicFrameMk id="14" creationId="{794A898A-E76F-44F1-92B9-5E254A4CA559}"/>
          </ac:graphicFrameMkLst>
        </pc:graphicFrameChg>
        <pc:graphicFrameChg chg="add mod modGraphic">
          <ac:chgData name="Jury Alina" userId="c2dac91e-3c2b-4606-97da-f5c02b00eebe" providerId="ADAL" clId="{64800D55-2DBB-AB42-92B1-96715F97A553}" dt="2025-01-23T18:41:48.189" v="447" actId="207"/>
          <ac:graphicFrameMkLst>
            <pc:docMk/>
            <pc:sldMk cId="536798662" sldId="275"/>
            <ac:graphicFrameMk id="16" creationId="{37E88507-6430-822E-28AE-353C997F1CDE}"/>
          </ac:graphicFrameMkLst>
        </pc:graphicFrameChg>
      </pc:sldChg>
    </pc:docChg>
  </pc:docChgLst>
  <pc:docChgLst>
    <pc:chgData name="Dieter Hannes" userId="3dd31794-cd3b-43a0-9136-e30659cc6d91" providerId="ADAL" clId="{55D2A5CB-AAD8-1D41-AEF0-617B7F6EA972}"/>
    <pc:docChg chg="undo custSel addSld modSld sldOrd">
      <pc:chgData name="Dieter Hannes" userId="3dd31794-cd3b-43a0-9136-e30659cc6d91" providerId="ADAL" clId="{55D2A5CB-AAD8-1D41-AEF0-617B7F6EA972}" dt="2025-01-24T08:59:43.704" v="1427" actId="20577"/>
      <pc:docMkLst>
        <pc:docMk/>
      </pc:docMkLst>
      <pc:sldChg chg="modSp mod">
        <pc:chgData name="Dieter Hannes" userId="3dd31794-cd3b-43a0-9136-e30659cc6d91" providerId="ADAL" clId="{55D2A5CB-AAD8-1D41-AEF0-617B7F6EA972}" dt="2025-01-24T07:34:27.828" v="1278" actId="20577"/>
        <pc:sldMkLst>
          <pc:docMk/>
          <pc:sldMk cId="4031421548" sldId="257"/>
        </pc:sldMkLst>
        <pc:graphicFrameChg chg="modGraphic">
          <ac:chgData name="Dieter Hannes" userId="3dd31794-cd3b-43a0-9136-e30659cc6d91" providerId="ADAL" clId="{55D2A5CB-AAD8-1D41-AEF0-617B7F6EA972}" dt="2025-01-24T07:34:27.828" v="1278" actId="20577"/>
          <ac:graphicFrameMkLst>
            <pc:docMk/>
            <pc:sldMk cId="4031421548" sldId="257"/>
            <ac:graphicFrameMk id="7" creationId="{74109589-1D00-EEAD-9047-79859167B25F}"/>
          </ac:graphicFrameMkLst>
        </pc:graphicFrameChg>
      </pc:sldChg>
      <pc:sldChg chg="modSp mod">
        <pc:chgData name="Dieter Hannes" userId="3dd31794-cd3b-43a0-9136-e30659cc6d91" providerId="ADAL" clId="{55D2A5CB-AAD8-1D41-AEF0-617B7F6EA972}" dt="2025-01-23T20:45:11.360" v="693" actId="20577"/>
        <pc:sldMkLst>
          <pc:docMk/>
          <pc:sldMk cId="1006823966" sldId="259"/>
        </pc:sldMkLst>
        <pc:graphicFrameChg chg="modGraphic">
          <ac:chgData name="Dieter Hannes" userId="3dd31794-cd3b-43a0-9136-e30659cc6d91" providerId="ADAL" clId="{55D2A5CB-AAD8-1D41-AEF0-617B7F6EA972}" dt="2025-01-23T20:45:11.360" v="693" actId="20577"/>
          <ac:graphicFrameMkLst>
            <pc:docMk/>
            <pc:sldMk cId="1006823966" sldId="259"/>
            <ac:graphicFrameMk id="7" creationId="{F3B272EC-0242-4C93-1E74-D4F2F19356F3}"/>
          </ac:graphicFrameMkLst>
        </pc:graphicFrameChg>
      </pc:sldChg>
      <pc:sldChg chg="modSp mod">
        <pc:chgData name="Dieter Hannes" userId="3dd31794-cd3b-43a0-9136-e30659cc6d91" providerId="ADAL" clId="{55D2A5CB-AAD8-1D41-AEF0-617B7F6EA972}" dt="2025-01-23T20:43:25.177" v="663" actId="108"/>
        <pc:sldMkLst>
          <pc:docMk/>
          <pc:sldMk cId="2236413482" sldId="266"/>
        </pc:sldMkLst>
        <pc:graphicFrameChg chg="mod modGraphic">
          <ac:chgData name="Dieter Hannes" userId="3dd31794-cd3b-43a0-9136-e30659cc6d91" providerId="ADAL" clId="{55D2A5CB-AAD8-1D41-AEF0-617B7F6EA972}" dt="2025-01-23T20:43:25.177" v="663" actId="108"/>
          <ac:graphicFrameMkLst>
            <pc:docMk/>
            <pc:sldMk cId="2236413482" sldId="266"/>
            <ac:graphicFrameMk id="3" creationId="{AD4915A8-51A1-BE1C-09C3-C224AFF64E4F}"/>
          </ac:graphicFrameMkLst>
        </pc:graphicFrameChg>
      </pc:sldChg>
      <pc:sldChg chg="mod modShow">
        <pc:chgData name="Dieter Hannes" userId="3dd31794-cd3b-43a0-9136-e30659cc6d91" providerId="ADAL" clId="{55D2A5CB-AAD8-1D41-AEF0-617B7F6EA972}" dt="2025-01-23T20:35:59.090" v="429" actId="729"/>
        <pc:sldMkLst>
          <pc:docMk/>
          <pc:sldMk cId="649557034" sldId="267"/>
        </pc:sldMkLst>
      </pc:sldChg>
      <pc:sldChg chg="mod modShow">
        <pc:chgData name="Dieter Hannes" userId="3dd31794-cd3b-43a0-9136-e30659cc6d91" providerId="ADAL" clId="{55D2A5CB-AAD8-1D41-AEF0-617B7F6EA972}" dt="2025-01-23T21:04:17.976" v="1199" actId="729"/>
        <pc:sldMkLst>
          <pc:docMk/>
          <pc:sldMk cId="2211020337" sldId="268"/>
        </pc:sldMkLst>
      </pc:sldChg>
      <pc:sldChg chg="modSp mod">
        <pc:chgData name="Dieter Hannes" userId="3dd31794-cd3b-43a0-9136-e30659cc6d91" providerId="ADAL" clId="{55D2A5CB-AAD8-1D41-AEF0-617B7F6EA972}" dt="2025-01-24T07:54:59.471" v="1295" actId="20577"/>
        <pc:sldMkLst>
          <pc:docMk/>
          <pc:sldMk cId="321533758" sldId="269"/>
        </pc:sldMkLst>
        <pc:graphicFrameChg chg="modGraphic">
          <ac:chgData name="Dieter Hannes" userId="3dd31794-cd3b-43a0-9136-e30659cc6d91" providerId="ADAL" clId="{55D2A5CB-AAD8-1D41-AEF0-617B7F6EA972}" dt="2025-01-24T07:54:59.471" v="1295" actId="20577"/>
          <ac:graphicFrameMkLst>
            <pc:docMk/>
            <pc:sldMk cId="321533758" sldId="269"/>
            <ac:graphicFrameMk id="3" creationId="{EDF19163-31CF-8D0C-668F-33DE2ADD9A34}"/>
          </ac:graphicFrameMkLst>
        </pc:graphicFrameChg>
      </pc:sldChg>
      <pc:sldChg chg="mod modShow">
        <pc:chgData name="Dieter Hannes" userId="3dd31794-cd3b-43a0-9136-e30659cc6d91" providerId="ADAL" clId="{55D2A5CB-AAD8-1D41-AEF0-617B7F6EA972}" dt="2025-01-23T20:31:47.014" v="393" actId="729"/>
        <pc:sldMkLst>
          <pc:docMk/>
          <pc:sldMk cId="825168588" sldId="270"/>
        </pc:sldMkLst>
      </pc:sldChg>
      <pc:sldChg chg="modSp mod ord">
        <pc:chgData name="Dieter Hannes" userId="3dd31794-cd3b-43a0-9136-e30659cc6d91" providerId="ADAL" clId="{55D2A5CB-AAD8-1D41-AEF0-617B7F6EA972}" dt="2025-01-24T08:57:33.866" v="1414" actId="20577"/>
        <pc:sldMkLst>
          <pc:docMk/>
          <pc:sldMk cId="2065824254" sldId="271"/>
        </pc:sldMkLst>
        <pc:spChg chg="mod">
          <ac:chgData name="Dieter Hannes" userId="3dd31794-cd3b-43a0-9136-e30659cc6d91" providerId="ADAL" clId="{55D2A5CB-AAD8-1D41-AEF0-617B7F6EA972}" dt="2025-01-24T08:57:33.866" v="1414" actId="20577"/>
          <ac:spMkLst>
            <pc:docMk/>
            <pc:sldMk cId="2065824254" sldId="271"/>
            <ac:spMk id="2" creationId="{4A49FD69-96E1-BEF7-877B-B0192136ED69}"/>
          </ac:spMkLst>
        </pc:spChg>
        <pc:spChg chg="mod">
          <ac:chgData name="Dieter Hannes" userId="3dd31794-cd3b-43a0-9136-e30659cc6d91" providerId="ADAL" clId="{55D2A5CB-AAD8-1D41-AEF0-617B7F6EA972}" dt="2025-01-24T08:54:27.766" v="1364" actId="20577"/>
          <ac:spMkLst>
            <pc:docMk/>
            <pc:sldMk cId="2065824254" sldId="271"/>
            <ac:spMk id="4" creationId="{493E3181-D718-AAA6-E560-42405C2E78E8}"/>
          </ac:spMkLst>
        </pc:spChg>
      </pc:sldChg>
      <pc:sldChg chg="mod modShow">
        <pc:chgData name="Dieter Hannes" userId="3dd31794-cd3b-43a0-9136-e30659cc6d91" providerId="ADAL" clId="{55D2A5CB-AAD8-1D41-AEF0-617B7F6EA972}" dt="2025-01-23T20:49:19.118" v="695" actId="729"/>
        <pc:sldMkLst>
          <pc:docMk/>
          <pc:sldMk cId="2842515030" sldId="274"/>
        </pc:sldMkLst>
      </pc:sldChg>
      <pc:sldChg chg="modSp mod modShow">
        <pc:chgData name="Dieter Hannes" userId="3dd31794-cd3b-43a0-9136-e30659cc6d91" providerId="ADAL" clId="{55D2A5CB-AAD8-1D41-AEF0-617B7F6EA972}" dt="2025-01-23T20:32:12.241" v="395" actId="729"/>
        <pc:sldMkLst>
          <pc:docMk/>
          <pc:sldMk cId="536798662" sldId="275"/>
        </pc:sldMkLst>
        <pc:graphicFrameChg chg="modGraphic">
          <ac:chgData name="Dieter Hannes" userId="3dd31794-cd3b-43a0-9136-e30659cc6d91" providerId="ADAL" clId="{55D2A5CB-AAD8-1D41-AEF0-617B7F6EA972}" dt="2025-01-23T20:06:04.625" v="377" actId="207"/>
          <ac:graphicFrameMkLst>
            <pc:docMk/>
            <pc:sldMk cId="536798662" sldId="275"/>
            <ac:graphicFrameMk id="16" creationId="{37E88507-6430-822E-28AE-353C997F1CDE}"/>
          </ac:graphicFrameMkLst>
        </pc:graphicFrameChg>
      </pc:sldChg>
      <pc:sldChg chg="modSp add mod modNotesTx">
        <pc:chgData name="Dieter Hannes" userId="3dd31794-cd3b-43a0-9136-e30659cc6d91" providerId="ADAL" clId="{55D2A5CB-AAD8-1D41-AEF0-617B7F6EA972}" dt="2025-01-24T08:57:57.565" v="1425"/>
        <pc:sldMkLst>
          <pc:docMk/>
          <pc:sldMk cId="2813226791" sldId="276"/>
        </pc:sldMkLst>
        <pc:spChg chg="mod">
          <ac:chgData name="Dieter Hannes" userId="3dd31794-cd3b-43a0-9136-e30659cc6d91" providerId="ADAL" clId="{55D2A5CB-AAD8-1D41-AEF0-617B7F6EA972}" dt="2025-01-24T08:57:57.565" v="1425"/>
          <ac:spMkLst>
            <pc:docMk/>
            <pc:sldMk cId="2813226791" sldId="276"/>
            <ac:spMk id="2" creationId="{C904527C-20DA-C6C7-4EB2-28ED4A461CB6}"/>
          </ac:spMkLst>
        </pc:spChg>
        <pc:graphicFrameChg chg="mod modGraphic">
          <ac:chgData name="Dieter Hannes" userId="3dd31794-cd3b-43a0-9136-e30659cc6d91" providerId="ADAL" clId="{55D2A5CB-AAD8-1D41-AEF0-617B7F6EA972}" dt="2025-01-23T20:31:39.926" v="392" actId="20577"/>
          <ac:graphicFrameMkLst>
            <pc:docMk/>
            <pc:sldMk cId="2813226791" sldId="276"/>
            <ac:graphicFrameMk id="5" creationId="{48FFE61A-578C-053A-D53E-CDAE21A7BBB9}"/>
          </ac:graphicFrameMkLst>
        </pc:graphicFrameChg>
      </pc:sldChg>
      <pc:sldChg chg="modSp add mod">
        <pc:chgData name="Dieter Hannes" userId="3dd31794-cd3b-43a0-9136-e30659cc6d91" providerId="ADAL" clId="{55D2A5CB-AAD8-1D41-AEF0-617B7F6EA972}" dt="2025-01-24T07:52:54.775" v="1285" actId="1076"/>
        <pc:sldMkLst>
          <pc:docMk/>
          <pc:sldMk cId="3924252455" sldId="277"/>
        </pc:sldMkLst>
        <pc:spChg chg="mod">
          <ac:chgData name="Dieter Hannes" userId="3dd31794-cd3b-43a0-9136-e30659cc6d91" providerId="ADAL" clId="{55D2A5CB-AAD8-1D41-AEF0-617B7F6EA972}" dt="2025-01-24T07:52:44.237" v="1282" actId="1076"/>
          <ac:spMkLst>
            <pc:docMk/>
            <pc:sldMk cId="3924252455" sldId="277"/>
            <ac:spMk id="18" creationId="{1DD71B48-1275-D786-3EF5-D78AA674A4E7}"/>
          </ac:spMkLst>
        </pc:spChg>
        <pc:spChg chg="mod">
          <ac:chgData name="Dieter Hannes" userId="3dd31794-cd3b-43a0-9136-e30659cc6d91" providerId="ADAL" clId="{55D2A5CB-AAD8-1D41-AEF0-617B7F6EA972}" dt="2025-01-24T07:52:54.775" v="1285" actId="1076"/>
          <ac:spMkLst>
            <pc:docMk/>
            <pc:sldMk cId="3924252455" sldId="277"/>
            <ac:spMk id="20" creationId="{4B125E80-C4FA-7442-51B4-0D324A188290}"/>
          </ac:spMkLst>
        </pc:spChg>
        <pc:graphicFrameChg chg="modGraphic">
          <ac:chgData name="Dieter Hannes" userId="3dd31794-cd3b-43a0-9136-e30659cc6d91" providerId="ADAL" clId="{55D2A5CB-AAD8-1D41-AEF0-617B7F6EA972}" dt="2025-01-23T20:34:14.655" v="427" actId="20577"/>
          <ac:graphicFrameMkLst>
            <pc:docMk/>
            <pc:sldMk cId="3924252455" sldId="277"/>
            <ac:graphicFrameMk id="16" creationId="{DDD17CE9-9AA3-0533-DEE8-C916DFC23EB4}"/>
          </ac:graphicFrameMkLst>
        </pc:graphicFrameChg>
      </pc:sldChg>
      <pc:sldChg chg="modSp add mod">
        <pc:chgData name="Dieter Hannes" userId="3dd31794-cd3b-43a0-9136-e30659cc6d91" providerId="ADAL" clId="{55D2A5CB-AAD8-1D41-AEF0-617B7F6EA972}" dt="2025-01-24T07:54:24.574" v="1292" actId="20577"/>
        <pc:sldMkLst>
          <pc:docMk/>
          <pc:sldMk cId="237990959" sldId="278"/>
        </pc:sldMkLst>
        <pc:graphicFrameChg chg="mod modGraphic">
          <ac:chgData name="Dieter Hannes" userId="3dd31794-cd3b-43a0-9136-e30659cc6d91" providerId="ADAL" clId="{55D2A5CB-AAD8-1D41-AEF0-617B7F6EA972}" dt="2025-01-24T07:54:24.574" v="1292" actId="20577"/>
          <ac:graphicFrameMkLst>
            <pc:docMk/>
            <pc:sldMk cId="237990959" sldId="278"/>
            <ac:graphicFrameMk id="8" creationId="{6932233A-D13F-8AEA-EFB6-04749D9B7BE2}"/>
          </ac:graphicFrameMkLst>
        </pc:graphicFrameChg>
      </pc:sldChg>
      <pc:sldChg chg="modSp add mod">
        <pc:chgData name="Dieter Hannes" userId="3dd31794-cd3b-43a0-9136-e30659cc6d91" providerId="ADAL" clId="{55D2A5CB-AAD8-1D41-AEF0-617B7F6EA972}" dt="2025-01-24T08:59:43.704" v="1427" actId="20577"/>
        <pc:sldMkLst>
          <pc:docMk/>
          <pc:sldMk cId="2362920565" sldId="279"/>
        </pc:sldMkLst>
        <pc:spChg chg="mod">
          <ac:chgData name="Dieter Hannes" userId="3dd31794-cd3b-43a0-9136-e30659cc6d91" providerId="ADAL" clId="{55D2A5CB-AAD8-1D41-AEF0-617B7F6EA972}" dt="2025-01-24T08:58:12.780" v="1426"/>
          <ac:spMkLst>
            <pc:docMk/>
            <pc:sldMk cId="2362920565" sldId="279"/>
            <ac:spMk id="2" creationId="{B50C38BA-C208-E1CA-05AA-EC963F7B7F66}"/>
          </ac:spMkLst>
        </pc:spChg>
        <pc:spChg chg="mod">
          <ac:chgData name="Dieter Hannes" userId="3dd31794-cd3b-43a0-9136-e30659cc6d91" providerId="ADAL" clId="{55D2A5CB-AAD8-1D41-AEF0-617B7F6EA972}" dt="2025-01-24T08:59:43.704" v="1427" actId="20577"/>
          <ac:spMkLst>
            <pc:docMk/>
            <pc:sldMk cId="2362920565" sldId="279"/>
            <ac:spMk id="4" creationId="{EA01BE49-CC66-A84F-D3A2-68389F8C73A2}"/>
          </ac:spMkLst>
        </pc:spChg>
      </pc:sldChg>
      <pc:sldChg chg="addSp modSp add mod">
        <pc:chgData name="Dieter Hannes" userId="3dd31794-cd3b-43a0-9136-e30659cc6d91" providerId="ADAL" clId="{55D2A5CB-AAD8-1D41-AEF0-617B7F6EA972}" dt="2025-01-23T21:05:03.033" v="1211" actId="14100"/>
        <pc:sldMkLst>
          <pc:docMk/>
          <pc:sldMk cId="4031853673" sldId="280"/>
        </pc:sldMkLst>
        <pc:spChg chg="add mod">
          <ac:chgData name="Dieter Hannes" userId="3dd31794-cd3b-43a0-9136-e30659cc6d91" providerId="ADAL" clId="{55D2A5CB-AAD8-1D41-AEF0-617B7F6EA972}" dt="2025-01-23T21:05:03.033" v="1211" actId="14100"/>
          <ac:spMkLst>
            <pc:docMk/>
            <pc:sldMk cId="4031853673" sldId="280"/>
            <ac:spMk id="4" creationId="{8CE4A606-D6EC-5BF7-08FC-A512991B56D7}"/>
          </ac:spMkLst>
        </pc:spChg>
      </pc:sldChg>
      <pc:sldChg chg="modSp mod">
        <pc:chgData name="Dieter Hannes" userId="3dd31794-cd3b-43a0-9136-e30659cc6d91" providerId="ADAL" clId="{55D2A5CB-AAD8-1D41-AEF0-617B7F6EA972}" dt="2025-01-24T08:57:38.431" v="1424" actId="20577"/>
        <pc:sldMkLst>
          <pc:docMk/>
          <pc:sldMk cId="3643132163" sldId="281"/>
        </pc:sldMkLst>
        <pc:spChg chg="mod">
          <ac:chgData name="Dieter Hannes" userId="3dd31794-cd3b-43a0-9136-e30659cc6d91" providerId="ADAL" clId="{55D2A5CB-AAD8-1D41-AEF0-617B7F6EA972}" dt="2025-01-24T08:57:38.431" v="1424" actId="20577"/>
          <ac:spMkLst>
            <pc:docMk/>
            <pc:sldMk cId="3643132163" sldId="281"/>
            <ac:spMk id="2" creationId="{185C27E9-AB73-6737-DD75-8A7E2C45C125}"/>
          </ac:spMkLst>
        </pc:spChg>
        <pc:spChg chg="mod">
          <ac:chgData name="Dieter Hannes" userId="3dd31794-cd3b-43a0-9136-e30659cc6d91" providerId="ADAL" clId="{55D2A5CB-AAD8-1D41-AEF0-617B7F6EA972}" dt="2025-01-24T08:56:19.851" v="1404" actId="20577"/>
          <ac:spMkLst>
            <pc:docMk/>
            <pc:sldMk cId="3643132163" sldId="281"/>
            <ac:spMk id="4" creationId="{54A5D59F-323F-C2F1-F420-AB1975D122F5}"/>
          </ac:spMkLst>
        </pc:spChg>
      </pc:sldChg>
    </pc:docChg>
  </pc:docChgLst>
  <pc:docChgLst>
    <pc:chgData name="Marz Steffen" userId="82bc8d54-e274-4a74-a55f-4ca65ccebc5f" providerId="ADAL" clId="{DBC8D306-F13A-462F-9EE6-11D3C5CA0EF3}"/>
    <pc:docChg chg="undo custSel addSld modSld sldOrd">
      <pc:chgData name="Marz Steffen" userId="82bc8d54-e274-4a74-a55f-4ca65ccebc5f" providerId="ADAL" clId="{DBC8D306-F13A-462F-9EE6-11D3C5CA0EF3}" dt="2025-01-24T09:49:27.524" v="1089" actId="20577"/>
      <pc:docMkLst>
        <pc:docMk/>
      </pc:docMkLst>
      <pc:sldChg chg="modSp mod">
        <pc:chgData name="Marz Steffen" userId="82bc8d54-e274-4a74-a55f-4ca65ccebc5f" providerId="ADAL" clId="{DBC8D306-F13A-462F-9EE6-11D3C5CA0EF3}" dt="2025-01-23T14:25:25.457" v="430" actId="20577"/>
        <pc:sldMkLst>
          <pc:docMk/>
          <pc:sldMk cId="3537182496" sldId="256"/>
        </pc:sldMkLst>
        <pc:spChg chg="mod">
          <ac:chgData name="Marz Steffen" userId="82bc8d54-e274-4a74-a55f-4ca65ccebc5f" providerId="ADAL" clId="{DBC8D306-F13A-462F-9EE6-11D3C5CA0EF3}" dt="2025-01-23T14:25:25.457" v="430" actId="20577"/>
          <ac:spMkLst>
            <pc:docMk/>
            <pc:sldMk cId="3537182496" sldId="256"/>
            <ac:spMk id="2" creationId="{00000000-0000-0000-0000-000000000000}"/>
          </ac:spMkLst>
        </pc:spChg>
        <pc:spChg chg="mod">
          <ac:chgData name="Marz Steffen" userId="82bc8d54-e274-4a74-a55f-4ca65ccebc5f" providerId="ADAL" clId="{DBC8D306-F13A-462F-9EE6-11D3C5CA0EF3}" dt="2025-01-23T14:16:07.548" v="91" actId="1076"/>
          <ac:spMkLst>
            <pc:docMk/>
            <pc:sldMk cId="3537182496" sldId="256"/>
            <ac:spMk id="3" creationId="{00000000-0000-0000-0000-000000000000}"/>
          </ac:spMkLst>
        </pc:spChg>
      </pc:sldChg>
      <pc:sldChg chg="addSp delSp modSp new mod">
        <pc:chgData name="Marz Steffen" userId="82bc8d54-e274-4a74-a55f-4ca65ccebc5f" providerId="ADAL" clId="{DBC8D306-F13A-462F-9EE6-11D3C5CA0EF3}" dt="2025-01-24T08:51:48.451" v="794" actId="14100"/>
        <pc:sldMkLst>
          <pc:docMk/>
          <pc:sldMk cId="4031421548" sldId="257"/>
        </pc:sldMkLst>
        <pc:spChg chg="mod">
          <ac:chgData name="Marz Steffen" userId="82bc8d54-e274-4a74-a55f-4ca65ccebc5f" providerId="ADAL" clId="{DBC8D306-F13A-462F-9EE6-11D3C5CA0EF3}" dt="2025-01-24T08:51:33.569" v="790" actId="1076"/>
          <ac:spMkLst>
            <pc:docMk/>
            <pc:sldMk cId="4031421548" sldId="257"/>
            <ac:spMk id="2" creationId="{FD62CBF1-F95D-1660-F3AC-80F77745761A}"/>
          </ac:spMkLst>
        </pc:spChg>
        <pc:spChg chg="del">
          <ac:chgData name="Marz Steffen" userId="82bc8d54-e274-4a74-a55f-4ca65ccebc5f" providerId="ADAL" clId="{DBC8D306-F13A-462F-9EE6-11D3C5CA0EF3}" dt="2025-01-23T14:16:58.671" v="156"/>
          <ac:spMkLst>
            <pc:docMk/>
            <pc:sldMk cId="4031421548" sldId="257"/>
            <ac:spMk id="3" creationId="{7C45401B-0022-E796-93FF-0CD9A0850C6D}"/>
          </ac:spMkLst>
        </pc:spChg>
        <pc:spChg chg="del">
          <ac:chgData name="Marz Steffen" userId="82bc8d54-e274-4a74-a55f-4ca65ccebc5f" providerId="ADAL" clId="{DBC8D306-F13A-462F-9EE6-11D3C5CA0EF3}" dt="2025-01-24T08:51:09.180" v="788" actId="478"/>
          <ac:spMkLst>
            <pc:docMk/>
            <pc:sldMk cId="4031421548" sldId="257"/>
            <ac:spMk id="4" creationId="{AA2158EA-B97E-E9DB-C63D-77272A00D421}"/>
          </ac:spMkLst>
        </pc:spChg>
        <pc:spChg chg="del">
          <ac:chgData name="Marz Steffen" userId="82bc8d54-e274-4a74-a55f-4ca65ccebc5f" providerId="ADAL" clId="{DBC8D306-F13A-462F-9EE6-11D3C5CA0EF3}" dt="2025-01-24T08:51:03.486" v="787" actId="478"/>
          <ac:spMkLst>
            <pc:docMk/>
            <pc:sldMk cId="4031421548" sldId="257"/>
            <ac:spMk id="5" creationId="{5FE9B82F-48BE-7AB0-9DA1-A7FEA78FD96E}"/>
          </ac:spMkLst>
        </pc:spChg>
        <pc:spChg chg="del">
          <ac:chgData name="Marz Steffen" userId="82bc8d54-e274-4a74-a55f-4ca65ccebc5f" providerId="ADAL" clId="{DBC8D306-F13A-462F-9EE6-11D3C5CA0EF3}" dt="2025-01-24T08:51:43.187" v="793" actId="478"/>
          <ac:spMkLst>
            <pc:docMk/>
            <pc:sldMk cId="4031421548" sldId="257"/>
            <ac:spMk id="6" creationId="{8E3AB83E-7F5E-DA45-9D7A-AC0B5CEFCA89}"/>
          </ac:spMkLst>
        </pc:spChg>
        <pc:graphicFrameChg chg="add mod modGraphic">
          <ac:chgData name="Marz Steffen" userId="82bc8d54-e274-4a74-a55f-4ca65ccebc5f" providerId="ADAL" clId="{DBC8D306-F13A-462F-9EE6-11D3C5CA0EF3}" dt="2025-01-24T08:51:48.451" v="794" actId="14100"/>
          <ac:graphicFrameMkLst>
            <pc:docMk/>
            <pc:sldMk cId="4031421548" sldId="257"/>
            <ac:graphicFrameMk id="7" creationId="{74109589-1D00-EEAD-9047-79859167B25F}"/>
          </ac:graphicFrameMkLst>
        </pc:graphicFrameChg>
      </pc:sldChg>
      <pc:sldChg chg="addSp delSp modSp new mod">
        <pc:chgData name="Marz Steffen" userId="82bc8d54-e274-4a74-a55f-4ca65ccebc5f" providerId="ADAL" clId="{DBC8D306-F13A-462F-9EE6-11D3C5CA0EF3}" dt="2025-01-24T09:49:27.524" v="1089" actId="20577"/>
        <pc:sldMkLst>
          <pc:docMk/>
          <pc:sldMk cId="3713889686" sldId="258"/>
        </pc:sldMkLst>
        <pc:spChg chg="mod">
          <ac:chgData name="Marz Steffen" userId="82bc8d54-e274-4a74-a55f-4ca65ccebc5f" providerId="ADAL" clId="{DBC8D306-F13A-462F-9EE6-11D3C5CA0EF3}" dt="2025-01-23T14:19:59.788" v="207" actId="1076"/>
          <ac:spMkLst>
            <pc:docMk/>
            <pc:sldMk cId="3713889686" sldId="258"/>
            <ac:spMk id="2" creationId="{2BB2AE19-0777-364F-1A31-53E55EE7874A}"/>
          </ac:spMkLst>
        </pc:spChg>
        <pc:spChg chg="del">
          <ac:chgData name="Marz Steffen" userId="82bc8d54-e274-4a74-a55f-4ca65ccebc5f" providerId="ADAL" clId="{DBC8D306-F13A-462F-9EE6-11D3C5CA0EF3}" dt="2025-01-23T14:18:33.350" v="204"/>
          <ac:spMkLst>
            <pc:docMk/>
            <pc:sldMk cId="3713889686" sldId="258"/>
            <ac:spMk id="3" creationId="{AC116AA4-CA68-C4E5-5E50-4A117B9C26C4}"/>
          </ac:spMkLst>
        </pc:spChg>
        <pc:spChg chg="del">
          <ac:chgData name="Marz Steffen" userId="82bc8d54-e274-4a74-a55f-4ca65ccebc5f" providerId="ADAL" clId="{DBC8D306-F13A-462F-9EE6-11D3C5CA0EF3}" dt="2025-01-24T09:49:11.128" v="1086" actId="478"/>
          <ac:spMkLst>
            <pc:docMk/>
            <pc:sldMk cId="3713889686" sldId="258"/>
            <ac:spMk id="4" creationId="{717E6028-C2A5-D724-D11D-04789E6C755B}"/>
          </ac:spMkLst>
        </pc:spChg>
        <pc:spChg chg="del">
          <ac:chgData name="Marz Steffen" userId="82bc8d54-e274-4a74-a55f-4ca65ccebc5f" providerId="ADAL" clId="{DBC8D306-F13A-462F-9EE6-11D3C5CA0EF3}" dt="2025-01-24T09:49:08.806" v="1085" actId="478"/>
          <ac:spMkLst>
            <pc:docMk/>
            <pc:sldMk cId="3713889686" sldId="258"/>
            <ac:spMk id="5" creationId="{A1AF1ED9-69DD-38F2-4662-B65EE167FE39}"/>
          </ac:spMkLst>
        </pc:spChg>
        <pc:spChg chg="del">
          <ac:chgData name="Marz Steffen" userId="82bc8d54-e274-4a74-a55f-4ca65ccebc5f" providerId="ADAL" clId="{DBC8D306-F13A-462F-9EE6-11D3C5CA0EF3}" dt="2025-01-24T09:49:12.765" v="1087" actId="478"/>
          <ac:spMkLst>
            <pc:docMk/>
            <pc:sldMk cId="3713889686" sldId="258"/>
            <ac:spMk id="6" creationId="{7D61758A-B0AE-200F-6D80-7E687A1F7211}"/>
          </ac:spMkLst>
        </pc:spChg>
        <pc:graphicFrameChg chg="add mod modGraphic">
          <ac:chgData name="Marz Steffen" userId="82bc8d54-e274-4a74-a55f-4ca65ccebc5f" providerId="ADAL" clId="{DBC8D306-F13A-462F-9EE6-11D3C5CA0EF3}" dt="2025-01-24T09:49:27.524" v="1089" actId="20577"/>
          <ac:graphicFrameMkLst>
            <pc:docMk/>
            <pc:sldMk cId="3713889686" sldId="258"/>
            <ac:graphicFrameMk id="7" creationId="{3B215087-8A02-734E-27F1-9C4C53F0C018}"/>
          </ac:graphicFrameMkLst>
        </pc:graphicFrameChg>
        <pc:graphicFrameChg chg="del">
          <ac:chgData name="Marz Steffen" userId="82bc8d54-e274-4a74-a55f-4ca65ccebc5f" providerId="ADAL" clId="{DBC8D306-F13A-462F-9EE6-11D3C5CA0EF3}" dt="2025-01-23T14:20:22.440" v="213" actId="478"/>
          <ac:graphicFrameMkLst>
            <pc:docMk/>
            <pc:sldMk cId="3713889686" sldId="258"/>
            <ac:graphicFrameMk id="8" creationId="{E92E0DF9-48C8-2F13-20F0-EAB44C993743}"/>
          </ac:graphicFrameMkLst>
        </pc:graphicFrameChg>
      </pc:sldChg>
      <pc:sldChg chg="addSp delSp modSp new mod">
        <pc:chgData name="Marz Steffen" userId="82bc8d54-e274-4a74-a55f-4ca65ccebc5f" providerId="ADAL" clId="{DBC8D306-F13A-462F-9EE6-11D3C5CA0EF3}" dt="2025-01-23T14:24:29.867" v="378" actId="1076"/>
        <pc:sldMkLst>
          <pc:docMk/>
          <pc:sldMk cId="1006823966" sldId="259"/>
        </pc:sldMkLst>
        <pc:spChg chg="mod">
          <ac:chgData name="Marz Steffen" userId="82bc8d54-e274-4a74-a55f-4ca65ccebc5f" providerId="ADAL" clId="{DBC8D306-F13A-462F-9EE6-11D3C5CA0EF3}" dt="2025-01-23T14:24:27.843" v="377" actId="1076"/>
          <ac:spMkLst>
            <pc:docMk/>
            <pc:sldMk cId="1006823966" sldId="259"/>
            <ac:spMk id="2" creationId="{D983C203-7822-5260-8367-05B6021C5129}"/>
          </ac:spMkLst>
        </pc:spChg>
        <pc:spChg chg="del">
          <ac:chgData name="Marz Steffen" userId="82bc8d54-e274-4a74-a55f-4ca65ccebc5f" providerId="ADAL" clId="{DBC8D306-F13A-462F-9EE6-11D3C5CA0EF3}" dt="2025-01-23T14:20:43.614" v="264"/>
          <ac:spMkLst>
            <pc:docMk/>
            <pc:sldMk cId="1006823966" sldId="259"/>
            <ac:spMk id="3" creationId="{3468032E-6CCC-154F-08F9-6EF5C1A8C520}"/>
          </ac:spMkLst>
        </pc:spChg>
        <pc:spChg chg="del">
          <ac:chgData name="Marz Steffen" userId="82bc8d54-e274-4a74-a55f-4ca65ccebc5f" providerId="ADAL" clId="{DBC8D306-F13A-462F-9EE6-11D3C5CA0EF3}" dt="2025-01-23T14:21:02.137" v="273" actId="478"/>
          <ac:spMkLst>
            <pc:docMk/>
            <pc:sldMk cId="1006823966" sldId="259"/>
            <ac:spMk id="4" creationId="{13070D7F-1215-628E-869D-4F8D8C752ED7}"/>
          </ac:spMkLst>
        </pc:spChg>
        <pc:spChg chg="del">
          <ac:chgData name="Marz Steffen" userId="82bc8d54-e274-4a74-a55f-4ca65ccebc5f" providerId="ADAL" clId="{DBC8D306-F13A-462F-9EE6-11D3C5CA0EF3}" dt="2025-01-23T14:21:08.894" v="276" actId="478"/>
          <ac:spMkLst>
            <pc:docMk/>
            <pc:sldMk cId="1006823966" sldId="259"/>
            <ac:spMk id="5" creationId="{D7BF6465-BFC1-ED16-E836-54B1175B5A3B}"/>
          </ac:spMkLst>
        </pc:spChg>
        <pc:spChg chg="add del mod">
          <ac:chgData name="Marz Steffen" userId="82bc8d54-e274-4a74-a55f-4ca65ccebc5f" providerId="ADAL" clId="{DBC8D306-F13A-462F-9EE6-11D3C5CA0EF3}" dt="2025-01-23T14:21:03.947" v="275" actId="478"/>
          <ac:spMkLst>
            <pc:docMk/>
            <pc:sldMk cId="1006823966" sldId="259"/>
            <ac:spMk id="9" creationId="{0AFC7580-121C-7424-1F39-2BD59D3FF87A}"/>
          </ac:spMkLst>
        </pc:spChg>
        <pc:graphicFrameChg chg="add del mod modGraphic">
          <ac:chgData name="Marz Steffen" userId="82bc8d54-e274-4a74-a55f-4ca65ccebc5f" providerId="ADAL" clId="{DBC8D306-F13A-462F-9EE6-11D3C5CA0EF3}" dt="2025-01-23T14:24:29.867" v="378" actId="1076"/>
          <ac:graphicFrameMkLst>
            <pc:docMk/>
            <pc:sldMk cId="1006823966" sldId="259"/>
            <ac:graphicFrameMk id="7" creationId="{F3B272EC-0242-4C93-1E74-D4F2F19356F3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3T14:23:14.163" v="324" actId="1076"/>
        <pc:sldMkLst>
          <pc:docMk/>
          <pc:sldMk cId="3241370431" sldId="260"/>
        </pc:sldMkLst>
        <pc:spChg chg="mod">
          <ac:chgData name="Marz Steffen" userId="82bc8d54-e274-4a74-a55f-4ca65ccebc5f" providerId="ADAL" clId="{DBC8D306-F13A-462F-9EE6-11D3C5CA0EF3}" dt="2025-01-23T14:21:50.151" v="305" actId="20577"/>
          <ac:spMkLst>
            <pc:docMk/>
            <pc:sldMk cId="3241370431" sldId="260"/>
            <ac:spMk id="2" creationId="{4373665D-FDBF-23D5-8D14-402719510C47}"/>
          </ac:spMkLst>
        </pc:spChg>
        <pc:spChg chg="add del mod">
          <ac:chgData name="Marz Steffen" userId="82bc8d54-e274-4a74-a55f-4ca65ccebc5f" providerId="ADAL" clId="{DBC8D306-F13A-462F-9EE6-11D3C5CA0EF3}" dt="2025-01-23T14:22:19.755" v="316"/>
          <ac:spMkLst>
            <pc:docMk/>
            <pc:sldMk cId="3241370431" sldId="260"/>
            <ac:spMk id="4" creationId="{33A3F21D-A7CA-848F-9A1C-4FE59450A931}"/>
          </ac:spMkLst>
        </pc:spChg>
        <pc:spChg chg="add del mod">
          <ac:chgData name="Marz Steffen" userId="82bc8d54-e274-4a74-a55f-4ca65ccebc5f" providerId="ADAL" clId="{DBC8D306-F13A-462F-9EE6-11D3C5CA0EF3}" dt="2025-01-23T14:23:09.207" v="321" actId="22"/>
          <ac:spMkLst>
            <pc:docMk/>
            <pc:sldMk cId="3241370431" sldId="260"/>
            <ac:spMk id="12" creationId="{2F6B3F8D-2CD2-7135-2448-586C9E403414}"/>
          </ac:spMkLst>
        </pc:spChg>
        <pc:graphicFrameChg chg="add mod">
          <ac:chgData name="Marz Steffen" userId="82bc8d54-e274-4a74-a55f-4ca65ccebc5f" providerId="ADAL" clId="{DBC8D306-F13A-462F-9EE6-11D3C5CA0EF3}" dt="2025-01-23T14:21:58.415" v="309"/>
          <ac:graphicFrameMkLst>
            <pc:docMk/>
            <pc:sldMk cId="3241370431" sldId="260"/>
            <ac:graphicFrameMk id="5" creationId="{6156FE79-86B7-88CB-E041-4497DBA3002B}"/>
          </ac:graphicFrameMkLst>
        </pc:graphicFrameChg>
        <pc:graphicFrameChg chg="del modGraphic">
          <ac:chgData name="Marz Steffen" userId="82bc8d54-e274-4a74-a55f-4ca65ccebc5f" providerId="ADAL" clId="{DBC8D306-F13A-462F-9EE6-11D3C5CA0EF3}" dt="2025-01-23T14:21:55.165" v="307" actId="478"/>
          <ac:graphicFrameMkLst>
            <pc:docMk/>
            <pc:sldMk cId="3241370431" sldId="260"/>
            <ac:graphicFrameMk id="7" creationId="{D0A93500-D0E4-CB05-FA80-957B49FF2B85}"/>
          </ac:graphicFrameMkLst>
        </pc:graphicFrameChg>
        <pc:graphicFrameChg chg="add mod">
          <ac:chgData name="Marz Steffen" userId="82bc8d54-e274-4a74-a55f-4ca65ccebc5f" providerId="ADAL" clId="{DBC8D306-F13A-462F-9EE6-11D3C5CA0EF3}" dt="2025-01-23T14:22:01.130" v="311"/>
          <ac:graphicFrameMkLst>
            <pc:docMk/>
            <pc:sldMk cId="3241370431" sldId="260"/>
            <ac:graphicFrameMk id="8" creationId="{0FA7E699-24A1-1E46-6B50-D261ADB01E0C}"/>
          </ac:graphicFrameMkLst>
        </pc:graphicFrameChg>
        <pc:graphicFrameChg chg="add mod">
          <ac:chgData name="Marz Steffen" userId="82bc8d54-e274-4a74-a55f-4ca65ccebc5f" providerId="ADAL" clId="{DBC8D306-F13A-462F-9EE6-11D3C5CA0EF3}" dt="2025-01-23T14:22:19.480" v="315"/>
          <ac:graphicFrameMkLst>
            <pc:docMk/>
            <pc:sldMk cId="3241370431" sldId="260"/>
            <ac:graphicFrameMk id="9" creationId="{77FE3D47-36A8-EF43-A88C-E44836C86275}"/>
          </ac:graphicFrameMkLst>
        </pc:graphicFrameChg>
        <pc:graphicFrameChg chg="add del mod modGraphic">
          <ac:chgData name="Marz Steffen" userId="82bc8d54-e274-4a74-a55f-4ca65ccebc5f" providerId="ADAL" clId="{DBC8D306-F13A-462F-9EE6-11D3C5CA0EF3}" dt="2025-01-23T14:22:47.026" v="320" actId="478"/>
          <ac:graphicFrameMkLst>
            <pc:docMk/>
            <pc:sldMk cId="3241370431" sldId="260"/>
            <ac:graphicFrameMk id="10" creationId="{C9A13000-9623-B95A-BBB4-71C4FD5D4C48}"/>
          </ac:graphicFrameMkLst>
        </pc:graphicFrameChg>
        <pc:picChg chg="add mod ord">
          <ac:chgData name="Marz Steffen" userId="82bc8d54-e274-4a74-a55f-4ca65ccebc5f" providerId="ADAL" clId="{DBC8D306-F13A-462F-9EE6-11D3C5CA0EF3}" dt="2025-01-23T14:23:14.163" v="324" actId="1076"/>
          <ac:picMkLst>
            <pc:docMk/>
            <pc:sldMk cId="3241370431" sldId="260"/>
            <ac:picMk id="14" creationId="{97B8F721-5E0E-4DCE-2046-E3D6196ACA9F}"/>
          </ac:picMkLst>
        </pc:picChg>
      </pc:sldChg>
      <pc:sldChg chg="addSp delSp modSp add mod ord">
        <pc:chgData name="Marz Steffen" userId="82bc8d54-e274-4a74-a55f-4ca65ccebc5f" providerId="ADAL" clId="{DBC8D306-F13A-462F-9EE6-11D3C5CA0EF3}" dt="2025-01-23T14:23:57.288" v="367" actId="14734"/>
        <pc:sldMkLst>
          <pc:docMk/>
          <pc:sldMk cId="839602353" sldId="261"/>
        </pc:sldMkLst>
        <pc:spChg chg="mod">
          <ac:chgData name="Marz Steffen" userId="82bc8d54-e274-4a74-a55f-4ca65ccebc5f" providerId="ADAL" clId="{DBC8D306-F13A-462F-9EE6-11D3C5CA0EF3}" dt="2025-01-23T14:23:34.154" v="350" actId="20577"/>
          <ac:spMkLst>
            <pc:docMk/>
            <pc:sldMk cId="839602353" sldId="261"/>
            <ac:spMk id="2" creationId="{90ED1A52-0271-D591-A81D-E60E452C4F59}"/>
          </ac:spMkLst>
        </pc:spChg>
        <pc:spChg chg="add del mod">
          <ac:chgData name="Marz Steffen" userId="82bc8d54-e274-4a74-a55f-4ca65ccebc5f" providerId="ADAL" clId="{DBC8D306-F13A-462F-9EE6-11D3C5CA0EF3}" dt="2025-01-23T14:23:41.698" v="354"/>
          <ac:spMkLst>
            <pc:docMk/>
            <pc:sldMk cId="839602353" sldId="261"/>
            <ac:spMk id="4" creationId="{7AAF16ED-5C61-9302-297C-C07531D56FD3}"/>
          </ac:spMkLst>
        </pc:spChg>
        <pc:graphicFrameChg chg="add mod modGraphic">
          <ac:chgData name="Marz Steffen" userId="82bc8d54-e274-4a74-a55f-4ca65ccebc5f" providerId="ADAL" clId="{DBC8D306-F13A-462F-9EE6-11D3C5CA0EF3}" dt="2025-01-23T14:23:57.288" v="367" actId="14734"/>
          <ac:graphicFrameMkLst>
            <pc:docMk/>
            <pc:sldMk cId="839602353" sldId="261"/>
            <ac:graphicFrameMk id="5" creationId="{6E0CD27C-7366-0EAE-9016-6CC23ECC397A}"/>
          </ac:graphicFrameMkLst>
        </pc:graphicFrameChg>
        <pc:graphicFrameChg chg="del modGraphic">
          <ac:chgData name="Marz Steffen" userId="82bc8d54-e274-4a74-a55f-4ca65ccebc5f" providerId="ADAL" clId="{DBC8D306-F13A-462F-9EE6-11D3C5CA0EF3}" dt="2025-01-23T14:23:38.068" v="353" actId="478"/>
          <ac:graphicFrameMkLst>
            <pc:docMk/>
            <pc:sldMk cId="839602353" sldId="261"/>
            <ac:graphicFrameMk id="7" creationId="{16652C5E-6AAB-30AF-C673-60D993E75E44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3T14:25:09.857" v="411" actId="1076"/>
        <pc:sldMkLst>
          <pc:docMk/>
          <pc:sldMk cId="2717386877" sldId="262"/>
        </pc:sldMkLst>
        <pc:spChg chg="mod">
          <ac:chgData name="Marz Steffen" userId="82bc8d54-e274-4a74-a55f-4ca65ccebc5f" providerId="ADAL" clId="{DBC8D306-F13A-462F-9EE6-11D3C5CA0EF3}" dt="2025-01-23T14:24:43.086" v="391" actId="20577"/>
          <ac:spMkLst>
            <pc:docMk/>
            <pc:sldMk cId="2717386877" sldId="262"/>
            <ac:spMk id="2" creationId="{6A9E36D6-E427-A08C-17F0-08A2568CBA56}"/>
          </ac:spMkLst>
        </pc:spChg>
        <pc:spChg chg="add del mod">
          <ac:chgData name="Marz Steffen" userId="82bc8d54-e274-4a74-a55f-4ca65ccebc5f" providerId="ADAL" clId="{DBC8D306-F13A-462F-9EE6-11D3C5CA0EF3}" dt="2025-01-23T14:24:48.019" v="393"/>
          <ac:spMkLst>
            <pc:docMk/>
            <pc:sldMk cId="2717386877" sldId="262"/>
            <ac:spMk id="4" creationId="{792EA27F-AC21-B885-A312-297BCCDF7E65}"/>
          </ac:spMkLst>
        </pc:spChg>
        <pc:graphicFrameChg chg="del">
          <ac:chgData name="Marz Steffen" userId="82bc8d54-e274-4a74-a55f-4ca65ccebc5f" providerId="ADAL" clId="{DBC8D306-F13A-462F-9EE6-11D3C5CA0EF3}" dt="2025-01-23T14:24:47.445" v="392" actId="478"/>
          <ac:graphicFrameMkLst>
            <pc:docMk/>
            <pc:sldMk cId="2717386877" sldId="262"/>
            <ac:graphicFrameMk id="5" creationId="{FF7E2954-3111-C738-3377-70A07B7D61C8}"/>
          </ac:graphicFrameMkLst>
        </pc:graphicFrameChg>
        <pc:graphicFrameChg chg="add mod modGraphic">
          <ac:chgData name="Marz Steffen" userId="82bc8d54-e274-4a74-a55f-4ca65ccebc5f" providerId="ADAL" clId="{DBC8D306-F13A-462F-9EE6-11D3C5CA0EF3}" dt="2025-01-23T14:25:09.857" v="411" actId="1076"/>
          <ac:graphicFrameMkLst>
            <pc:docMk/>
            <pc:sldMk cId="2717386877" sldId="262"/>
            <ac:graphicFrameMk id="7" creationId="{17B73B2F-CFD0-6C1A-CE85-D6F19DB19B81}"/>
          </ac:graphicFrameMkLst>
        </pc:graphicFrameChg>
      </pc:sldChg>
      <pc:sldChg chg="modSp add mod ord">
        <pc:chgData name="Marz Steffen" userId="82bc8d54-e274-4a74-a55f-4ca65ccebc5f" providerId="ADAL" clId="{DBC8D306-F13A-462F-9EE6-11D3C5CA0EF3}" dt="2025-01-23T14:25:40.389" v="457" actId="20577"/>
        <pc:sldMkLst>
          <pc:docMk/>
          <pc:sldMk cId="2458296467" sldId="263"/>
        </pc:sldMkLst>
        <pc:spChg chg="mod">
          <ac:chgData name="Marz Steffen" userId="82bc8d54-e274-4a74-a55f-4ca65ccebc5f" providerId="ADAL" clId="{DBC8D306-F13A-462F-9EE6-11D3C5CA0EF3}" dt="2025-01-23T14:25:40.389" v="457" actId="20577"/>
          <ac:spMkLst>
            <pc:docMk/>
            <pc:sldMk cId="2458296467" sldId="263"/>
            <ac:spMk id="2" creationId="{506869A6-0707-F54F-67B6-FE87C6C7C705}"/>
          </ac:spMkLst>
        </pc:spChg>
      </pc:sldChg>
      <pc:sldChg chg="addSp delSp modSp add mod ord">
        <pc:chgData name="Marz Steffen" userId="82bc8d54-e274-4a74-a55f-4ca65ccebc5f" providerId="ADAL" clId="{DBC8D306-F13A-462F-9EE6-11D3C5CA0EF3}" dt="2025-01-23T14:26:43.667" v="498" actId="403"/>
        <pc:sldMkLst>
          <pc:docMk/>
          <pc:sldMk cId="2576684566" sldId="264"/>
        </pc:sldMkLst>
        <pc:spChg chg="mod">
          <ac:chgData name="Marz Steffen" userId="82bc8d54-e274-4a74-a55f-4ca65ccebc5f" providerId="ADAL" clId="{DBC8D306-F13A-462F-9EE6-11D3C5CA0EF3}" dt="2025-01-23T14:26:06.970" v="483" actId="1076"/>
          <ac:spMkLst>
            <pc:docMk/>
            <pc:sldMk cId="2576684566" sldId="264"/>
            <ac:spMk id="2" creationId="{39FAE7E9-3B99-71E2-2D47-A29DA1D2C27B}"/>
          </ac:spMkLst>
        </pc:spChg>
        <pc:spChg chg="add del mod">
          <ac:chgData name="Marz Steffen" userId="82bc8d54-e274-4a74-a55f-4ca65ccebc5f" providerId="ADAL" clId="{DBC8D306-F13A-462F-9EE6-11D3C5CA0EF3}" dt="2025-01-23T14:26:11.642" v="486"/>
          <ac:spMkLst>
            <pc:docMk/>
            <pc:sldMk cId="2576684566" sldId="264"/>
            <ac:spMk id="4" creationId="{3500C7AE-B074-39A0-DAEA-FC316814EDEF}"/>
          </ac:spMkLst>
        </pc:spChg>
        <pc:graphicFrameChg chg="add mod modGraphic">
          <ac:chgData name="Marz Steffen" userId="82bc8d54-e274-4a74-a55f-4ca65ccebc5f" providerId="ADAL" clId="{DBC8D306-F13A-462F-9EE6-11D3C5CA0EF3}" dt="2025-01-23T14:26:43.667" v="498" actId="403"/>
          <ac:graphicFrameMkLst>
            <pc:docMk/>
            <pc:sldMk cId="2576684566" sldId="264"/>
            <ac:graphicFrameMk id="5" creationId="{E390FC88-3E4C-CD98-857B-A05860575A13}"/>
          </ac:graphicFrameMkLst>
        </pc:graphicFrameChg>
        <pc:graphicFrameChg chg="del modGraphic">
          <ac:chgData name="Marz Steffen" userId="82bc8d54-e274-4a74-a55f-4ca65ccebc5f" providerId="ADAL" clId="{DBC8D306-F13A-462F-9EE6-11D3C5CA0EF3}" dt="2025-01-23T14:26:10.312" v="485" actId="478"/>
          <ac:graphicFrameMkLst>
            <pc:docMk/>
            <pc:sldMk cId="2576684566" sldId="264"/>
            <ac:graphicFrameMk id="7" creationId="{E45B3103-50CD-E00A-5561-C7A3B73C843F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4T08:20:44.103" v="786" actId="13926"/>
        <pc:sldMkLst>
          <pc:docMk/>
          <pc:sldMk cId="1048591232" sldId="265"/>
        </pc:sldMkLst>
        <pc:spChg chg="mod">
          <ac:chgData name="Marz Steffen" userId="82bc8d54-e274-4a74-a55f-4ca65ccebc5f" providerId="ADAL" clId="{DBC8D306-F13A-462F-9EE6-11D3C5CA0EF3}" dt="2025-01-23T14:28:05.231" v="546" actId="1076"/>
          <ac:spMkLst>
            <pc:docMk/>
            <pc:sldMk cId="1048591232" sldId="265"/>
            <ac:spMk id="2" creationId="{16F33D74-68D7-6F62-FB5D-DBBF3E3E73D4}"/>
          </ac:spMkLst>
        </pc:spChg>
        <pc:spChg chg="add del mod">
          <ac:chgData name="Marz Steffen" userId="82bc8d54-e274-4a74-a55f-4ca65ccebc5f" providerId="ADAL" clId="{DBC8D306-F13A-462F-9EE6-11D3C5CA0EF3}" dt="2025-01-23T14:27:10.336" v="532"/>
          <ac:spMkLst>
            <pc:docMk/>
            <pc:sldMk cId="1048591232" sldId="265"/>
            <ac:spMk id="4" creationId="{BD7C86F5-00AE-D91A-C737-869F09CB05DB}"/>
          </ac:spMkLst>
        </pc:spChg>
        <pc:spChg chg="del mod">
          <ac:chgData name="Marz Steffen" userId="82bc8d54-e274-4a74-a55f-4ca65ccebc5f" providerId="ADAL" clId="{DBC8D306-F13A-462F-9EE6-11D3C5CA0EF3}" dt="2025-01-23T14:27:20.168" v="536" actId="478"/>
          <ac:spMkLst>
            <pc:docMk/>
            <pc:sldMk cId="1048591232" sldId="265"/>
            <ac:spMk id="6" creationId="{40F41CB9-0FBE-BCDA-EC59-93DD23E3FF91}"/>
          </ac:spMkLst>
        </pc:spChg>
        <pc:graphicFrameChg chg="del modGraphic">
          <ac:chgData name="Marz Steffen" userId="82bc8d54-e274-4a74-a55f-4ca65ccebc5f" providerId="ADAL" clId="{DBC8D306-F13A-462F-9EE6-11D3C5CA0EF3}" dt="2025-01-23T14:27:05.770" v="525" actId="478"/>
          <ac:graphicFrameMkLst>
            <pc:docMk/>
            <pc:sldMk cId="1048591232" sldId="265"/>
            <ac:graphicFrameMk id="5" creationId="{DC67DEB4-EE28-4966-4848-9CE791E2E409}"/>
          </ac:graphicFrameMkLst>
        </pc:graphicFrameChg>
        <pc:graphicFrameChg chg="add mod modGraphic">
          <ac:chgData name="Marz Steffen" userId="82bc8d54-e274-4a74-a55f-4ca65ccebc5f" providerId="ADAL" clId="{DBC8D306-F13A-462F-9EE6-11D3C5CA0EF3}" dt="2025-01-24T08:20:44.103" v="786" actId="13926"/>
          <ac:graphicFrameMkLst>
            <pc:docMk/>
            <pc:sldMk cId="1048591232" sldId="265"/>
            <ac:graphicFrameMk id="7" creationId="{F1D6F738-F121-D6AC-897D-8755273D49E4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3T14:29:17.799" v="598" actId="403"/>
        <pc:sldMkLst>
          <pc:docMk/>
          <pc:sldMk cId="2236413482" sldId="266"/>
        </pc:sldMkLst>
        <pc:spChg chg="mod">
          <ac:chgData name="Marz Steffen" userId="82bc8d54-e274-4a74-a55f-4ca65ccebc5f" providerId="ADAL" clId="{DBC8D306-F13A-462F-9EE6-11D3C5CA0EF3}" dt="2025-01-23T14:28:39.324" v="587" actId="20577"/>
          <ac:spMkLst>
            <pc:docMk/>
            <pc:sldMk cId="2236413482" sldId="266"/>
            <ac:spMk id="2" creationId="{F3C0816B-5928-DF07-0767-AFDE429CF259}"/>
          </ac:spMkLst>
        </pc:spChg>
        <pc:spChg chg="del">
          <ac:chgData name="Marz Steffen" userId="82bc8d54-e274-4a74-a55f-4ca65ccebc5f" providerId="ADAL" clId="{DBC8D306-F13A-462F-9EE6-11D3C5CA0EF3}" dt="2025-01-23T14:29:05.389" v="588"/>
          <ac:spMkLst>
            <pc:docMk/>
            <pc:sldMk cId="2236413482" sldId="266"/>
            <ac:spMk id="4" creationId="{D8CEA506-C9BA-4166-B6C4-32F0EB833FCB}"/>
          </ac:spMkLst>
        </pc:spChg>
        <pc:spChg chg="del">
          <ac:chgData name="Marz Steffen" userId="82bc8d54-e274-4a74-a55f-4ca65ccebc5f" providerId="ADAL" clId="{DBC8D306-F13A-462F-9EE6-11D3C5CA0EF3}" dt="2025-01-23T14:29:11.400" v="591" actId="478"/>
          <ac:spMkLst>
            <pc:docMk/>
            <pc:sldMk cId="2236413482" sldId="266"/>
            <ac:spMk id="6" creationId="{8E7C7A40-F529-9FCD-3DA2-2E116E335874}"/>
          </ac:spMkLst>
        </pc:spChg>
        <pc:graphicFrameChg chg="add mod modGraphic">
          <ac:chgData name="Marz Steffen" userId="82bc8d54-e274-4a74-a55f-4ca65ccebc5f" providerId="ADAL" clId="{DBC8D306-F13A-462F-9EE6-11D3C5CA0EF3}" dt="2025-01-23T14:29:17.799" v="598" actId="403"/>
          <ac:graphicFrameMkLst>
            <pc:docMk/>
            <pc:sldMk cId="2236413482" sldId="266"/>
            <ac:graphicFrameMk id="3" creationId="{AD4915A8-51A1-BE1C-09C3-C224AFF64E4F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3T14:31:47.818" v="658" actId="20577"/>
        <pc:sldMkLst>
          <pc:docMk/>
          <pc:sldMk cId="649557034" sldId="267"/>
        </pc:sldMkLst>
        <pc:spChg chg="mod">
          <ac:chgData name="Marz Steffen" userId="82bc8d54-e274-4a74-a55f-4ca65ccebc5f" providerId="ADAL" clId="{DBC8D306-F13A-462F-9EE6-11D3C5CA0EF3}" dt="2025-01-23T14:31:47.818" v="658" actId="20577"/>
          <ac:spMkLst>
            <pc:docMk/>
            <pc:sldMk cId="649557034" sldId="267"/>
            <ac:spMk id="2" creationId="{31C37DC0-1B49-E306-13C9-893EFDB6FB8A}"/>
          </ac:spMkLst>
        </pc:spChg>
        <pc:spChg chg="del">
          <ac:chgData name="Marz Steffen" userId="82bc8d54-e274-4a74-a55f-4ca65ccebc5f" providerId="ADAL" clId="{DBC8D306-F13A-462F-9EE6-11D3C5CA0EF3}" dt="2025-01-23T14:30:01.927" v="625"/>
          <ac:spMkLst>
            <pc:docMk/>
            <pc:sldMk cId="649557034" sldId="267"/>
            <ac:spMk id="4" creationId="{3F377FF8-3FAF-684C-C40D-9CE286465227}"/>
          </ac:spMkLst>
        </pc:spChg>
        <pc:spChg chg="del mod">
          <ac:chgData name="Marz Steffen" userId="82bc8d54-e274-4a74-a55f-4ca65ccebc5f" providerId="ADAL" clId="{DBC8D306-F13A-462F-9EE6-11D3C5CA0EF3}" dt="2025-01-23T14:30:09.314" v="629" actId="478"/>
          <ac:spMkLst>
            <pc:docMk/>
            <pc:sldMk cId="649557034" sldId="267"/>
            <ac:spMk id="6" creationId="{54134029-9480-D948-69A7-5E13389848C1}"/>
          </ac:spMkLst>
        </pc:spChg>
        <pc:spChg chg="add del mod">
          <ac:chgData name="Marz Steffen" userId="82bc8d54-e274-4a74-a55f-4ca65ccebc5f" providerId="ADAL" clId="{DBC8D306-F13A-462F-9EE6-11D3C5CA0EF3}" dt="2025-01-23T14:30:24.411" v="633" actId="478"/>
          <ac:spMkLst>
            <pc:docMk/>
            <pc:sldMk cId="649557034" sldId="267"/>
            <ac:spMk id="7" creationId="{ECA92DFF-4DCA-3C15-2938-28A3F87A0741}"/>
          </ac:spMkLst>
        </pc:spChg>
        <pc:graphicFrameChg chg="add del mod modGraphic">
          <ac:chgData name="Marz Steffen" userId="82bc8d54-e274-4a74-a55f-4ca65ccebc5f" providerId="ADAL" clId="{DBC8D306-F13A-462F-9EE6-11D3C5CA0EF3}" dt="2025-01-23T14:30:22.044" v="632" actId="478"/>
          <ac:graphicFrameMkLst>
            <pc:docMk/>
            <pc:sldMk cId="649557034" sldId="267"/>
            <ac:graphicFrameMk id="3" creationId="{79E172C9-76B8-6624-8B56-532770C8ED37}"/>
          </ac:graphicFrameMkLst>
        </pc:graphicFrameChg>
        <pc:graphicFrameChg chg="add mod modGraphic">
          <ac:chgData name="Marz Steffen" userId="82bc8d54-e274-4a74-a55f-4ca65ccebc5f" providerId="ADAL" clId="{DBC8D306-F13A-462F-9EE6-11D3C5CA0EF3}" dt="2025-01-23T14:30:32.114" v="636" actId="14100"/>
          <ac:graphicFrameMkLst>
            <pc:docMk/>
            <pc:sldMk cId="649557034" sldId="267"/>
            <ac:graphicFrameMk id="8" creationId="{452822CF-8E72-7AC4-1FB8-82572CCAB857}"/>
          </ac:graphicFrameMkLst>
        </pc:graphicFrameChg>
      </pc:sldChg>
      <pc:sldChg chg="addSp delSp modSp add mod">
        <pc:chgData name="Marz Steffen" userId="82bc8d54-e274-4a74-a55f-4ca65ccebc5f" providerId="ADAL" clId="{DBC8D306-F13A-462F-9EE6-11D3C5CA0EF3}" dt="2025-01-23T14:46:48.300" v="704" actId="14100"/>
        <pc:sldMkLst>
          <pc:docMk/>
          <pc:sldMk cId="2211020337" sldId="268"/>
        </pc:sldMkLst>
        <pc:spChg chg="mod">
          <ac:chgData name="Marz Steffen" userId="82bc8d54-e274-4a74-a55f-4ca65ccebc5f" providerId="ADAL" clId="{DBC8D306-F13A-462F-9EE6-11D3C5CA0EF3}" dt="2025-01-23T14:31:58.913" v="672" actId="20577"/>
          <ac:spMkLst>
            <pc:docMk/>
            <pc:sldMk cId="2211020337" sldId="268"/>
            <ac:spMk id="2" creationId="{6004F6A4-E50E-0DAE-5B6D-07509AA95397}"/>
          </ac:spMkLst>
        </pc:spChg>
        <pc:spChg chg="del mod">
          <ac:chgData name="Marz Steffen" userId="82bc8d54-e274-4a74-a55f-4ca65ccebc5f" providerId="ADAL" clId="{DBC8D306-F13A-462F-9EE6-11D3C5CA0EF3}" dt="2025-01-23T14:33:13.666" v="673" actId="478"/>
          <ac:spMkLst>
            <pc:docMk/>
            <pc:sldMk cId="2211020337" sldId="268"/>
            <ac:spMk id="4" creationId="{1994DCB3-DA9B-71B8-7EA1-424F6116D5F8}"/>
          </ac:spMkLst>
        </pc:spChg>
        <pc:spChg chg="add del">
          <ac:chgData name="Marz Steffen" userId="82bc8d54-e274-4a74-a55f-4ca65ccebc5f" providerId="ADAL" clId="{DBC8D306-F13A-462F-9EE6-11D3C5CA0EF3}" dt="2025-01-23T14:31:38.839" v="642" actId="22"/>
          <ac:spMkLst>
            <pc:docMk/>
            <pc:sldMk cId="2211020337" sldId="268"/>
            <ac:spMk id="5" creationId="{B56F832E-D0B3-AED1-0B04-70FFFAAD6092}"/>
          </ac:spMkLst>
        </pc:spChg>
        <pc:spChg chg="add mod">
          <ac:chgData name="Marz Steffen" userId="82bc8d54-e274-4a74-a55f-4ca65ccebc5f" providerId="ADAL" clId="{DBC8D306-F13A-462F-9EE6-11D3C5CA0EF3}" dt="2025-01-23T14:33:26.214" v="677"/>
          <ac:spMkLst>
            <pc:docMk/>
            <pc:sldMk cId="2211020337" sldId="268"/>
            <ac:spMk id="8" creationId="{6261D8E1-9624-02A6-7458-495340890F44}"/>
          </ac:spMkLst>
        </pc:spChg>
        <pc:spChg chg="add mod">
          <ac:chgData name="Marz Steffen" userId="82bc8d54-e274-4a74-a55f-4ca65ccebc5f" providerId="ADAL" clId="{DBC8D306-F13A-462F-9EE6-11D3C5CA0EF3}" dt="2025-01-23T14:33:26.214" v="677"/>
          <ac:spMkLst>
            <pc:docMk/>
            <pc:sldMk cId="2211020337" sldId="268"/>
            <ac:spMk id="9" creationId="{EF8F4DC9-9AFD-F8D0-D299-7EA036CC9B1F}"/>
          </ac:spMkLst>
        </pc:spChg>
        <pc:spChg chg="add mod">
          <ac:chgData name="Marz Steffen" userId="82bc8d54-e274-4a74-a55f-4ca65ccebc5f" providerId="ADAL" clId="{DBC8D306-F13A-462F-9EE6-11D3C5CA0EF3}" dt="2025-01-23T14:33:26.214" v="677"/>
          <ac:spMkLst>
            <pc:docMk/>
            <pc:sldMk cId="2211020337" sldId="268"/>
            <ac:spMk id="10" creationId="{0B3C90B9-F94F-A4D4-D555-6DAF7942AC9A}"/>
          </ac:spMkLst>
        </pc:spChg>
        <pc:spChg chg="add mod">
          <ac:chgData name="Marz Steffen" userId="82bc8d54-e274-4a74-a55f-4ca65ccebc5f" providerId="ADAL" clId="{DBC8D306-F13A-462F-9EE6-11D3C5CA0EF3}" dt="2025-01-23T14:33:33.708" v="679"/>
          <ac:spMkLst>
            <pc:docMk/>
            <pc:sldMk cId="2211020337" sldId="268"/>
            <ac:spMk id="12" creationId="{81DF1FF4-AFBC-558D-1AD4-44AD6626884F}"/>
          </ac:spMkLst>
        </pc:spChg>
        <pc:spChg chg="add mod">
          <ac:chgData name="Marz Steffen" userId="82bc8d54-e274-4a74-a55f-4ca65ccebc5f" providerId="ADAL" clId="{DBC8D306-F13A-462F-9EE6-11D3C5CA0EF3}" dt="2025-01-23T14:33:33.708" v="679"/>
          <ac:spMkLst>
            <pc:docMk/>
            <pc:sldMk cId="2211020337" sldId="268"/>
            <ac:spMk id="13" creationId="{4EBE8BB8-C146-775E-8CAD-4FF2B57BF52A}"/>
          </ac:spMkLst>
        </pc:spChg>
        <pc:spChg chg="add mod">
          <ac:chgData name="Marz Steffen" userId="82bc8d54-e274-4a74-a55f-4ca65ccebc5f" providerId="ADAL" clId="{DBC8D306-F13A-462F-9EE6-11D3C5CA0EF3}" dt="2025-01-23T14:33:33.708" v="679"/>
          <ac:spMkLst>
            <pc:docMk/>
            <pc:sldMk cId="2211020337" sldId="268"/>
            <ac:spMk id="14" creationId="{5236DF1F-AD92-1353-1603-BBB18C93257E}"/>
          </ac:spMkLst>
        </pc:spChg>
        <pc:spChg chg="add mod">
          <ac:chgData name="Marz Steffen" userId="82bc8d54-e274-4a74-a55f-4ca65ccebc5f" providerId="ADAL" clId="{DBC8D306-F13A-462F-9EE6-11D3C5CA0EF3}" dt="2025-01-23T14:33:42.449" v="683"/>
          <ac:spMkLst>
            <pc:docMk/>
            <pc:sldMk cId="2211020337" sldId="268"/>
            <ac:spMk id="16" creationId="{0A622D6E-3F84-8088-A6B9-F8A637FDE38B}"/>
          </ac:spMkLst>
        </pc:spChg>
        <pc:spChg chg="add mod">
          <ac:chgData name="Marz Steffen" userId="82bc8d54-e274-4a74-a55f-4ca65ccebc5f" providerId="ADAL" clId="{DBC8D306-F13A-462F-9EE6-11D3C5CA0EF3}" dt="2025-01-23T14:33:42.449" v="683"/>
          <ac:spMkLst>
            <pc:docMk/>
            <pc:sldMk cId="2211020337" sldId="268"/>
            <ac:spMk id="17" creationId="{2470F9B0-EA1E-999F-F65D-8901F663FB6D}"/>
          </ac:spMkLst>
        </pc:spChg>
        <pc:spChg chg="add mod">
          <ac:chgData name="Marz Steffen" userId="82bc8d54-e274-4a74-a55f-4ca65ccebc5f" providerId="ADAL" clId="{DBC8D306-F13A-462F-9EE6-11D3C5CA0EF3}" dt="2025-01-23T14:33:42.449" v="683"/>
          <ac:spMkLst>
            <pc:docMk/>
            <pc:sldMk cId="2211020337" sldId="268"/>
            <ac:spMk id="18" creationId="{19111268-AB75-78F5-B295-7A44DA3186F0}"/>
          </ac:spMkLst>
        </pc:spChg>
        <pc:graphicFrameChg chg="add mod modGraphic">
          <ac:chgData name="Marz Steffen" userId="82bc8d54-e274-4a74-a55f-4ca65ccebc5f" providerId="ADAL" clId="{DBC8D306-F13A-462F-9EE6-11D3C5CA0EF3}" dt="2025-01-23T14:33:25" v="676" actId="14100"/>
          <ac:graphicFrameMkLst>
            <pc:docMk/>
            <pc:sldMk cId="2211020337" sldId="268"/>
            <ac:graphicFrameMk id="7" creationId="{98C90F0B-A8BC-AAF9-AA42-BED8A1A17142}"/>
          </ac:graphicFrameMkLst>
        </pc:graphicFrameChg>
        <pc:graphicFrameChg chg="add mod">
          <ac:chgData name="Marz Steffen" userId="82bc8d54-e274-4a74-a55f-4ca65ccebc5f" providerId="ADAL" clId="{DBC8D306-F13A-462F-9EE6-11D3C5CA0EF3}" dt="2025-01-23T14:33:31.807" v="678"/>
          <ac:graphicFrameMkLst>
            <pc:docMk/>
            <pc:sldMk cId="2211020337" sldId="268"/>
            <ac:graphicFrameMk id="11" creationId="{6D86BB21-11F3-E8C0-3384-105EF377693A}"/>
          </ac:graphicFrameMkLst>
        </pc:graphicFrameChg>
        <pc:graphicFrameChg chg="add mod">
          <ac:chgData name="Marz Steffen" userId="82bc8d54-e274-4a74-a55f-4ca65ccebc5f" providerId="ADAL" clId="{DBC8D306-F13A-462F-9EE6-11D3C5CA0EF3}" dt="2025-01-23T14:33:41.981" v="682" actId="1076"/>
          <ac:graphicFrameMkLst>
            <pc:docMk/>
            <pc:sldMk cId="2211020337" sldId="268"/>
            <ac:graphicFrameMk id="15" creationId="{0A1685FA-DA87-4CD2-8747-15C5A39A0C70}"/>
          </ac:graphicFrameMkLst>
        </pc:graphicFrameChg>
        <pc:picChg chg="add mod">
          <ac:chgData name="Marz Steffen" userId="82bc8d54-e274-4a74-a55f-4ca65ccebc5f" providerId="ADAL" clId="{DBC8D306-F13A-462F-9EE6-11D3C5CA0EF3}" dt="2025-01-23T14:45:36.991" v="685" actId="1076"/>
          <ac:picMkLst>
            <pc:docMk/>
            <pc:sldMk cId="2211020337" sldId="268"/>
            <ac:picMk id="20" creationId="{5C18FB68-A201-1584-3EE8-0623F0527518}"/>
          </ac:picMkLst>
        </pc:picChg>
        <pc:cxnChg chg="add mod">
          <ac:chgData name="Marz Steffen" userId="82bc8d54-e274-4a74-a55f-4ca65ccebc5f" providerId="ADAL" clId="{DBC8D306-F13A-462F-9EE6-11D3C5CA0EF3}" dt="2025-01-23T14:45:50.394" v="687" actId="13822"/>
          <ac:cxnSpMkLst>
            <pc:docMk/>
            <pc:sldMk cId="2211020337" sldId="268"/>
            <ac:cxnSpMk id="22" creationId="{DE624053-727D-D791-8C73-6CF3BCA6B6C2}"/>
          </ac:cxnSpMkLst>
        </pc:cxnChg>
        <pc:cxnChg chg="add mod">
          <ac:chgData name="Marz Steffen" userId="82bc8d54-e274-4a74-a55f-4ca65ccebc5f" providerId="ADAL" clId="{DBC8D306-F13A-462F-9EE6-11D3C5CA0EF3}" dt="2025-01-23T14:46:30.930" v="699" actId="14100"/>
          <ac:cxnSpMkLst>
            <pc:docMk/>
            <pc:sldMk cId="2211020337" sldId="268"/>
            <ac:cxnSpMk id="23" creationId="{BECC1D72-662A-3E8A-CF71-E17E248D6E14}"/>
          </ac:cxnSpMkLst>
        </pc:cxnChg>
        <pc:cxnChg chg="add mod">
          <ac:chgData name="Marz Steffen" userId="82bc8d54-e274-4a74-a55f-4ca65ccebc5f" providerId="ADAL" clId="{DBC8D306-F13A-462F-9EE6-11D3C5CA0EF3}" dt="2025-01-23T14:46:45.487" v="703" actId="14100"/>
          <ac:cxnSpMkLst>
            <pc:docMk/>
            <pc:sldMk cId="2211020337" sldId="268"/>
            <ac:cxnSpMk id="28" creationId="{5DE9B031-E15C-3D06-F290-356A4B2F86B1}"/>
          </ac:cxnSpMkLst>
        </pc:cxnChg>
        <pc:cxnChg chg="add mod">
          <ac:chgData name="Marz Steffen" userId="82bc8d54-e274-4a74-a55f-4ca65ccebc5f" providerId="ADAL" clId="{DBC8D306-F13A-462F-9EE6-11D3C5CA0EF3}" dt="2025-01-23T14:46:48.300" v="704" actId="14100"/>
          <ac:cxnSpMkLst>
            <pc:docMk/>
            <pc:sldMk cId="2211020337" sldId="268"/>
            <ac:cxnSpMk id="30" creationId="{F1D3E076-4F26-65A3-CE95-2351DDC36838}"/>
          </ac:cxnSpMkLst>
        </pc:cxnChg>
      </pc:sldChg>
      <pc:sldChg chg="addSp delSp modSp add mod">
        <pc:chgData name="Marz Steffen" userId="82bc8d54-e274-4a74-a55f-4ca65ccebc5f" providerId="ADAL" clId="{DBC8D306-F13A-462F-9EE6-11D3C5CA0EF3}" dt="2025-01-23T14:47:52.243" v="779" actId="242"/>
        <pc:sldMkLst>
          <pc:docMk/>
          <pc:sldMk cId="321533758" sldId="269"/>
        </pc:sldMkLst>
        <pc:spChg chg="mod">
          <ac:chgData name="Marz Steffen" userId="82bc8d54-e274-4a74-a55f-4ca65ccebc5f" providerId="ADAL" clId="{DBC8D306-F13A-462F-9EE6-11D3C5CA0EF3}" dt="2025-01-23T14:47:15.160" v="767" actId="20577"/>
          <ac:spMkLst>
            <pc:docMk/>
            <pc:sldMk cId="321533758" sldId="269"/>
            <ac:spMk id="2" creationId="{9FB0C5A1-2E00-961E-158E-1C2BE7054EB8}"/>
          </ac:spMkLst>
        </pc:spChg>
        <pc:spChg chg="del">
          <ac:chgData name="Marz Steffen" userId="82bc8d54-e274-4a74-a55f-4ca65ccebc5f" providerId="ADAL" clId="{DBC8D306-F13A-462F-9EE6-11D3C5CA0EF3}" dt="2025-01-23T14:47:17.374" v="768"/>
          <ac:spMkLst>
            <pc:docMk/>
            <pc:sldMk cId="321533758" sldId="269"/>
            <ac:spMk id="4" creationId="{81740D6D-5E53-A719-C637-0FD7AB9DA1C9}"/>
          </ac:spMkLst>
        </pc:spChg>
        <pc:spChg chg="del">
          <ac:chgData name="Marz Steffen" userId="82bc8d54-e274-4a74-a55f-4ca65ccebc5f" providerId="ADAL" clId="{DBC8D306-F13A-462F-9EE6-11D3C5CA0EF3}" dt="2025-01-23T14:47:27.555" v="772" actId="478"/>
          <ac:spMkLst>
            <pc:docMk/>
            <pc:sldMk cId="321533758" sldId="269"/>
            <ac:spMk id="6" creationId="{55A853D1-1BBB-E780-00B3-ECAD581F5526}"/>
          </ac:spMkLst>
        </pc:spChg>
        <pc:graphicFrameChg chg="add mod modGraphic">
          <ac:chgData name="Marz Steffen" userId="82bc8d54-e274-4a74-a55f-4ca65ccebc5f" providerId="ADAL" clId="{DBC8D306-F13A-462F-9EE6-11D3C5CA0EF3}" dt="2025-01-23T14:47:52.243" v="779" actId="242"/>
          <ac:graphicFrameMkLst>
            <pc:docMk/>
            <pc:sldMk cId="321533758" sldId="269"/>
            <ac:graphicFrameMk id="3" creationId="{EDF19163-31CF-8D0C-668F-33DE2ADD9A34}"/>
          </ac:graphicFrameMkLst>
        </pc:graphicFrameChg>
      </pc:sldChg>
      <pc:sldChg chg="add">
        <pc:chgData name="Marz Steffen" userId="82bc8d54-e274-4a74-a55f-4ca65ccebc5f" providerId="ADAL" clId="{DBC8D306-F13A-462F-9EE6-11D3C5CA0EF3}" dt="2025-01-23T14:27:07.883" v="530" actId="2890"/>
        <pc:sldMkLst>
          <pc:docMk/>
          <pc:sldMk cId="825168588" sldId="270"/>
        </pc:sldMkLst>
      </pc:sldChg>
      <pc:sldChg chg="add">
        <pc:chgData name="Marz Steffen" userId="82bc8d54-e274-4a74-a55f-4ca65ccebc5f" providerId="ADAL" clId="{DBC8D306-F13A-462F-9EE6-11D3C5CA0EF3}" dt="2025-01-23T14:27:08.041" v="531" actId="2890"/>
        <pc:sldMkLst>
          <pc:docMk/>
          <pc:sldMk cId="2065824254" sldId="271"/>
        </pc:sldMkLst>
      </pc:sldChg>
      <pc:sldChg chg="modSp add mod ord">
        <pc:chgData name="Marz Steffen" userId="82bc8d54-e274-4a74-a55f-4ca65ccebc5f" providerId="ADAL" clId="{DBC8D306-F13A-462F-9EE6-11D3C5CA0EF3}" dt="2025-01-23T14:29:45.475" v="603" actId="20577"/>
        <pc:sldMkLst>
          <pc:docMk/>
          <pc:sldMk cId="3626998252" sldId="272"/>
        </pc:sldMkLst>
        <pc:spChg chg="mod">
          <ac:chgData name="Marz Steffen" userId="82bc8d54-e274-4a74-a55f-4ca65ccebc5f" providerId="ADAL" clId="{DBC8D306-F13A-462F-9EE6-11D3C5CA0EF3}" dt="2025-01-23T14:29:45.475" v="603" actId="20577"/>
          <ac:spMkLst>
            <pc:docMk/>
            <pc:sldMk cId="3626998252" sldId="272"/>
            <ac:spMk id="2" creationId="{4C0F497C-0B4D-29A8-33CA-718FBBBF2829}"/>
          </ac:spMkLst>
        </pc:spChg>
      </pc:sldChg>
      <pc:sldChg chg="modSp add mod ord">
        <pc:chgData name="Marz Steffen" userId="82bc8d54-e274-4a74-a55f-4ca65ccebc5f" providerId="ADAL" clId="{DBC8D306-F13A-462F-9EE6-11D3C5CA0EF3}" dt="2025-01-23T14:48:00.911" v="784" actId="20577"/>
        <pc:sldMkLst>
          <pc:docMk/>
          <pc:sldMk cId="1409250818" sldId="273"/>
        </pc:sldMkLst>
        <pc:spChg chg="mod">
          <ac:chgData name="Marz Steffen" userId="82bc8d54-e274-4a74-a55f-4ca65ccebc5f" providerId="ADAL" clId="{DBC8D306-F13A-462F-9EE6-11D3C5CA0EF3}" dt="2025-01-23T14:48:00.911" v="784" actId="20577"/>
          <ac:spMkLst>
            <pc:docMk/>
            <pc:sldMk cId="1409250818" sldId="273"/>
            <ac:spMk id="2" creationId="{38A48091-9933-9617-88A7-FFC8701275BC}"/>
          </ac:spMkLst>
        </pc:spChg>
      </pc:sldChg>
      <pc:sldChg chg="modSp mod">
        <pc:chgData name="Marz Steffen" userId="82bc8d54-e274-4a74-a55f-4ca65ccebc5f" providerId="ADAL" clId="{DBC8D306-F13A-462F-9EE6-11D3C5CA0EF3}" dt="2025-01-24T08:58:52.342" v="919" actId="20577"/>
        <pc:sldMkLst>
          <pc:docMk/>
          <pc:sldMk cId="3924252455" sldId="277"/>
        </pc:sldMkLst>
        <pc:spChg chg="mod">
          <ac:chgData name="Marz Steffen" userId="82bc8d54-e274-4a74-a55f-4ca65ccebc5f" providerId="ADAL" clId="{DBC8D306-F13A-462F-9EE6-11D3C5CA0EF3}" dt="2025-01-24T08:58:52.342" v="919" actId="20577"/>
          <ac:spMkLst>
            <pc:docMk/>
            <pc:sldMk cId="3924252455" sldId="277"/>
            <ac:spMk id="12" creationId="{A7182CBA-8CC6-B349-6AD1-1B89CA54CFC9}"/>
          </ac:spMkLst>
        </pc:spChg>
      </pc:sldChg>
      <pc:sldChg chg="modSp mod">
        <pc:chgData name="Marz Steffen" userId="82bc8d54-e274-4a74-a55f-4ca65ccebc5f" providerId="ADAL" clId="{DBC8D306-F13A-462F-9EE6-11D3C5CA0EF3}" dt="2025-01-24T09:36:09.218" v="923" actId="14100"/>
        <pc:sldMkLst>
          <pc:docMk/>
          <pc:sldMk cId="237990959" sldId="278"/>
        </pc:sldMkLst>
        <pc:graphicFrameChg chg="mod modGraphic">
          <ac:chgData name="Marz Steffen" userId="82bc8d54-e274-4a74-a55f-4ca65ccebc5f" providerId="ADAL" clId="{DBC8D306-F13A-462F-9EE6-11D3C5CA0EF3}" dt="2025-01-24T09:36:09.218" v="923" actId="14100"/>
          <ac:graphicFrameMkLst>
            <pc:docMk/>
            <pc:sldMk cId="237990959" sldId="278"/>
            <ac:graphicFrameMk id="8" creationId="{6932233A-D13F-8AEA-EFB6-04749D9B7BE2}"/>
          </ac:graphicFrameMkLst>
        </pc:graphicFrameChg>
      </pc:sldChg>
      <pc:sldChg chg="modSp mod">
        <pc:chgData name="Marz Steffen" userId="82bc8d54-e274-4a74-a55f-4ca65ccebc5f" providerId="ADAL" clId="{DBC8D306-F13A-462F-9EE6-11D3C5CA0EF3}" dt="2025-01-24T08:54:32.614" v="824" actId="20577"/>
        <pc:sldMkLst>
          <pc:docMk/>
          <pc:sldMk cId="4031853673" sldId="280"/>
        </pc:sldMkLst>
        <pc:spChg chg="mod">
          <ac:chgData name="Marz Steffen" userId="82bc8d54-e274-4a74-a55f-4ca65ccebc5f" providerId="ADAL" clId="{DBC8D306-F13A-462F-9EE6-11D3C5CA0EF3}" dt="2025-01-24T08:54:32.614" v="824" actId="20577"/>
          <ac:spMkLst>
            <pc:docMk/>
            <pc:sldMk cId="4031853673" sldId="280"/>
            <ac:spMk id="4" creationId="{8CE4A606-D6EC-5BF7-08FC-A512991B56D7}"/>
          </ac:spMkLst>
        </pc:spChg>
      </pc:sldChg>
    </pc:docChg>
  </pc:docChgLst>
  <pc:docChgLst>
    <pc:chgData name="Renner Nikolaus" userId="S::nikolaus.renner@edu.fh-joanneum.at::4450cfdb-ceed-4eab-a8b7-964f0f5f6edc" providerId="AD" clId="Web-{7919B29D-485F-F5F8-8ED3-88B71876BE43}"/>
    <pc:docChg chg="addSld modSld sldOrd">
      <pc:chgData name="Renner Nikolaus" userId="S::nikolaus.renner@edu.fh-joanneum.at::4450cfdb-ceed-4eab-a8b7-964f0f5f6edc" providerId="AD" clId="Web-{7919B29D-485F-F5F8-8ED3-88B71876BE43}" dt="2025-01-23T15:51:18.285" v="35" actId="20577"/>
      <pc:docMkLst>
        <pc:docMk/>
      </pc:docMkLst>
      <pc:sldChg chg="addSp modSp">
        <pc:chgData name="Renner Nikolaus" userId="S::nikolaus.renner@edu.fh-joanneum.at::4450cfdb-ceed-4eab-a8b7-964f0f5f6edc" providerId="AD" clId="Web-{7919B29D-485F-F5F8-8ED3-88B71876BE43}" dt="2025-01-23T14:58:53.857" v="6" actId="1076"/>
        <pc:sldMkLst>
          <pc:docMk/>
          <pc:sldMk cId="2211020337" sldId="268"/>
        </pc:sldMkLst>
        <pc:spChg chg="mod">
          <ac:chgData name="Renner Nikolaus" userId="S::nikolaus.renner@edu.fh-joanneum.at::4450cfdb-ceed-4eab-a8b7-964f0f5f6edc" providerId="AD" clId="Web-{7919B29D-485F-F5F8-8ED3-88B71876BE43}" dt="2025-01-23T14:58:33.997" v="2" actId="20577"/>
          <ac:spMkLst>
            <pc:docMk/>
            <pc:sldMk cId="2211020337" sldId="268"/>
            <ac:spMk id="2" creationId="{6004F6A4-E50E-0DAE-5B6D-07509AA95397}"/>
          </ac:spMkLst>
        </pc:spChg>
        <pc:spChg chg="add mod">
          <ac:chgData name="Renner Nikolaus" userId="S::nikolaus.renner@edu.fh-joanneum.at::4450cfdb-ceed-4eab-a8b7-964f0f5f6edc" providerId="AD" clId="Web-{7919B29D-485F-F5F8-8ED3-88B71876BE43}" dt="2025-01-23T14:58:53.857" v="6" actId="1076"/>
          <ac:spMkLst>
            <pc:docMk/>
            <pc:sldMk cId="2211020337" sldId="268"/>
            <ac:spMk id="3" creationId="{8CD77444-6250-1BC9-103A-7034AB252AD1}"/>
          </ac:spMkLst>
        </pc:spChg>
      </pc:sldChg>
      <pc:sldChg chg="modSp">
        <pc:chgData name="Renner Nikolaus" userId="S::nikolaus.renner@edu.fh-joanneum.at::4450cfdb-ceed-4eab-a8b7-964f0f5f6edc" providerId="AD" clId="Web-{7919B29D-485F-F5F8-8ED3-88B71876BE43}" dt="2025-01-23T15:42:57.771" v="16" actId="1076"/>
        <pc:sldMkLst>
          <pc:docMk/>
          <pc:sldMk cId="2065824254" sldId="271"/>
        </pc:sldMkLst>
        <pc:spChg chg="mod">
          <ac:chgData name="Renner Nikolaus" userId="S::nikolaus.renner@edu.fh-joanneum.at::4450cfdb-ceed-4eab-a8b7-964f0f5f6edc" providerId="AD" clId="Web-{7919B29D-485F-F5F8-8ED3-88B71876BE43}" dt="2025-01-23T15:42:30.161" v="10" actId="20577"/>
          <ac:spMkLst>
            <pc:docMk/>
            <pc:sldMk cId="2065824254" sldId="271"/>
            <ac:spMk id="2" creationId="{4A49FD69-96E1-BEF7-877B-B0192136ED69}"/>
          </ac:spMkLst>
        </pc:spChg>
        <pc:spChg chg="mod">
          <ac:chgData name="Renner Nikolaus" userId="S::nikolaus.renner@edu.fh-joanneum.at::4450cfdb-ceed-4eab-a8b7-964f0f5f6edc" providerId="AD" clId="Web-{7919B29D-485F-F5F8-8ED3-88B71876BE43}" dt="2025-01-23T15:42:57.771" v="16" actId="1076"/>
          <ac:spMkLst>
            <pc:docMk/>
            <pc:sldMk cId="2065824254" sldId="271"/>
            <ac:spMk id="4" creationId="{493E3181-D718-AAA6-E560-42405C2E78E8}"/>
          </ac:spMkLst>
        </pc:spChg>
      </pc:sldChg>
      <pc:sldChg chg="modSp add ord replId">
        <pc:chgData name="Renner Nikolaus" userId="S::nikolaus.renner@edu.fh-joanneum.at::4450cfdb-ceed-4eab-a8b7-964f0f5f6edc" providerId="AD" clId="Web-{7919B29D-485F-F5F8-8ED3-88B71876BE43}" dt="2025-01-23T15:51:18.285" v="35" actId="20577"/>
        <pc:sldMkLst>
          <pc:docMk/>
          <pc:sldMk cId="2842515030" sldId="274"/>
        </pc:sldMkLst>
        <pc:spChg chg="mod">
          <ac:chgData name="Renner Nikolaus" userId="S::nikolaus.renner@edu.fh-joanneum.at::4450cfdb-ceed-4eab-a8b7-964f0f5f6edc" providerId="AD" clId="Web-{7919B29D-485F-F5F8-8ED3-88B71876BE43}" dt="2025-01-23T15:50:41.002" v="27" actId="20577"/>
          <ac:spMkLst>
            <pc:docMk/>
            <pc:sldMk cId="2842515030" sldId="274"/>
            <ac:spMk id="2" creationId="{B6B8CBF4-6D73-AB17-DD79-FFBA6A480355}"/>
          </ac:spMkLst>
        </pc:spChg>
        <pc:spChg chg="mod">
          <ac:chgData name="Renner Nikolaus" userId="S::nikolaus.renner@edu.fh-joanneum.at::4450cfdb-ceed-4eab-a8b7-964f0f5f6edc" providerId="AD" clId="Web-{7919B29D-485F-F5F8-8ED3-88B71876BE43}" dt="2025-01-23T15:51:18.285" v="35" actId="20577"/>
          <ac:spMkLst>
            <pc:docMk/>
            <pc:sldMk cId="2842515030" sldId="274"/>
            <ac:spMk id="4" creationId="{08982E7A-6D91-A59C-1873-175D461DCF2C}"/>
          </ac:spMkLst>
        </pc:spChg>
      </pc:sldChg>
    </pc:docChg>
  </pc:docChgLst>
  <pc:docChgLst>
    <pc:chgData name="Döbler Paula" userId="S::paula.doebler@edu.fh-joanneum.at::bf119ebd-1a76-4dfd-bbb4-1a1739119e80" providerId="AD" clId="Web-{22614B93-18FE-E0B7-FBC5-6CE7FC5A8657}"/>
    <pc:docChg chg="modSld">
      <pc:chgData name="Döbler Paula" userId="S::paula.doebler@edu.fh-joanneum.at::bf119ebd-1a76-4dfd-bbb4-1a1739119e80" providerId="AD" clId="Web-{22614B93-18FE-E0B7-FBC5-6CE7FC5A8657}" dt="2025-01-23T21:58:28.962" v="3" actId="20577"/>
      <pc:docMkLst>
        <pc:docMk/>
      </pc:docMkLst>
      <pc:sldChg chg="modSp">
        <pc:chgData name="Döbler Paula" userId="S::paula.doebler@edu.fh-joanneum.at::bf119ebd-1a76-4dfd-bbb4-1a1739119e80" providerId="AD" clId="Web-{22614B93-18FE-E0B7-FBC5-6CE7FC5A8657}" dt="2025-01-23T21:58:28.962" v="3" actId="20577"/>
        <pc:sldMkLst>
          <pc:docMk/>
          <pc:sldMk cId="237990959" sldId="278"/>
        </pc:sldMkLst>
        <pc:spChg chg="mod">
          <ac:chgData name="Döbler Paula" userId="S::paula.doebler@edu.fh-joanneum.at::bf119ebd-1a76-4dfd-bbb4-1a1739119e80" providerId="AD" clId="Web-{22614B93-18FE-E0B7-FBC5-6CE7FC5A8657}" dt="2025-01-23T21:58:28.962" v="3" actId="20577"/>
          <ac:spMkLst>
            <pc:docMk/>
            <pc:sldMk cId="237990959" sldId="278"/>
            <ac:spMk id="2" creationId="{4D696B2F-1449-0D85-F059-6679717B2E7B}"/>
          </ac:spMkLst>
        </pc:spChg>
        <pc:graphicFrameChg chg="mod modGraphic">
          <ac:chgData name="Döbler Paula" userId="S::paula.doebler@edu.fh-joanneum.at::bf119ebd-1a76-4dfd-bbb4-1a1739119e80" providerId="AD" clId="Web-{22614B93-18FE-E0B7-FBC5-6CE7FC5A8657}" dt="2025-01-23T21:58:11.101" v="1"/>
          <ac:graphicFrameMkLst>
            <pc:docMk/>
            <pc:sldMk cId="237990959" sldId="278"/>
            <ac:graphicFrameMk id="8" creationId="{6932233A-D13F-8AEA-EFB6-04749D9B7BE2}"/>
          </ac:graphicFrameMkLst>
        </pc:graphicFrameChg>
      </pc:sldChg>
    </pc:docChg>
  </pc:docChgLst>
  <pc:docChgLst>
    <pc:chgData name="Döbler Paula" userId="bf119ebd-1a76-4dfd-bbb4-1a1739119e80" providerId="ADAL" clId="{82774D3C-6163-4D37-BD58-225AE02653E4}"/>
    <pc:docChg chg="undo custSel addSld delSld modSld">
      <pc:chgData name="Döbler Paula" userId="bf119ebd-1a76-4dfd-bbb4-1a1739119e80" providerId="ADAL" clId="{82774D3C-6163-4D37-BD58-225AE02653E4}" dt="2025-01-24T15:55:18.752" v="531" actId="20577"/>
      <pc:docMkLst>
        <pc:docMk/>
      </pc:docMkLst>
      <pc:sldChg chg="modNotesTx">
        <pc:chgData name="Döbler Paula" userId="bf119ebd-1a76-4dfd-bbb4-1a1739119e80" providerId="ADAL" clId="{82774D3C-6163-4D37-BD58-225AE02653E4}" dt="2025-01-24T08:49:25.940" v="529" actId="20577"/>
        <pc:sldMkLst>
          <pc:docMk/>
          <pc:sldMk cId="4031421548" sldId="257"/>
        </pc:sldMkLst>
      </pc:sldChg>
      <pc:sldChg chg="modSp mod">
        <pc:chgData name="Döbler Paula" userId="bf119ebd-1a76-4dfd-bbb4-1a1739119e80" providerId="ADAL" clId="{82774D3C-6163-4D37-BD58-225AE02653E4}" dt="2025-01-24T07:42:46.577" v="2" actId="2711"/>
        <pc:sldMkLst>
          <pc:docMk/>
          <pc:sldMk cId="1006823966" sldId="259"/>
        </pc:sldMkLst>
        <pc:graphicFrameChg chg="modGraphic">
          <ac:chgData name="Döbler Paula" userId="bf119ebd-1a76-4dfd-bbb4-1a1739119e80" providerId="ADAL" clId="{82774D3C-6163-4D37-BD58-225AE02653E4}" dt="2025-01-24T07:42:46.577" v="2" actId="2711"/>
          <ac:graphicFrameMkLst>
            <pc:docMk/>
            <pc:sldMk cId="1006823966" sldId="259"/>
            <ac:graphicFrameMk id="7" creationId="{F3B272EC-0242-4C93-1E74-D4F2F19356F3}"/>
          </ac:graphicFrameMkLst>
        </pc:graphicFrameChg>
      </pc:sldChg>
      <pc:sldChg chg="modSp mod">
        <pc:chgData name="Döbler Paula" userId="bf119ebd-1a76-4dfd-bbb4-1a1739119e80" providerId="ADAL" clId="{82774D3C-6163-4D37-BD58-225AE02653E4}" dt="2025-01-24T08:06:27.533" v="37" actId="20577"/>
        <pc:sldMkLst>
          <pc:docMk/>
          <pc:sldMk cId="2236413482" sldId="266"/>
        </pc:sldMkLst>
        <pc:graphicFrameChg chg="modGraphic">
          <ac:chgData name="Döbler Paula" userId="bf119ebd-1a76-4dfd-bbb4-1a1739119e80" providerId="ADAL" clId="{82774D3C-6163-4D37-BD58-225AE02653E4}" dt="2025-01-24T08:06:27.533" v="37" actId="20577"/>
          <ac:graphicFrameMkLst>
            <pc:docMk/>
            <pc:sldMk cId="2236413482" sldId="266"/>
            <ac:graphicFrameMk id="3" creationId="{AD4915A8-51A1-BE1C-09C3-C224AFF64E4F}"/>
          </ac:graphicFrameMkLst>
        </pc:graphicFrameChg>
      </pc:sldChg>
      <pc:sldChg chg="del">
        <pc:chgData name="Döbler Paula" userId="bf119ebd-1a76-4dfd-bbb4-1a1739119e80" providerId="ADAL" clId="{82774D3C-6163-4D37-BD58-225AE02653E4}" dt="2025-01-24T07:36:05.712" v="1" actId="2696"/>
        <pc:sldMkLst>
          <pc:docMk/>
          <pc:sldMk cId="649557034" sldId="267"/>
        </pc:sldMkLst>
      </pc:sldChg>
      <pc:sldChg chg="del">
        <pc:chgData name="Döbler Paula" userId="bf119ebd-1a76-4dfd-bbb4-1a1739119e80" providerId="ADAL" clId="{82774D3C-6163-4D37-BD58-225AE02653E4}" dt="2025-01-24T07:35:40.201" v="0" actId="2696"/>
        <pc:sldMkLst>
          <pc:docMk/>
          <pc:sldMk cId="2211020337" sldId="268"/>
        </pc:sldMkLst>
      </pc:sldChg>
      <pc:sldChg chg="modSp mod">
        <pc:chgData name="Döbler Paula" userId="bf119ebd-1a76-4dfd-bbb4-1a1739119e80" providerId="ADAL" clId="{82774D3C-6163-4D37-BD58-225AE02653E4}" dt="2025-01-24T15:55:18.752" v="531" actId="20577"/>
        <pc:sldMkLst>
          <pc:docMk/>
          <pc:sldMk cId="2065824254" sldId="271"/>
        </pc:sldMkLst>
        <pc:spChg chg="mod">
          <ac:chgData name="Döbler Paula" userId="bf119ebd-1a76-4dfd-bbb4-1a1739119e80" providerId="ADAL" clId="{82774D3C-6163-4D37-BD58-225AE02653E4}" dt="2025-01-24T15:55:18.752" v="531" actId="20577"/>
          <ac:spMkLst>
            <pc:docMk/>
            <pc:sldMk cId="2065824254" sldId="271"/>
            <ac:spMk id="4" creationId="{493E3181-D718-AAA6-E560-42405C2E78E8}"/>
          </ac:spMkLst>
        </pc:spChg>
      </pc:sldChg>
      <pc:sldChg chg="modSp mod">
        <pc:chgData name="Döbler Paula" userId="bf119ebd-1a76-4dfd-bbb4-1a1739119e80" providerId="ADAL" clId="{82774D3C-6163-4D37-BD58-225AE02653E4}" dt="2025-01-24T08:06:56.290" v="41" actId="6549"/>
        <pc:sldMkLst>
          <pc:docMk/>
          <pc:sldMk cId="237990959" sldId="278"/>
        </pc:sldMkLst>
        <pc:graphicFrameChg chg="mod modGraphic">
          <ac:chgData name="Döbler Paula" userId="bf119ebd-1a76-4dfd-bbb4-1a1739119e80" providerId="ADAL" clId="{82774D3C-6163-4D37-BD58-225AE02653E4}" dt="2025-01-24T08:06:56.290" v="41" actId="6549"/>
          <ac:graphicFrameMkLst>
            <pc:docMk/>
            <pc:sldMk cId="237990959" sldId="278"/>
            <ac:graphicFrameMk id="8" creationId="{6932233A-D13F-8AEA-EFB6-04749D9B7BE2}"/>
          </ac:graphicFrameMkLst>
        </pc:graphicFrameChg>
      </pc:sldChg>
      <pc:sldChg chg="modSp add mod">
        <pc:chgData name="Döbler Paula" userId="bf119ebd-1a76-4dfd-bbb4-1a1739119e80" providerId="ADAL" clId="{82774D3C-6163-4D37-BD58-225AE02653E4}" dt="2025-01-24T08:46:47.103" v="518" actId="20577"/>
        <pc:sldMkLst>
          <pc:docMk/>
          <pc:sldMk cId="3643132163" sldId="281"/>
        </pc:sldMkLst>
        <pc:spChg chg="mod">
          <ac:chgData name="Döbler Paula" userId="bf119ebd-1a76-4dfd-bbb4-1a1739119e80" providerId="ADAL" clId="{82774D3C-6163-4D37-BD58-225AE02653E4}" dt="2025-01-24T08:46:47.103" v="518" actId="20577"/>
          <ac:spMkLst>
            <pc:docMk/>
            <pc:sldMk cId="3643132163" sldId="281"/>
            <ac:spMk id="4" creationId="{54A5D59F-323F-C2F1-F420-AB1975D122F5}"/>
          </ac:spMkLst>
        </pc:spChg>
      </pc:sldChg>
    </pc:docChg>
  </pc:docChgLst>
</pc:chgInfo>
</file>

<file path=ppt/comments/modernComment_114_A7AE6F2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3E8FA2B-A27E-654F-A288-108193F834DD}" authorId="{6B9AE803-6FA5-1661-5DA4-0D06962EDEED}" created="2025-01-23T20:04:39.009">
    <pc:sldMkLst xmlns:pc="http://schemas.microsoft.com/office/powerpoint/2013/main/command">
      <pc:docMk/>
      <pc:sldMk cId="2813226791" sldId="276"/>
    </pc:sldMkLst>
    <p188:replyLst>
      <p188:reply id="{4B112E6B-AEF4-294C-88AE-7C82741BCC93}" authorId="{6B9AE803-6FA5-1661-5DA4-0D06962EDEED}" created="2025-01-23T20:31:21.691">
        <p188:txBody>
          <a:bodyPr/>
          <a:lstStyle/>
          <a:p>
            <a:r>
              <a:rPr lang="de-DE"/>
              <a:t>Siehe Vorlage 10 und 11</a:t>
            </a:r>
          </a:p>
        </p188:txBody>
      </p188:reply>
      <p188:reply id="{D0773549-1FEA-E942-BDC9-11E548753505}" authorId="{EE5304AE-CA4F-5876-D91F-BDCBB338A8B5}" created="2025-01-23T20:32:59.964">
        <p188:txBody>
          <a:bodyPr/>
          <a:lstStyle/>
          <a:p>
            <a:r>
              <a:rPr lang="en-AT"/>
              <a:t>verstehe ich nicht ganz</a:t>
            </a:r>
          </a:p>
        </p188:txBody>
      </p188:reply>
      <p188:reply id="{5D2A050F-8523-084F-B4DA-2073EB33BB43}" authorId="{EE5304AE-CA4F-5876-D91F-BDCBB338A8B5}" created="2025-01-23T20:33:27.969">
        <p188:txBody>
          <a:bodyPr/>
          <a:lstStyle/>
          <a:p>
            <a:r>
              <a:rPr lang="en-AT"/>
              <a:t>machezn wir wie du hast</a:t>
            </a:r>
          </a:p>
        </p188:txBody>
      </p188:reply>
    </p188:replyLst>
    <p188:txBody>
      <a:bodyPr/>
      <a:lstStyle/>
      <a:p>
        <a:r>
          <a:rPr lang="de-DE"/>
          <a:t>Irgendwie machen die Zahlen auf der vorherigen Folie für mich vorne und hinten kein Sinn. So müsste das für mich aussehen (mit Infos aus der Word-Datei).
</a:t>
        </a:r>
      </a:p>
    </p188:txBody>
  </p188:cm>
</p188:cmLst>
</file>

<file path=ppt/comments/modernComment_116_E2F74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FF32477-7CE6-7649-9AF9-2B00DB957398}" authorId="{6B9AE803-6FA5-1661-5DA4-0D06962EDEED}" created="2025-01-23T20:38:45.70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37990959" sldId="278"/>
      <ac:graphicFrameMk id="8" creationId="{6932233A-D13F-8AEA-EFB6-04749D9B7BE2}"/>
    </ac:deMkLst>
    <p188:replyLst>
      <p188:reply id="{73C5A4C8-8571-B34F-89E9-7502C6D1C4F2}" authorId="{6B9AE803-6FA5-1661-5DA4-0D06962EDEED}" created="2025-01-23T20:40:27.361">
        <p188:txBody>
          <a:bodyPr/>
          <a:lstStyle/>
          <a:p>
            <a:r>
              <a:rPr lang="de-DE"/>
              <a:t>Und Spalte Verringerter Schaden
&amp; Restrisiko nach Umsetzung der MN auch an die Word-Datei angepasst.</a:t>
            </a:r>
          </a:p>
        </p188:txBody>
        <p188:extLst>
          <p:ext xmlns:p="http://schemas.openxmlformats.org/presentationml/2006/main" uri="{57CB4572-C831-44C2-8A1C-0ADB6CCDFE69}">
            <p223:reactions xmlns:p223="http://schemas.microsoft.com/office/powerpoint/2022/03/main">
              <p223:rxn type="👍">
                <p223:instance time="2025-01-23T21:00:38.906" authorId="{EE5304AE-CA4F-5876-D91F-BDCBB338A8B5}"/>
                <p223:instance time="2025-01-24T08:52:27.420" authorId="{E5986572-D16D-5AF2-9D4A-3A28338F3223}"/>
              </p223:rxn>
            </p223:reactions>
          </p:ext>
        </p188:extLst>
      </p188:reply>
    </p188:replyLst>
    <p188:txBody>
      <a:bodyPr/>
      <a:lstStyle/>
      <a:p>
        <a:r>
          <a:rPr lang="de-DE"/>
          <a:t>Hab hier auch die Spalte „Status“ an das Word-Dokument angepasst und das Fälligkeitsdatum.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1-23T21:00:27.626" authorId="{EE5304AE-CA4F-5876-D91F-BDCBB338A8B5}"/>
            <p223:instance time="2025-01-24T08:52:28.224" authorId="{E5986572-D16D-5AF2-9D4A-3A28338F3223}"/>
          </p223:rxn>
        </p223:reactions>
      </p:ext>
    </p188:extLst>
  </p188:cm>
  <p188:cm id="{7326A6EB-001E-4A30-805B-E5FD6BCF6CA2}" authorId="{E5986572-D16D-5AF2-9D4A-3A28338F3223}" created="2025-01-24T09:00:16.882" startDate="2025-01-24T09:00:16.882" dueDate="2025-01-24T09:00:16.882" assignedTo="{EE5304AE-CA4F-5876-D91F-BDCBB338A8B5}" title="@Jury Alina stinkt">
    <pc:sldMkLst xmlns:pc="http://schemas.microsoft.com/office/powerpoint/2013/main/command">
      <pc:docMk/>
      <pc:sldMk cId="237990959" sldId="278"/>
    </pc:sldMkLst>
    <p188:txBody>
      <a:bodyPr/>
      <a:lstStyle/>
      <a:p>
        <a:r>
          <a:rPr lang="de-DE"/>
          <a:t>[@Jury Alina] stinkt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5-01-24T09:00:16.882" id="{8E29EEB3-10BF-4238-BED6-80F0635526C3}">
              <p228:atrbtn authorId="{E5986572-D16D-5AF2-9D4A-3A28338F3223}"/>
              <p228:anchr>
                <p228:comment id="{7326A6EB-001E-4A30-805B-E5FD6BCF6CA2}"/>
              </p228:anchr>
              <p228:add/>
            </p228:event>
            <p228:event time="2025-01-24T09:00:16.882" id="{43DE85BB-FE7D-488B-A80C-14EAE979FDE7}">
              <p228:atrbtn authorId="{E5986572-D16D-5AF2-9D4A-3A28338F3223}"/>
              <p228:anchr>
                <p228:comment id="{7326A6EB-001E-4A30-805B-E5FD6BCF6CA2}"/>
              </p228:anchr>
              <p228:asgn authorId="{EE5304AE-CA4F-5876-D91F-BDCBB338A8B5}"/>
            </p228:event>
            <p228:event time="2025-01-24T09:00:16.882" id="{FF9BB267-60B7-4F8B-BFDD-187FEA05DF4A}">
              <p228:atrbtn authorId="{E5986572-D16D-5AF2-9D4A-3A28338F3223}"/>
              <p228:anchr>
                <p228:comment id="{7326A6EB-001E-4A30-805B-E5FD6BCF6CA2}"/>
              </p228:anchr>
              <p228:title val="@Jury Alina stinkt"/>
            </p228:event>
            <p228:event time="2025-01-24T09:00:16.882" id="{39CC8224-8CFE-4B0D-A158-574CCBA80E9B}">
              <p228:atrbtn authorId="{E5986572-D16D-5AF2-9D4A-3A28338F3223}"/>
              <p228:anchr>
                <p228:comment id="{7326A6EB-001E-4A30-805B-E5FD6BCF6CA2}"/>
              </p228:anchr>
              <p228:date stDt="2025-01-24T09:00:16.882" endDt="2025-01-24T09:00:16.882"/>
            </p228:event>
          </p228:history>
        </p228:taskDetail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9A364-0348-2F43-99DF-D2B200CF0081}" type="datetimeFigureOut">
              <a:rPr lang="de-DE" smtClean="0"/>
              <a:t>24.01.2025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E9922-510D-BA4D-8EA2-480C80FDB60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66512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19BEE0-598C-4858-A439-753E34679212}" type="datetimeFigureOut">
              <a:rPr lang="de-AT" smtClean="0"/>
              <a:t>24.01.2025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A223-4F50-4DD6-9CC4-15E4F51256E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125453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Alina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03339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94964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2EFF-310E-1FE0-14A0-B2BD2886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AF2484A-B878-1CAD-CC35-D0FF89475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6F3164E-E3E3-413D-B426-399EDC328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51C365-48F7-D017-6650-5AC37F440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21272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78AD-530E-B81C-4585-65368EAA0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976E18F-501A-3561-F0ED-3A1EBC5AE5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1D48298-F309-55C4-B6E4-39688B1479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8CD5EA-381D-8F89-DE28-E8F68F48F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6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6649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203A-C40F-D970-6DAA-68CB1FEEB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87FEC7B-1DC6-52D6-DF3D-20E20A4F85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E1A08EB-7E7C-5448-3A8F-A61B0D04A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A713717-2B42-BE8A-6A5F-BF0C6249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09155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3C101-C4D6-7326-D4A9-39DD03867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B0B3FBF-D89D-18C4-8647-B97042F65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18731E3-FFAC-865E-8171-1296E8785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65B410-EEF5-8A11-5E01-CFD491B82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605870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DA071-E3FF-CEA1-FA87-B08644558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ED16479-2AAE-E1C9-EF8C-7596BBAAC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6CF8CB7-DBB4-2B26-2603-8121A3AA4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67CCA8-E214-01DF-C8B7-23FA3714C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10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441377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33F21-695D-5B40-2DFD-2E772B6C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5ADC8AF-157C-B05F-06DB-33EA928F1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D2907F9-CE5E-71D5-F6DB-0759D25B8E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6ABD01-9647-6AEE-C705-D96CE4F7E7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89735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DCA78-5C4D-22E3-AFD2-93B7ADAEF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6E4BB26-7C93-3F88-344B-BF08121192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335D6F-795F-EB1C-10BE-87E6B956A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41CDBE-D33C-52FB-8FF2-9D782958F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13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1786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3563-4386-0225-AB86-71F8D4EC1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48B04FA-C849-2818-BD4E-261352453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B1F678A-58A8-EB78-252F-40DEE690C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9DD7CCB-F4A2-8FC5-FF4E-370C59DA1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14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64291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224C-A78C-39E8-82BB-8ABBDD99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47CCA52-38CF-D697-25CD-5A378945B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3F53029-34C7-AF73-C06E-FB28F194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08A85D-8311-FF76-1B10-60CA8B4FF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15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08400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08411-CDEE-4EB3-2CCB-0FD39852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149416A-5876-6357-6864-F9240D1291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71487FF-572C-671E-FD41-AD27C1CA1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9B3ADC7-BDD4-CFCF-88D0-A2EBAD92FB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779172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CA595-DE0D-0F62-DD4B-8E5163AC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6800B70-569E-430D-D110-E644FFC79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AB1F68B-32CD-5786-A1C2-95FA7E1B81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93D087-BDCE-1BA4-6E56-5F08C5E26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18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20281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9C5BD-1DD2-F7FE-D372-10CD0CA62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6EF8A1-EC2E-CE38-A7E1-44C0784F4B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AD1B460-4255-8657-0792-078DCABC30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996619D-29AE-D6F3-F210-B045A2CD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19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3278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74C74-2B20-EA49-9058-D0780A600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EAF821-A970-0F60-058F-B1365E4B3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1D17AA7-D601-C193-0151-3300DC39F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27E063-A531-600F-8CA3-15E665F78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EA223-4F50-4DD6-9CC4-15E4F51256E0}" type="slidenum">
              <a:rPr lang="de-AT" smtClean="0"/>
              <a:t>21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019153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77587" y="1051413"/>
            <a:ext cx="8596539" cy="110251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77587" y="3349398"/>
            <a:ext cx="8596539" cy="1314450"/>
          </a:xfrm>
        </p:spPr>
        <p:txBody>
          <a:bodyPr anchor="b"/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AT"/>
              <a:t>Master-Untertitelformat bearbeiten</a:t>
            </a:r>
            <a:endParaRPr lang="de-DE"/>
          </a:p>
        </p:txBody>
      </p:sp>
      <p:pic>
        <p:nvPicPr>
          <p:cNvPr id="6" name="Grafik 5" descr="Ein Bild, das Grün, Farbigkeit, gelb, Grafiken enthält.&#10;&#10;Automatisch generierte Beschreibung">
            <a:extLst>
              <a:ext uri="{FF2B5EF4-FFF2-40B4-BE49-F238E27FC236}">
                <a16:creationId xmlns:a16="http://schemas.microsoft.com/office/drawing/2014/main" id="{6D0BD286-6761-F448-B43B-BCC043C523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65201"/>
            <a:ext cx="9144000" cy="417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31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226" userDrawn="1">
          <p15:clr>
            <a:srgbClr val="FBAE40"/>
          </p15:clr>
        </p15:guide>
        <p15:guide id="2" pos="5534" userDrawn="1">
          <p15:clr>
            <a:srgbClr val="FBAE40"/>
          </p15:clr>
        </p15:guide>
        <p15:guide id="3" orient="horz" pos="1003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686" userDrawn="1">
          <p15:clr>
            <a:srgbClr val="FBAE40"/>
          </p15:clr>
        </p15:guide>
        <p15:guide id="6" orient="horz" pos="4178" userDrawn="1">
          <p15:clr>
            <a:srgbClr val="FBAE40"/>
          </p15:clr>
        </p15:guide>
        <p15:guide id="7" pos="170" userDrawn="1">
          <p15:clr>
            <a:srgbClr val="FBAE40"/>
          </p15:clr>
        </p15:guide>
        <p15:guide id="8" pos="559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2292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816769"/>
            <a:ext cx="9144000" cy="41805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1064539"/>
            <a:ext cx="860425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3444479"/>
            <a:ext cx="8604251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691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0" y="1194197"/>
            <a:ext cx="9144000" cy="3375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8775" y="1949734"/>
            <a:ext cx="8604250" cy="1021556"/>
          </a:xfrm>
        </p:spPr>
        <p:txBody>
          <a:bodyPr anchor="b"/>
          <a:lstStyle>
            <a:lvl1pPr algn="ctr">
              <a:defRPr sz="4000" b="1" i="1" cap="none" baseline="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3254659"/>
            <a:ext cx="8604251" cy="1125140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45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277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63641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3166759" y="1675136"/>
            <a:ext cx="2808000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633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ins plus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289448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696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69876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75136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2"/>
          <p:cNvSpPr>
            <a:spLocks noGrp="1"/>
          </p:cNvSpPr>
          <p:nvPr>
            <p:ph sz="half" idx="13"/>
          </p:nvPr>
        </p:nvSpPr>
        <p:spPr>
          <a:xfrm>
            <a:off x="26498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2" name="Inhaltsplatzhalter 3"/>
          <p:cNvSpPr>
            <a:spLocks noGrp="1"/>
          </p:cNvSpPr>
          <p:nvPr>
            <p:ph sz="half" idx="14"/>
          </p:nvPr>
        </p:nvSpPr>
        <p:spPr>
          <a:xfrm>
            <a:off x="4648201" y="3165619"/>
            <a:ext cx="4225925" cy="1404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446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1999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4572000" y="1204233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358776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278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ymmetrisch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71845" y="1616700"/>
            <a:ext cx="4300156" cy="29529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9" name="Datumsplatzhalt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2" name="Titel 11"/>
          <p:cNvSpPr>
            <a:spLocks noGrp="1"/>
          </p:cNvSpPr>
          <p:nvPr>
            <p:ph type="title"/>
          </p:nvPr>
        </p:nvSpPr>
        <p:spPr>
          <a:xfrm>
            <a:off x="271846" y="1194197"/>
            <a:ext cx="4300155" cy="412467"/>
          </a:xfrm>
        </p:spPr>
        <p:txBody>
          <a:bodyPr anchor="b">
            <a:noAutofit/>
          </a:bodyPr>
          <a:lstStyle>
            <a:lvl1pPr algn="l">
              <a:defRPr sz="3200"/>
            </a:lvl1pPr>
          </a:lstStyle>
          <a:p>
            <a:r>
              <a:rPr lang="de-AT"/>
              <a:t>Mastertitelformat bearbeiten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3"/>
          </p:nvPr>
        </p:nvSpPr>
        <p:spPr>
          <a:xfrm>
            <a:off x="6019801" y="1194197"/>
            <a:ext cx="2765425" cy="3375422"/>
          </a:xfrm>
        </p:spPr>
        <p:txBody>
          <a:bodyPr/>
          <a:lstStyle/>
          <a:p>
            <a:r>
              <a:rPr lang="de-AT"/>
              <a:t>Bild auf Platzhalter ziehen oder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04990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5" y="816769"/>
            <a:ext cx="8602280" cy="857250"/>
          </a:xfrm>
        </p:spPr>
        <p:txBody>
          <a:bodyPr/>
          <a:lstStyle>
            <a:lvl1pPr>
              <a:defRPr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6" y="1751750"/>
            <a:ext cx="4227513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69876" y="2231572"/>
            <a:ext cx="4227513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751750"/>
            <a:ext cx="4227130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231572"/>
            <a:ext cx="4229100" cy="233804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9082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7374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4981" y="816769"/>
            <a:ext cx="3200533" cy="901814"/>
          </a:xfrm>
        </p:spPr>
        <p:txBody>
          <a:bodyPr anchor="t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816769"/>
            <a:ext cx="5297105" cy="3752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69876" y="1719943"/>
            <a:ext cx="3195638" cy="284967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624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69876" y="4144565"/>
            <a:ext cx="4302125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358775" y="816769"/>
            <a:ext cx="8426450" cy="332779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1999" y="4144565"/>
            <a:ext cx="4302125" cy="425054"/>
          </a:xfrm>
        </p:spPr>
        <p:txBody>
          <a:bodyPr anchor="b"/>
          <a:lstStyle>
            <a:lvl1pPr marL="0" indent="0" algn="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AT"/>
              <a:t>Mastertextformat bearbeiten</a:t>
            </a:r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12297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1194197"/>
            <a:ext cx="9144000" cy="394930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AT"/>
              <a:t>Bild auf Platzhalter ziehen oder durch Klicken auf Symbol hinzufügen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86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4430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816769"/>
            <a:ext cx="2244725" cy="3752850"/>
          </a:xfrm>
        </p:spPr>
        <p:txBody>
          <a:bodyPr vert="eaVert"/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69876" y="816769"/>
            <a:ext cx="6207125" cy="3752850"/>
          </a:xfrm>
        </p:spPr>
        <p:txBody>
          <a:bodyPr vert="eaVert"/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124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8085A53B-18B8-EB32-4D55-CC6B0AC6E306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93187" y="9981"/>
            <a:ext cx="8975098" cy="914400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69875" y="817886"/>
            <a:ext cx="8602280" cy="8572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AT"/>
              <a:t>Mastertitelformat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69875" y="1758043"/>
            <a:ext cx="8604250" cy="2811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AT"/>
              <a:t>Mastertextformat bearbeiten</a:t>
            </a:r>
          </a:p>
          <a:p>
            <a:pPr lvl="1"/>
            <a:r>
              <a:rPr lang="de-AT"/>
              <a:t>Zweite Ebene</a:t>
            </a:r>
          </a:p>
          <a:p>
            <a:pPr lvl="2"/>
            <a:r>
              <a:rPr lang="de-AT"/>
              <a:t>Dritte Ebene</a:t>
            </a:r>
          </a:p>
          <a:p>
            <a:pPr lvl="3"/>
            <a:r>
              <a:rPr lang="de-AT"/>
              <a:t>Vierte Ebene</a:t>
            </a:r>
          </a:p>
          <a:p>
            <a:pPr lvl="4"/>
            <a:r>
              <a:rPr lang="de-AT"/>
              <a:t>Fünfte Ebene</a:t>
            </a:r>
            <a:endParaRPr lang="de-DE"/>
          </a:p>
        </p:txBody>
      </p:sp>
      <p:sp>
        <p:nvSpPr>
          <p:cNvPr id="10" name="Textfeld 9"/>
          <p:cNvSpPr txBox="1"/>
          <p:nvPr/>
        </p:nvSpPr>
        <p:spPr>
          <a:xfrm>
            <a:off x="646655" y="313292"/>
            <a:ext cx="2537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1400" cap="all" baseline="0">
                <a:solidFill>
                  <a:schemeClr val="accent1"/>
                </a:solidFill>
                <a:latin typeface="+mn-lt"/>
                <a:cs typeface="Estrangelo Edessa" pitchFamily="66" charset="0"/>
              </a:rPr>
              <a:t>ANGEWANDTE INFORMATIK</a:t>
            </a:r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26498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738555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8C68F6-CEB4-C040-B3A3-CADDD499EB7C}" type="slidenum">
              <a:rPr lang="de-DE" smtClean="0"/>
              <a:pPr/>
              <a:t>‹Nr.›</a:t>
            </a:fld>
            <a:endParaRPr lang="de-DE"/>
          </a:p>
        </p:txBody>
      </p:sp>
      <p:cxnSp>
        <p:nvCxnSpPr>
          <p:cNvPr id="14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Gerade Verbindung 13"/>
          <p:cNvCxnSpPr/>
          <p:nvPr/>
        </p:nvCxnSpPr>
        <p:spPr>
          <a:xfrm>
            <a:off x="355601" y="4733925"/>
            <a:ext cx="8423275" cy="0"/>
          </a:xfrm>
          <a:prstGeom prst="line">
            <a:avLst/>
          </a:prstGeom>
          <a:ln w="6350" cmpd="sng">
            <a:solidFill>
              <a:schemeClr val="bg1">
                <a:lumMod val="75000"/>
              </a:schemeClr>
            </a:solidFill>
          </a:ln>
          <a:effectLst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25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5" r:id="rId13"/>
    <p:sldLayoutId id="2147483796" r:id="rId14"/>
    <p:sldLayoutId id="2147483797" r:id="rId15"/>
    <p:sldLayoutId id="2147483798" r:id="rId16"/>
    <p:sldLayoutId id="2147483799" r:id="rId1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ts val="600"/>
        </a:spcBef>
        <a:spcAft>
          <a:spcPts val="0"/>
        </a:spcAft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36000" indent="0" algn="l" defTabSz="457200" rtl="0" eaLnBrk="1" latinLnBrk="0" hangingPunct="1">
        <a:spcBef>
          <a:spcPts val="0"/>
        </a:spcBef>
        <a:buClr>
          <a:srgbClr val="F7A600"/>
        </a:buClr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003" userDrawn="1">
          <p15:clr>
            <a:srgbClr val="F26B43"/>
          </p15:clr>
        </p15:guide>
        <p15:guide id="1" pos="2880" userDrawn="1">
          <p15:clr>
            <a:srgbClr val="F26B43"/>
          </p15:clr>
        </p15:guide>
        <p15:guide id="2" pos="226" userDrawn="1">
          <p15:clr>
            <a:srgbClr val="F26B43"/>
          </p15:clr>
        </p15:guide>
        <p15:guide id="3" pos="170" userDrawn="1">
          <p15:clr>
            <a:srgbClr val="F26B43"/>
          </p15:clr>
        </p15:guide>
        <p15:guide id="4" pos="5534" userDrawn="1">
          <p15:clr>
            <a:srgbClr val="F26B43"/>
          </p15:clr>
        </p15:guide>
        <p15:guide id="5" pos="5590" userDrawn="1">
          <p15:clr>
            <a:srgbClr val="F26B43"/>
          </p15:clr>
        </p15:guide>
        <p15:guide id="6" orient="horz" pos="3838" userDrawn="1">
          <p15:clr>
            <a:srgbClr val="F26B43"/>
          </p15:clr>
        </p15:guide>
        <p15:guide id="7" orient="horz" pos="686" userDrawn="1">
          <p15:clr>
            <a:srgbClr val="F26B43"/>
          </p15:clr>
        </p15:guide>
        <p15:guide id="8" orient="horz" pos="417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E2F742F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A7AE6F2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55285" y="1333910"/>
            <a:ext cx="8596539" cy="1102519"/>
          </a:xfrm>
        </p:spPr>
        <p:txBody>
          <a:bodyPr/>
          <a:lstStyle/>
          <a:p>
            <a:r>
              <a:rPr lang="de-AT" err="1"/>
              <a:t>Mood</a:t>
            </a:r>
            <a:r>
              <a:rPr lang="de-AT"/>
              <a:t> Musik - Übung 1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255285" y="3639330"/>
            <a:ext cx="5394667" cy="1314450"/>
          </a:xfrm>
        </p:spPr>
        <p:txBody>
          <a:bodyPr/>
          <a:lstStyle/>
          <a:p>
            <a:r>
              <a:rPr lang="de-AT"/>
              <a:t>Alina Jury, Paula Döbler, Nikolaus Renner, Hannes Dieter, Steffen Marz</a:t>
            </a:r>
          </a:p>
        </p:txBody>
      </p:sp>
    </p:spTree>
    <p:extLst>
      <p:ext uri="{BB962C8B-B14F-4D97-AF65-F5344CB8AC3E}">
        <p14:creationId xmlns:p14="http://schemas.microsoft.com/office/powerpoint/2010/main" val="3537182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62CBF1-F95D-1660-F3AC-80F777457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68" y="286218"/>
            <a:ext cx="9304069" cy="857250"/>
          </a:xfrm>
        </p:spPr>
        <p:txBody>
          <a:bodyPr>
            <a:normAutofit fontScale="90000"/>
          </a:bodyPr>
          <a:lstStyle/>
          <a:p>
            <a:r>
              <a:rPr lang="de-DE"/>
              <a:t>Rahmenbedingungen – Rollen und Verantwortlichkeiten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74109589-1D00-EEAD-9047-79859167B2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109368"/>
              </p:ext>
            </p:extLst>
          </p:nvPr>
        </p:nvGraphicFramePr>
        <p:xfrm>
          <a:off x="198561" y="1167381"/>
          <a:ext cx="8578180" cy="38018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9331">
                  <a:extLst>
                    <a:ext uri="{9D8B030D-6E8A-4147-A177-3AD203B41FA5}">
                      <a16:colId xmlns:a16="http://schemas.microsoft.com/office/drawing/2014/main" val="1717849915"/>
                    </a:ext>
                  </a:extLst>
                </a:gridCol>
                <a:gridCol w="4869432">
                  <a:extLst>
                    <a:ext uri="{9D8B030D-6E8A-4147-A177-3AD203B41FA5}">
                      <a16:colId xmlns:a16="http://schemas.microsoft.com/office/drawing/2014/main" val="206121218"/>
                    </a:ext>
                  </a:extLst>
                </a:gridCol>
                <a:gridCol w="2539417">
                  <a:extLst>
                    <a:ext uri="{9D8B030D-6E8A-4147-A177-3AD203B41FA5}">
                      <a16:colId xmlns:a16="http://schemas.microsoft.com/office/drawing/2014/main" val="2668765626"/>
                    </a:ext>
                  </a:extLst>
                </a:gridCol>
              </a:tblGrid>
              <a:tr h="237265">
                <a:tc>
                  <a:txBody>
                    <a:bodyPr/>
                    <a:lstStyle/>
                    <a:p>
                      <a:pPr algn="ctr"/>
                      <a:endParaRPr lang="de-DE" sz="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300" marR="283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  <a:latin typeface="Calibri"/>
                        </a:rPr>
                        <a:t>Aufgaben, Verantwortungen, Befugnisse</a:t>
                      </a:r>
                      <a:endParaRPr lang="de-DE" sz="11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8300" marR="2830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Zuordnung zu Rollen in der Mood Music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8300" marR="28300" marT="0" marB="0" anchor="ctr"/>
                </a:tc>
                <a:extLst>
                  <a:ext uri="{0D108BD9-81ED-4DB2-BD59-A6C34878D82A}">
                    <a16:rowId xmlns:a16="http://schemas.microsoft.com/office/drawing/2014/main" val="3917783476"/>
                  </a:ext>
                </a:extLst>
              </a:tr>
              <a:tr h="1960526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  <a:latin typeface="Calibri"/>
                        </a:rPr>
                        <a:t>Risiko-Manager</a:t>
                      </a:r>
                      <a:endParaRPr lang="de-DE" sz="1100">
                        <a:effectLst/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28300" marR="283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100" dirty="0">
                          <a:effectLst/>
                        </a:rPr>
                        <a:t>Aufgaben:</a:t>
                      </a: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Einführung und Betrieb eines IS-RM-Prozesses</a:t>
                      </a:r>
                      <a:endParaRPr lang="de-DE" sz="11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Regelmäßige Risikoanalysen durchführen und dokumentieren</a:t>
                      </a:r>
                      <a:endParaRPr lang="de-DE" sz="11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Entwicklung von Maßnahmen zur Risikominderung in Abstimmung mit den Risiko-Eignern</a:t>
                      </a:r>
                      <a:endParaRPr lang="de-DE" sz="11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Berichterstattung an die Geschäftsführung</a:t>
                      </a:r>
                      <a:endParaRPr lang="de-DE" sz="1100" dirty="0">
                        <a:effectLst/>
                      </a:endParaRPr>
                    </a:p>
                    <a:p>
                      <a:pPr algn="l"/>
                      <a:r>
                        <a:rPr lang="de-AT" sz="1100" dirty="0">
                          <a:effectLst/>
                        </a:rPr>
                        <a:t>Verantwortungen:</a:t>
                      </a:r>
                      <a:endParaRPr lang="de-DE" sz="11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Durchführung und Berichterstattung der genannten Maßnahmen</a:t>
                      </a:r>
                      <a:endParaRPr lang="de-DE" sz="1100" dirty="0">
                        <a:effectLst/>
                      </a:endParaRPr>
                    </a:p>
                    <a:p>
                      <a:pPr algn="l"/>
                      <a:r>
                        <a:rPr lang="de-AT" sz="1100" dirty="0">
                          <a:effectLst/>
                        </a:rPr>
                        <a:t>Befugnisse:</a:t>
                      </a:r>
                      <a:endParaRPr lang="de-DE" sz="11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 dirty="0">
                          <a:effectLst/>
                        </a:rPr>
                        <a:t>Weisungsbefugnisse in Abstimmung mit der Geschäftsführung zur Umsetzung von Risikomanagementmaßnahmen </a:t>
                      </a:r>
                      <a:endParaRPr lang="de-DE" sz="1100" dirty="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8300" marR="283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Abteilungsleiter IT-Betrieb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700">
                        <a:effectLst/>
                      </a:endParaRPr>
                    </a:p>
                  </a:txBody>
                  <a:tcPr marL="28300" marR="28300" marT="0" marB="0"/>
                </a:tc>
                <a:extLst>
                  <a:ext uri="{0D108BD9-81ED-4DB2-BD59-A6C34878D82A}">
                    <a16:rowId xmlns:a16="http://schemas.microsoft.com/office/drawing/2014/main" val="89430675"/>
                  </a:ext>
                </a:extLst>
              </a:tr>
              <a:tr h="1604067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Risiko-Eigner 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(Risk Owner)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300" marR="283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700">
                          <a:effectLst/>
                        </a:rPr>
                        <a:t> </a:t>
                      </a:r>
                      <a:r>
                        <a:rPr lang="de-AT" sz="1100">
                          <a:effectLst/>
                        </a:rPr>
                        <a:t>Aufgaben: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Überwachung eines spezifischen Risikos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Meldung von Vorkommnissen an den Risiko-Manager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Entwicklung von Maßnahmen mit dem Risiko-Manager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Verantwortungen: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Steuerung des spezifischen Risikos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Befugnisse: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Trifft Entscheidungen über Maßnahmen zur Risikosteuerung</a:t>
                      </a:r>
                      <a:endParaRPr lang="de-DE" sz="11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100">
                          <a:effectLst/>
                        </a:rPr>
                        <a:t>Gibt Anweisungen an Mitarbeiter, um Maßnahmen umzusetzen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300" marR="2830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Risikoabhängig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300" marR="28300" marT="0" marB="0"/>
                </a:tc>
                <a:extLst>
                  <a:ext uri="{0D108BD9-81ED-4DB2-BD59-A6C34878D82A}">
                    <a16:rowId xmlns:a16="http://schemas.microsoft.com/office/drawing/2014/main" val="3219518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142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B2AE19-0777-364F-1A31-53E55EE7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668" y="389261"/>
            <a:ext cx="8602280" cy="857250"/>
          </a:xfrm>
        </p:spPr>
        <p:txBody>
          <a:bodyPr/>
          <a:lstStyle/>
          <a:p>
            <a:r>
              <a:rPr lang="de-DE"/>
              <a:t>Rahmenbedingungen - Schadenshöhe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3B215087-8A02-734E-27F1-9C4C53F0C0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8492808"/>
              </p:ext>
            </p:extLst>
          </p:nvPr>
        </p:nvGraphicFramePr>
        <p:xfrm>
          <a:off x="271845" y="1300976"/>
          <a:ext cx="8602278" cy="36307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8493">
                  <a:extLst>
                    <a:ext uri="{9D8B030D-6E8A-4147-A177-3AD203B41FA5}">
                      <a16:colId xmlns:a16="http://schemas.microsoft.com/office/drawing/2014/main" val="1292672793"/>
                    </a:ext>
                  </a:extLst>
                </a:gridCol>
                <a:gridCol w="1530757">
                  <a:extLst>
                    <a:ext uri="{9D8B030D-6E8A-4147-A177-3AD203B41FA5}">
                      <a16:colId xmlns:a16="http://schemas.microsoft.com/office/drawing/2014/main" val="1842953496"/>
                    </a:ext>
                  </a:extLst>
                </a:gridCol>
                <a:gridCol w="1530757">
                  <a:extLst>
                    <a:ext uri="{9D8B030D-6E8A-4147-A177-3AD203B41FA5}">
                      <a16:colId xmlns:a16="http://schemas.microsoft.com/office/drawing/2014/main" val="3847408026"/>
                    </a:ext>
                  </a:extLst>
                </a:gridCol>
                <a:gridCol w="1530757">
                  <a:extLst>
                    <a:ext uri="{9D8B030D-6E8A-4147-A177-3AD203B41FA5}">
                      <a16:colId xmlns:a16="http://schemas.microsoft.com/office/drawing/2014/main" val="3098651100"/>
                    </a:ext>
                  </a:extLst>
                </a:gridCol>
                <a:gridCol w="1530757">
                  <a:extLst>
                    <a:ext uri="{9D8B030D-6E8A-4147-A177-3AD203B41FA5}">
                      <a16:colId xmlns:a16="http://schemas.microsoft.com/office/drawing/2014/main" val="791459727"/>
                    </a:ext>
                  </a:extLst>
                </a:gridCol>
                <a:gridCol w="1530757">
                  <a:extLst>
                    <a:ext uri="{9D8B030D-6E8A-4147-A177-3AD203B41FA5}">
                      <a16:colId xmlns:a16="http://schemas.microsoft.com/office/drawing/2014/main" val="1926341644"/>
                    </a:ext>
                  </a:extLst>
                </a:gridCol>
              </a:tblGrid>
              <a:tr h="169871">
                <a:tc>
                  <a:txBody>
                    <a:bodyPr/>
                    <a:lstStyle/>
                    <a:p>
                      <a:pPr algn="l"/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 anchor="ctr"/>
                </a:tc>
                <a:tc>
                  <a:txBody>
                    <a:bodyPr/>
                    <a:lstStyle/>
                    <a:p>
                      <a:pPr algn="l"/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1 - gering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2 - mittel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3 - hoch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4 - sehr hoch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 anchor="ctr"/>
                </a:tc>
                <a:extLst>
                  <a:ext uri="{0D108BD9-81ED-4DB2-BD59-A6C34878D82A}">
                    <a16:rowId xmlns:a16="http://schemas.microsoft.com/office/drawing/2014/main" val="538026479"/>
                  </a:ext>
                </a:extLst>
              </a:tr>
              <a:tr h="1183098">
                <a:tc rowSpan="3"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Schadenskategorien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 vert="vert270" anchor="ctr"/>
                </a:tc>
                <a:tc>
                  <a:txBody>
                    <a:bodyPr/>
                    <a:lstStyle/>
                    <a:p>
                      <a:pPr algn="ctr"/>
                      <a:endParaRPr lang="de-DE" sz="1100">
                        <a:effectLst/>
                      </a:endParaRPr>
                    </a:p>
                    <a:p>
                      <a:pPr algn="ctr"/>
                      <a:endParaRPr lang="de-DE" sz="1100">
                        <a:effectLst/>
                      </a:endParaRPr>
                    </a:p>
                    <a:p>
                      <a:pPr algn="ctr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Image/Reputation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Kurzfristig präsent (1 Monat)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Mittelfristig präsent (1 Jahr)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Langfristig präsent (5 Jahre)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Bleibender Schaden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extLst>
                  <a:ext uri="{0D108BD9-81ED-4DB2-BD59-A6C34878D82A}">
                    <a16:rowId xmlns:a16="http://schemas.microsoft.com/office/drawing/2014/main" val="3635040153"/>
                  </a:ext>
                </a:extLst>
              </a:tr>
              <a:tr h="1352112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endParaRPr lang="de-AT" sz="1100">
                        <a:effectLst/>
                      </a:endParaRP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Finanzieller Schaden/Verlust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&lt;10.000 €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&lt;5% des Umsatzes</a:t>
                      </a: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Geringer finanzieller Schaden, kleinere Geldmengen gehen verloren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10.000€-50.000€</a:t>
                      </a:r>
                    </a:p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5-25% des Umsatzes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Erheblicher finanzieller Schaden, kann durch z.B. Reservern abgedeckt werden.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50.000-100.000€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DE" sz="1100">
                          <a:effectLst/>
                        </a:rPr>
                        <a:t>25-50% des Umsatzes</a:t>
                      </a: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Hoher finanzieller Schaden, kann z.B. durch Kredit abgefangen werden.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de-AT" sz="1100">
                          <a:effectLst/>
                        </a:rPr>
                        <a:t>&gt;100.000€ 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DE" sz="1100">
                          <a:effectLst/>
                        </a:rPr>
                        <a:t>&gt;50% des Umsatzes</a:t>
                      </a:r>
                    </a:p>
                    <a:p>
                      <a:pPr algn="l"/>
                      <a:endParaRPr lang="de-AT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Existenzbedrohender finanzieller Schaden, vollständige Insolvenz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extLst>
                  <a:ext uri="{0D108BD9-81ED-4DB2-BD59-A6C34878D82A}">
                    <a16:rowId xmlns:a16="http://schemas.microsoft.com/office/drawing/2014/main" val="606091359"/>
                  </a:ext>
                </a:extLst>
              </a:tr>
              <a:tr h="925707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Beeinträchtigung der Aufgabenerfüllung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Keine oder kaum spürbare Einschränkungen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Verzögerung und temporäre Ausfälle, keine kritische Einschränkung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Schwere Einschränkungen, Teile der Aufgabe der Aufgaben nicht erfüllbar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Totalausfall der Prozesse, Stillstand des Unternehmens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2359" marR="22359" marT="0" marB="0"/>
                </a:tc>
                <a:extLst>
                  <a:ext uri="{0D108BD9-81ED-4DB2-BD59-A6C34878D82A}">
                    <a16:rowId xmlns:a16="http://schemas.microsoft.com/office/drawing/2014/main" val="2192038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88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83C203-7822-5260-8367-05B6021C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412990"/>
            <a:ext cx="8602280" cy="857250"/>
          </a:xfrm>
        </p:spPr>
        <p:txBody>
          <a:bodyPr/>
          <a:lstStyle/>
          <a:p>
            <a:r>
              <a:rPr lang="de-DE"/>
              <a:t>Rahmenbedingungen - Eintrittswahrscheinlichkeit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3B272EC-0242-4C93-1E74-D4F2F19356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6731373"/>
              </p:ext>
            </p:extLst>
          </p:nvPr>
        </p:nvGraphicFramePr>
        <p:xfrm>
          <a:off x="394011" y="1270240"/>
          <a:ext cx="8214730" cy="37708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0418">
                  <a:extLst>
                    <a:ext uri="{9D8B030D-6E8A-4147-A177-3AD203B41FA5}">
                      <a16:colId xmlns:a16="http://schemas.microsoft.com/office/drawing/2014/main" val="397817987"/>
                    </a:ext>
                  </a:extLst>
                </a:gridCol>
                <a:gridCol w="875481">
                  <a:extLst>
                    <a:ext uri="{9D8B030D-6E8A-4147-A177-3AD203B41FA5}">
                      <a16:colId xmlns:a16="http://schemas.microsoft.com/office/drawing/2014/main" val="2748727225"/>
                    </a:ext>
                  </a:extLst>
                </a:gridCol>
                <a:gridCol w="6948831">
                  <a:extLst>
                    <a:ext uri="{9D8B030D-6E8A-4147-A177-3AD203B41FA5}">
                      <a16:colId xmlns:a16="http://schemas.microsoft.com/office/drawing/2014/main" val="2669484811"/>
                    </a:ext>
                  </a:extLst>
                </a:gridCol>
              </a:tblGrid>
              <a:tr h="296147"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Stufe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Bezeichnung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200">
                          <a:effectLst/>
                        </a:rPr>
                        <a:t>Beschreibung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extLst>
                  <a:ext uri="{0D108BD9-81ED-4DB2-BD59-A6C34878D82A}">
                    <a16:rowId xmlns:a16="http://schemas.microsoft.com/office/drawing/2014/main" val="2781541648"/>
                  </a:ext>
                </a:extLst>
              </a:tr>
              <a:tr h="709971"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1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  <a:latin typeface="+mn-lt"/>
                        </a:rPr>
                        <a:t>Gering</a:t>
                      </a:r>
                    </a:p>
                    <a:p>
                      <a:pPr algn="ctr"/>
                      <a:r>
                        <a:rPr lang="de-AT" sz="1200">
                          <a:effectLst/>
                          <a:latin typeface="+mn-lt"/>
                          <a:ea typeface="Calibri"/>
                          <a:cs typeface="Arial"/>
                        </a:rPr>
                        <a:t>(1 %)</a:t>
                      </a:r>
                      <a:endParaRPr lang="de-DE" sz="120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Das Risiko tritt praktisch nie ein. Es gibt kaum Anzeichen oder Vorkomnisse.</a:t>
                      </a:r>
                      <a:endParaRPr lang="de-DE" sz="12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Kriterien: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Bisher keine vergleichbaren Vorfälle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Technische und organisatorische Hürden sind sehr hoch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extLst>
                  <a:ext uri="{0D108BD9-81ED-4DB2-BD59-A6C34878D82A}">
                    <a16:rowId xmlns:a16="http://schemas.microsoft.com/office/drawing/2014/main" val="3625910568"/>
                  </a:ext>
                </a:extLst>
              </a:tr>
              <a:tr h="709971"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2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  <a:latin typeface="+mn-lt"/>
                        </a:rPr>
                        <a:t>Mittel</a:t>
                      </a:r>
                    </a:p>
                    <a:p>
                      <a:pPr algn="ctr"/>
                      <a:r>
                        <a:rPr lang="de-AT" sz="1200">
                          <a:effectLst/>
                          <a:latin typeface="+mn-lt"/>
                          <a:ea typeface="Calibri"/>
                          <a:cs typeface="Arial"/>
                        </a:rPr>
                        <a:t>(10 %)</a:t>
                      </a:r>
                      <a:endParaRPr lang="de-DE" sz="120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Das Risiko tritt selten-gelegentlich ein. Es gab vereinzelte Vorfälle</a:t>
                      </a:r>
                      <a:endParaRPr lang="de-DE" sz="12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Kriterien: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Ein bis zwei Vorfälle in mehreren Jahren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Kontrollmaßnahmen vorhanden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extLst>
                  <a:ext uri="{0D108BD9-81ED-4DB2-BD59-A6C34878D82A}">
                    <a16:rowId xmlns:a16="http://schemas.microsoft.com/office/drawing/2014/main" val="3029614548"/>
                  </a:ext>
                </a:extLst>
              </a:tr>
              <a:tr h="1064957"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3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  <a:latin typeface="+mn-lt"/>
                        </a:rPr>
                        <a:t>Hoch</a:t>
                      </a:r>
                    </a:p>
                    <a:p>
                      <a:pPr algn="ctr"/>
                      <a:r>
                        <a:rPr lang="de-AT" sz="1200">
                          <a:effectLst/>
                          <a:latin typeface="+mn-lt"/>
                          <a:ea typeface="Calibri"/>
                          <a:cs typeface="Arial"/>
                        </a:rPr>
                        <a:t>(50 %)</a:t>
                      </a:r>
                      <a:endParaRPr lang="de-DE" sz="120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Das Risiko tritt häufig ein</a:t>
                      </a:r>
                      <a:endParaRPr lang="de-DE" sz="12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Bekannte Schwachstellen oder wiederkehrende Vorkommnisse</a:t>
                      </a:r>
                      <a:endParaRPr lang="de-DE" sz="12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>
                          <a:effectLst/>
                        </a:rPr>
                        <a:t>Kriterien: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Mehrere Vorfälle pro Jahr </a:t>
                      </a:r>
                      <a:endParaRPr lang="de-DE" sz="120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>
                          <a:effectLst/>
                        </a:rPr>
                        <a:t>Unzureichende Maßnahmen vorhanden</a:t>
                      </a:r>
                      <a:endParaRPr lang="de-DE" sz="1200">
                        <a:effectLst/>
                      </a:endParaRPr>
                    </a:p>
                    <a:p>
                      <a:pPr algn="l"/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extLst>
                  <a:ext uri="{0D108BD9-81ED-4DB2-BD59-A6C34878D82A}">
                    <a16:rowId xmlns:a16="http://schemas.microsoft.com/office/drawing/2014/main" val="956962280"/>
                  </a:ext>
                </a:extLst>
              </a:tr>
              <a:tr h="887464"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</a:rPr>
                        <a:t>4</a:t>
                      </a:r>
                      <a:endParaRPr lang="de-DE" sz="12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200">
                          <a:effectLst/>
                          <a:latin typeface="+mn-lt"/>
                        </a:rPr>
                        <a:t>sehr hoch</a:t>
                      </a:r>
                    </a:p>
                    <a:p>
                      <a:pPr algn="ctr"/>
                      <a:r>
                        <a:rPr lang="de-AT" sz="1200">
                          <a:effectLst/>
                          <a:latin typeface="+mn-lt"/>
                          <a:ea typeface="Calibri"/>
                          <a:cs typeface="Arial"/>
                        </a:rPr>
                        <a:t>(90 %)</a:t>
                      </a:r>
                      <a:endParaRPr lang="de-DE" sz="120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23782" marR="23782" marT="0" marB="0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 dirty="0">
                          <a:effectLst/>
                        </a:rPr>
                        <a:t>Das Risiko tritt nahezu sicher ein</a:t>
                      </a:r>
                      <a:endParaRPr lang="de-DE" sz="12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 dirty="0">
                          <a:effectLst/>
                        </a:rPr>
                        <a:t>Ständig vorhanden oder bereits eingetreten</a:t>
                      </a:r>
                      <a:endParaRPr lang="de-DE" sz="1200" dirty="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200" dirty="0">
                          <a:effectLst/>
                        </a:rPr>
                        <a:t>Kriterien:</a:t>
                      </a:r>
                      <a:endParaRPr lang="de-DE" sz="1200" dirty="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 dirty="0">
                          <a:effectLst/>
                        </a:rPr>
                        <a:t>Regelmäßige Vorfälle</a:t>
                      </a:r>
                      <a:endParaRPr lang="de-DE" sz="1200" dirty="0">
                        <a:effectLst/>
                      </a:endParaRPr>
                    </a:p>
                    <a:p>
                      <a:pPr marL="742950" lvl="1" indent="-285750" algn="l">
                        <a:buFont typeface="Courier New" panose="02070309020205020404" pitchFamily="49" charset="0"/>
                        <a:buChar char="o"/>
                      </a:pPr>
                      <a:r>
                        <a:rPr lang="de-AT" sz="1200" dirty="0">
                          <a:effectLst/>
                        </a:rPr>
                        <a:t>Keine Sicherheitsmaßnahmen vorhanden</a:t>
                      </a:r>
                      <a:endParaRPr lang="de-DE" sz="12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82" marR="23782" marT="0" marB="0"/>
                </a:tc>
                <a:extLst>
                  <a:ext uri="{0D108BD9-81ED-4DB2-BD59-A6C34878D82A}">
                    <a16:rowId xmlns:a16="http://schemas.microsoft.com/office/drawing/2014/main" val="667893481"/>
                  </a:ext>
                </a:extLst>
              </a:tr>
            </a:tbl>
          </a:graphicData>
        </a:graphic>
      </p:graphicFrame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1403D5-7695-8CAB-D4AC-7F7F7910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6823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C3A3B-9423-0F1A-984F-C2A0270B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73665D-FDBF-23D5-8D14-402719510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524193"/>
            <a:ext cx="8602280" cy="857250"/>
          </a:xfrm>
        </p:spPr>
        <p:txBody>
          <a:bodyPr/>
          <a:lstStyle/>
          <a:p>
            <a:r>
              <a:rPr lang="de-DE"/>
              <a:t>Rahmenbedingungen – Risikomatrix mit Klassen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8A4479F-37CA-1A1A-D8E2-2AC4B2F0F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14" name="Inhaltsplatzhalter 13">
            <a:extLst>
              <a:ext uri="{FF2B5EF4-FFF2-40B4-BE49-F238E27FC236}">
                <a16:creationId xmlns:a16="http://schemas.microsoft.com/office/drawing/2014/main" id="{97B8F721-5E0E-4DCE-2046-E3D6196ACA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00124" y="1404735"/>
            <a:ext cx="8343751" cy="3339235"/>
          </a:xfrm>
        </p:spPr>
      </p:pic>
    </p:spTree>
    <p:extLst>
      <p:ext uri="{BB962C8B-B14F-4D97-AF65-F5344CB8AC3E}">
        <p14:creationId xmlns:p14="http://schemas.microsoft.com/office/powerpoint/2010/main" val="3241370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77F4-CC67-8E35-D658-A1044890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D1A52-0271-D591-A81D-E60E452C4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524193"/>
            <a:ext cx="8602280" cy="857250"/>
          </a:xfrm>
        </p:spPr>
        <p:txBody>
          <a:bodyPr/>
          <a:lstStyle/>
          <a:p>
            <a:r>
              <a:rPr lang="de-DE"/>
              <a:t>Rahmenbedingungen – Umgang mit Risiken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886C42-2EE0-C947-A229-6EE20186E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6</a:t>
            </a:fld>
            <a:endParaRPr lang="de-DE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6E0CD27C-7366-0EAE-9016-6CC23ECC39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8034"/>
              </p:ext>
            </p:extLst>
          </p:nvPr>
        </p:nvGraphicFramePr>
        <p:xfrm>
          <a:off x="270860" y="1381443"/>
          <a:ext cx="8454040" cy="35014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9687">
                  <a:extLst>
                    <a:ext uri="{9D8B030D-6E8A-4147-A177-3AD203B41FA5}">
                      <a16:colId xmlns:a16="http://schemas.microsoft.com/office/drawing/2014/main" val="3318133328"/>
                    </a:ext>
                  </a:extLst>
                </a:gridCol>
                <a:gridCol w="7504353">
                  <a:extLst>
                    <a:ext uri="{9D8B030D-6E8A-4147-A177-3AD203B41FA5}">
                      <a16:colId xmlns:a16="http://schemas.microsoft.com/office/drawing/2014/main" val="1845464698"/>
                    </a:ext>
                  </a:extLst>
                </a:gridCol>
              </a:tblGrid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Risikoklasse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400">
                          <a:effectLst/>
                        </a:rPr>
                        <a:t>Vorgabe zum Umgang mit Risiken in dieser Klasse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 anchor="ctr"/>
                </a:tc>
                <a:extLst>
                  <a:ext uri="{0D108BD9-81ED-4DB2-BD59-A6C34878D82A}">
                    <a16:rowId xmlns:a16="http://schemas.microsoft.com/office/drawing/2014/main" val="3348757071"/>
                  </a:ext>
                </a:extLst>
              </a:tr>
              <a:tr h="1056131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hoch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Meldung an Geschäftsführung und Abteilungsleiter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Meldung Ad hoc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Risikobehandlung zwingend erforderlich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Akzeptanz: unzulässig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/>
                </a:tc>
                <a:extLst>
                  <a:ext uri="{0D108BD9-81ED-4DB2-BD59-A6C34878D82A}">
                    <a16:rowId xmlns:a16="http://schemas.microsoft.com/office/drawing/2014/main" val="1455996090"/>
                  </a:ext>
                </a:extLst>
              </a:tr>
              <a:tr h="1056131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mittel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Meldung an Abteilungsleiter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Regelmäßiger Bericht (monatlich) und Ad hoc bei Auftreten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Risikobehandlung sehr empfohlen, je nach Stärke des Risikos und der Ressourcenlage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Akzeptanz: Entscheidung durch Geschäftsführung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/>
                </a:tc>
                <a:extLst>
                  <a:ext uri="{0D108BD9-81ED-4DB2-BD59-A6C34878D82A}">
                    <a16:rowId xmlns:a16="http://schemas.microsoft.com/office/drawing/2014/main" val="1662515528"/>
                  </a:ext>
                </a:extLst>
              </a:tr>
              <a:tr h="1056131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gering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Meldung an Teamleiter und evtl. Abteilungsleiter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Quartalsbericht / im Rahmen von regulären Berichten / Meetings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Risikobehandlung optional, Monitoring ausreichend</a:t>
                      </a:r>
                      <a:endParaRPr lang="de-DE" sz="1400">
                        <a:effectLst/>
                      </a:endParaRPr>
                    </a:p>
                    <a:p>
                      <a:pPr marL="342900" lvl="0" indent="-342900" algn="l">
                        <a:buFont typeface="Symbol" panose="05050102010706020507" pitchFamily="18" charset="2"/>
                        <a:buChar char=""/>
                      </a:pPr>
                      <a:r>
                        <a:rPr lang="de-AT" sz="1400">
                          <a:effectLst/>
                        </a:rPr>
                        <a:t>Akzeptanz: Entscheidung durch Abteilungsleiter 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040" marR="25040" marT="0" marB="0"/>
                </a:tc>
                <a:extLst>
                  <a:ext uri="{0D108BD9-81ED-4DB2-BD59-A6C34878D82A}">
                    <a16:rowId xmlns:a16="http://schemas.microsoft.com/office/drawing/2014/main" val="380047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960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A6C7B-F803-A990-A2FA-B6E56848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9E36D6-E427-A08C-17F0-08A2568CB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524193"/>
            <a:ext cx="8602280" cy="857250"/>
          </a:xfrm>
        </p:spPr>
        <p:txBody>
          <a:bodyPr/>
          <a:lstStyle/>
          <a:p>
            <a:r>
              <a:rPr lang="de-DE"/>
              <a:t>Rahmenbedingungen – Risikoeigner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6D8B397-76BD-F9E0-9359-48DF29D68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7</a:t>
            </a:fld>
            <a:endParaRPr lang="de-DE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17B73B2F-CFD0-6C1A-CE85-D6F19DB19B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326006"/>
              </p:ext>
            </p:extLst>
          </p:nvPr>
        </p:nvGraphicFramePr>
        <p:xfrm>
          <a:off x="383080" y="1389839"/>
          <a:ext cx="8377839" cy="33774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3174">
                  <a:extLst>
                    <a:ext uri="{9D8B030D-6E8A-4147-A177-3AD203B41FA5}">
                      <a16:colId xmlns:a16="http://schemas.microsoft.com/office/drawing/2014/main" val="848278660"/>
                    </a:ext>
                  </a:extLst>
                </a:gridCol>
                <a:gridCol w="1838214">
                  <a:extLst>
                    <a:ext uri="{9D8B030D-6E8A-4147-A177-3AD203B41FA5}">
                      <a16:colId xmlns:a16="http://schemas.microsoft.com/office/drawing/2014/main" val="174482495"/>
                    </a:ext>
                  </a:extLst>
                </a:gridCol>
                <a:gridCol w="1838817">
                  <a:extLst>
                    <a:ext uri="{9D8B030D-6E8A-4147-A177-3AD203B41FA5}">
                      <a16:colId xmlns:a16="http://schemas.microsoft.com/office/drawing/2014/main" val="2340656849"/>
                    </a:ext>
                  </a:extLst>
                </a:gridCol>
                <a:gridCol w="1838817">
                  <a:extLst>
                    <a:ext uri="{9D8B030D-6E8A-4147-A177-3AD203B41FA5}">
                      <a16:colId xmlns:a16="http://schemas.microsoft.com/office/drawing/2014/main" val="559382049"/>
                    </a:ext>
                  </a:extLst>
                </a:gridCol>
                <a:gridCol w="1838817">
                  <a:extLst>
                    <a:ext uri="{9D8B030D-6E8A-4147-A177-3AD203B41FA5}">
                      <a16:colId xmlns:a16="http://schemas.microsoft.com/office/drawing/2014/main" val="1592654370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Risikoklasse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Vermeidung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Reduktion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Übertragung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Akzeptanz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extLst>
                  <a:ext uri="{0D108BD9-81ED-4DB2-BD59-A6C34878D82A}">
                    <a16:rowId xmlns:a16="http://schemas.microsoft.com/office/drawing/2014/main" val="3726300905"/>
                  </a:ext>
                </a:extLst>
              </a:tr>
              <a:tr h="982933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hoch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Geschäftsführung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Geschäftsführung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Geschäftsführung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Unzulässig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extLst>
                  <a:ext uri="{0D108BD9-81ED-4DB2-BD59-A6C34878D82A}">
                    <a16:rowId xmlns:a16="http://schemas.microsoft.com/office/drawing/2014/main" val="621238783"/>
                  </a:ext>
                </a:extLst>
              </a:tr>
              <a:tr h="982933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mittel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Geschäftsführung / Abteilungsleiter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Geschäftsführung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extLst>
                  <a:ext uri="{0D108BD9-81ED-4DB2-BD59-A6C34878D82A}">
                    <a16:rowId xmlns:a16="http://schemas.microsoft.com/office/drawing/2014/main" val="1974073445"/>
                  </a:ext>
                </a:extLst>
              </a:tr>
              <a:tr h="982933"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gering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 / Teamleiter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 / Teamleiter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 / Teamleiter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1400">
                          <a:effectLst/>
                        </a:rPr>
                        <a:t>Abteilungsleiter / Teamleiter</a:t>
                      </a:r>
                      <a:endParaRPr lang="de-DE" sz="14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4115" marR="34115" marT="0" marB="0"/>
                </a:tc>
                <a:extLst>
                  <a:ext uri="{0D108BD9-81ED-4DB2-BD59-A6C34878D82A}">
                    <a16:rowId xmlns:a16="http://schemas.microsoft.com/office/drawing/2014/main" val="4147879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38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D42C5-9AD0-EABF-582B-C734A18C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6869A6-0707-F54F-67B6-FE87C6C7C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85" y="1333910"/>
            <a:ext cx="8596539" cy="1102519"/>
          </a:xfrm>
        </p:spPr>
        <p:txBody>
          <a:bodyPr/>
          <a:lstStyle/>
          <a:p>
            <a:r>
              <a:rPr lang="de-AT" err="1"/>
              <a:t>Mood</a:t>
            </a:r>
            <a:r>
              <a:rPr lang="de-AT"/>
              <a:t> Music – Übung 2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3E28B63-8AF4-3B69-539A-850A25634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85" y="3639330"/>
            <a:ext cx="5394667" cy="1314450"/>
          </a:xfrm>
        </p:spPr>
        <p:txBody>
          <a:bodyPr/>
          <a:lstStyle/>
          <a:p>
            <a:r>
              <a:rPr lang="de-AT"/>
              <a:t>Alina Jury, Paula Döbler, Nikolaus Renner, Hannes Dieter, Steffen Marz</a:t>
            </a:r>
          </a:p>
        </p:txBody>
      </p:sp>
    </p:spTree>
    <p:extLst>
      <p:ext uri="{BB962C8B-B14F-4D97-AF65-F5344CB8AC3E}">
        <p14:creationId xmlns:p14="http://schemas.microsoft.com/office/powerpoint/2010/main" val="2458296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FB500-C4AC-B942-9C9B-707762D5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FAE7E9-3B99-71E2-2D47-A29DA1D2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Business Impact Analyse</a:t>
            </a:r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28805C-C80F-C1CE-EE89-DBC60D3B5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9</a:t>
            </a:fld>
            <a:endParaRPr lang="de-DE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E390FC88-3E4C-CD98-857B-A05860575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2811721"/>
              </p:ext>
            </p:extLst>
          </p:nvPr>
        </p:nvGraphicFramePr>
        <p:xfrm>
          <a:off x="85726" y="1267142"/>
          <a:ext cx="8934448" cy="3809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1156">
                  <a:extLst>
                    <a:ext uri="{9D8B030D-6E8A-4147-A177-3AD203B41FA5}">
                      <a16:colId xmlns:a16="http://schemas.microsoft.com/office/drawing/2014/main" val="610040103"/>
                    </a:ext>
                  </a:extLst>
                </a:gridCol>
                <a:gridCol w="1375626">
                  <a:extLst>
                    <a:ext uri="{9D8B030D-6E8A-4147-A177-3AD203B41FA5}">
                      <a16:colId xmlns:a16="http://schemas.microsoft.com/office/drawing/2014/main" val="235569694"/>
                    </a:ext>
                  </a:extLst>
                </a:gridCol>
                <a:gridCol w="1375626">
                  <a:extLst>
                    <a:ext uri="{9D8B030D-6E8A-4147-A177-3AD203B41FA5}">
                      <a16:colId xmlns:a16="http://schemas.microsoft.com/office/drawing/2014/main" val="1924000948"/>
                    </a:ext>
                  </a:extLst>
                </a:gridCol>
                <a:gridCol w="590110">
                  <a:extLst>
                    <a:ext uri="{9D8B030D-6E8A-4147-A177-3AD203B41FA5}">
                      <a16:colId xmlns:a16="http://schemas.microsoft.com/office/drawing/2014/main" val="2019378055"/>
                    </a:ext>
                  </a:extLst>
                </a:gridCol>
                <a:gridCol w="642519">
                  <a:extLst>
                    <a:ext uri="{9D8B030D-6E8A-4147-A177-3AD203B41FA5}">
                      <a16:colId xmlns:a16="http://schemas.microsoft.com/office/drawing/2014/main" val="1656470102"/>
                    </a:ext>
                  </a:extLst>
                </a:gridCol>
                <a:gridCol w="642519">
                  <a:extLst>
                    <a:ext uri="{9D8B030D-6E8A-4147-A177-3AD203B41FA5}">
                      <a16:colId xmlns:a16="http://schemas.microsoft.com/office/drawing/2014/main" val="2467335449"/>
                    </a:ext>
                  </a:extLst>
                </a:gridCol>
                <a:gridCol w="550638">
                  <a:extLst>
                    <a:ext uri="{9D8B030D-6E8A-4147-A177-3AD203B41FA5}">
                      <a16:colId xmlns:a16="http://schemas.microsoft.com/office/drawing/2014/main" val="868673611"/>
                    </a:ext>
                  </a:extLst>
                </a:gridCol>
                <a:gridCol w="550638">
                  <a:extLst>
                    <a:ext uri="{9D8B030D-6E8A-4147-A177-3AD203B41FA5}">
                      <a16:colId xmlns:a16="http://schemas.microsoft.com/office/drawing/2014/main" val="2514981497"/>
                    </a:ext>
                  </a:extLst>
                </a:gridCol>
                <a:gridCol w="641872">
                  <a:extLst>
                    <a:ext uri="{9D8B030D-6E8A-4147-A177-3AD203B41FA5}">
                      <a16:colId xmlns:a16="http://schemas.microsoft.com/office/drawing/2014/main" val="3874821719"/>
                    </a:ext>
                  </a:extLst>
                </a:gridCol>
                <a:gridCol w="641872">
                  <a:extLst>
                    <a:ext uri="{9D8B030D-6E8A-4147-A177-3AD203B41FA5}">
                      <a16:colId xmlns:a16="http://schemas.microsoft.com/office/drawing/2014/main" val="1223986667"/>
                    </a:ext>
                  </a:extLst>
                </a:gridCol>
                <a:gridCol w="641872">
                  <a:extLst>
                    <a:ext uri="{9D8B030D-6E8A-4147-A177-3AD203B41FA5}">
                      <a16:colId xmlns:a16="http://schemas.microsoft.com/office/drawing/2014/main" val="2462312197"/>
                    </a:ext>
                  </a:extLst>
                </a:gridCol>
              </a:tblGrid>
              <a:tr h="131957">
                <a:tc rowSpan="2"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Prozess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Mögliche 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Auswirkungen 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(Schadenskategorien)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Enthaltene Assets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gridSpan="5"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Business Impact / Schadensverlauf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MTPD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rowSpan="2">
                  <a:txBody>
                    <a:bodyPr/>
                    <a:lstStyle/>
                    <a:p>
                      <a:pPr algn="ctr"/>
                      <a:endParaRPr lang="de-DE" sz="1100">
                        <a:effectLst/>
                      </a:endParaRPr>
                    </a:p>
                    <a:p>
                      <a:pPr algn="ctr"/>
                      <a:r>
                        <a:rPr lang="de-AT" sz="1100">
                          <a:effectLst/>
                        </a:rPr>
                        <a:t>RTO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/>
                </a:tc>
                <a:tc rowSpan="2">
                  <a:txBody>
                    <a:bodyPr/>
                    <a:lstStyle/>
                    <a:p>
                      <a:pPr algn="ctr"/>
                      <a:endParaRPr lang="de-DE" sz="1100">
                        <a:effectLst/>
                      </a:endParaRPr>
                    </a:p>
                    <a:p>
                      <a:pPr algn="ctr"/>
                      <a:r>
                        <a:rPr lang="de-AT" sz="1100">
                          <a:effectLst/>
                        </a:rPr>
                        <a:t>RPO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/>
                </a:tc>
                <a:extLst>
                  <a:ext uri="{0D108BD9-81ED-4DB2-BD59-A6C34878D82A}">
                    <a16:rowId xmlns:a16="http://schemas.microsoft.com/office/drawing/2014/main" val="23148161"/>
                  </a:ext>
                </a:extLst>
              </a:tr>
              <a:tr h="387073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 Stunde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24 Stunden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 Tage 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7 Tage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30 Tage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ctr"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0750626"/>
                  </a:ext>
                </a:extLst>
              </a:tr>
              <a:tr h="1084978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Produktbetrieb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Image/Reputation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Beeinträchtigung der Aufgabenerfüllung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Algorithmus</a:t>
                      </a:r>
                      <a:endParaRPr lang="de-DE" sz="1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de-AT" sz="1100">
                          <a:effectLst/>
                        </a:rPr>
                        <a:t>Streamingdienst</a:t>
                      </a:r>
                      <a:endParaRPr lang="de-DE" sz="110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de-AT" sz="1100">
                          <a:effectLst/>
                        </a:rPr>
                        <a:t>MusikDb</a:t>
                      </a:r>
                      <a:endParaRPr lang="de-DE" sz="1100" err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2 (mittel)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 (hoch)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 (sehr 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 (sehr 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 (sehr 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24 h 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1h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Na.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extLst>
                  <a:ext uri="{0D108BD9-81ED-4DB2-BD59-A6C34878D82A}">
                    <a16:rowId xmlns:a16="http://schemas.microsoft.com/office/drawing/2014/main" val="3426828703"/>
                  </a:ext>
                </a:extLst>
              </a:tr>
              <a:tr h="1084978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Marketing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Finanzieller Schaden/Verlust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Kooperationen und Sonderaktionen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Werbekampagnen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1 (gering)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 (gering)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 (mittel)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 (mittel)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 (hoch)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30 Tage 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7Tage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3Tage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extLst>
                  <a:ext uri="{0D108BD9-81ED-4DB2-BD59-A6C34878D82A}">
                    <a16:rowId xmlns:a16="http://schemas.microsoft.com/office/drawing/2014/main" val="2151443098"/>
                  </a:ext>
                </a:extLst>
              </a:tr>
              <a:tr h="1084978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Datenauswertung und -Aggregation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Finanzieller Schaden/Verlust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Image/Reputation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Daten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Auswertung Daten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Verbesserung Algorithmus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1 (gering)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 (mittel)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 (hoch)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 (hoch)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 (sehr hoch)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24h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1h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24h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5500" marR="25500" marT="0" marB="0" anchor="b"/>
                </a:tc>
                <a:extLst>
                  <a:ext uri="{0D108BD9-81ED-4DB2-BD59-A6C34878D82A}">
                    <a16:rowId xmlns:a16="http://schemas.microsoft.com/office/drawing/2014/main" val="516322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684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8E58D-D360-F95A-F326-ADF837F0F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33D74-68D7-6F62-FB5D-DBBF3E3E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" y="571500"/>
            <a:ext cx="8602280" cy="609918"/>
          </a:xfrm>
        </p:spPr>
        <p:txBody>
          <a:bodyPr/>
          <a:lstStyle/>
          <a:p>
            <a:r>
              <a:rPr lang="de-DE"/>
              <a:t>Bedrohungsidentifikation</a:t>
            </a: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1D6F738-F121-D6AC-897D-8755273D49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481947"/>
              </p:ext>
            </p:extLst>
          </p:nvPr>
        </p:nvGraphicFramePr>
        <p:xfrm>
          <a:off x="152399" y="1162369"/>
          <a:ext cx="8839201" cy="394663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6078">
                  <a:extLst>
                    <a:ext uri="{9D8B030D-6E8A-4147-A177-3AD203B41FA5}">
                      <a16:colId xmlns:a16="http://schemas.microsoft.com/office/drawing/2014/main" val="1641775792"/>
                    </a:ext>
                  </a:extLst>
                </a:gridCol>
                <a:gridCol w="1801990">
                  <a:extLst>
                    <a:ext uri="{9D8B030D-6E8A-4147-A177-3AD203B41FA5}">
                      <a16:colId xmlns:a16="http://schemas.microsoft.com/office/drawing/2014/main" val="1959317635"/>
                    </a:ext>
                  </a:extLst>
                </a:gridCol>
                <a:gridCol w="2093711">
                  <a:extLst>
                    <a:ext uri="{9D8B030D-6E8A-4147-A177-3AD203B41FA5}">
                      <a16:colId xmlns:a16="http://schemas.microsoft.com/office/drawing/2014/main" val="1493981594"/>
                    </a:ext>
                  </a:extLst>
                </a:gridCol>
                <a:gridCol w="2093711">
                  <a:extLst>
                    <a:ext uri="{9D8B030D-6E8A-4147-A177-3AD203B41FA5}">
                      <a16:colId xmlns:a16="http://schemas.microsoft.com/office/drawing/2014/main" val="2483196062"/>
                    </a:ext>
                  </a:extLst>
                </a:gridCol>
                <a:gridCol w="2093711">
                  <a:extLst>
                    <a:ext uri="{9D8B030D-6E8A-4147-A177-3AD203B41FA5}">
                      <a16:colId xmlns:a16="http://schemas.microsoft.com/office/drawing/2014/main" val="3280048255"/>
                    </a:ext>
                  </a:extLst>
                </a:gridCol>
              </a:tblGrid>
              <a:tr h="163086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Risiko Nr.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Bezeichnung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Beschreibung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Bedrohung(en)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Schwachstelle(n)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 anchor="ctr"/>
                </a:tc>
                <a:extLst>
                  <a:ext uri="{0D108BD9-81ED-4DB2-BD59-A6C34878D82A}">
                    <a16:rowId xmlns:a16="http://schemas.microsoft.com/office/drawing/2014/main" val="1511033144"/>
                  </a:ext>
                </a:extLst>
              </a:tr>
              <a:tr h="889559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1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Komplikationen kritischer Drittdienstleister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Ausfall der Cloud Funktionen durch Angriff auf Clouddienst oder Kommunikation mit diesem. Dabei Verlust oder Diebstahl von Daten.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  <a:highlight>
                            <a:srgbClr val="D3D3D3"/>
                          </a:highlight>
                        </a:rPr>
                        <a:t>Angriff auf den Dienstleister selbst und dadurch entstandenen Ausfall der Cloud Dienste.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 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Angriffe auf Verbindung mit dem Dienstleister.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Unsichere Verbindung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 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Schwachpunkte von Drittanbietern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extLst>
                  <a:ext uri="{0D108BD9-81ED-4DB2-BD59-A6C34878D82A}">
                    <a16:rowId xmlns:a16="http://schemas.microsoft.com/office/drawing/2014/main" val="1825851624"/>
                  </a:ext>
                </a:extLst>
              </a:tr>
              <a:tr h="594099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2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Unbefugter Zugriff durch Ex-Mitarbeiter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Zugang zu VPN und Firmennetzwerk nicht ordnungsgemäß deaktiviert. 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  <a:highlight>
                            <a:srgbClr val="D3D3D3"/>
                          </a:highlight>
                        </a:rPr>
                        <a:t>Diebstahl von geschäftsrelevanten Informationen und Weitergabe an Konkurrenz.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Accessmanagement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extLst>
                  <a:ext uri="{0D108BD9-81ED-4DB2-BD59-A6C34878D82A}">
                    <a16:rowId xmlns:a16="http://schemas.microsoft.com/office/drawing/2014/main" val="954887793"/>
                  </a:ext>
                </a:extLst>
              </a:tr>
              <a:tr h="889559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3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Malware 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Diebstahl von Hardware oder Infektion durch Malware kann Datenverlust und/oder Ausfall des Gesamtsystems bedeuten.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Diebstahl von firmeninternen Informationen.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Verlust von firmeninternen Informationen. 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  <a:highlight>
                            <a:srgbClr val="D3D3D3"/>
                          </a:highlight>
                        </a:rPr>
                        <a:t>Lahmlegung des Gesamtsystems durch Malwareangriff.</a:t>
                      </a:r>
                      <a:r>
                        <a:rPr lang="de-AT" sz="1000">
                          <a:effectLst/>
                        </a:rPr>
                        <a:t> 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Accessmanagement, Physische Sicherheit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extLst>
                  <a:ext uri="{0D108BD9-81ED-4DB2-BD59-A6C34878D82A}">
                    <a16:rowId xmlns:a16="http://schemas.microsoft.com/office/drawing/2014/main" val="1209871590"/>
                  </a:ext>
                </a:extLst>
              </a:tr>
              <a:tr h="74595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4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Physische Sicherheit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Der Serverraum ist nicht ausreichend gesichert. Türe ist Altbestand und Lüftung in Straßenhöhe.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Zerstörung des Servers durch Dritte.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 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  <a:highlight>
                            <a:srgbClr val="D3D3D3"/>
                          </a:highlight>
                        </a:rPr>
                        <a:t>Zerstörung des Servers durch Umweltkatastrophen wie Hochwasser.</a:t>
                      </a:r>
                      <a:endParaRPr lang="de-DE" sz="1000">
                        <a:effectLst/>
                      </a:endParaRPr>
                    </a:p>
                    <a:p>
                      <a:pPr algn="l"/>
                      <a:r>
                        <a:rPr lang="de-AT" sz="1000">
                          <a:effectLst/>
                        </a:rPr>
                        <a:t> 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Physische Sicherheit 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extLst>
                  <a:ext uri="{0D108BD9-81ED-4DB2-BD59-A6C34878D82A}">
                    <a16:rowId xmlns:a16="http://schemas.microsoft.com/office/drawing/2014/main" val="2190218543"/>
                  </a:ext>
                </a:extLst>
              </a:tr>
              <a:tr h="594099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5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Fehlerhafte Entwicklung von Software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Software wird schnell entwickelt und führt zu Verfügbarkeitsproblemen.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  <a:highlight>
                            <a:srgbClr val="D3D3D3"/>
                          </a:highlight>
                        </a:rPr>
                        <a:t>Zwischenzeitlicher Ausfall im Betrieb durch fehlerhaften Code.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00">
                          <a:effectLst/>
                        </a:rPr>
                        <a:t>Fehlerhafte Entwicklung</a:t>
                      </a:r>
                      <a:endParaRPr lang="de-DE" sz="10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616" marR="23616" marT="0" marB="0"/>
                </a:tc>
                <a:extLst>
                  <a:ext uri="{0D108BD9-81ED-4DB2-BD59-A6C34878D82A}">
                    <a16:rowId xmlns:a16="http://schemas.microsoft.com/office/drawing/2014/main" val="697006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8591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4F5F2-B19D-35EA-ED19-AF9A31B35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C0816B-5928-DF07-0767-AFDE429C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545282"/>
            <a:ext cx="8602280" cy="609918"/>
          </a:xfrm>
        </p:spPr>
        <p:txBody>
          <a:bodyPr/>
          <a:lstStyle/>
          <a:p>
            <a:r>
              <a:rPr lang="de-DE"/>
              <a:t>Risikoanalyse und -bewertung</a:t>
            </a: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AD4915A8-51A1-BE1C-09C3-C224AFF64E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8284238"/>
              </p:ext>
            </p:extLst>
          </p:nvPr>
        </p:nvGraphicFramePr>
        <p:xfrm>
          <a:off x="156032" y="1149307"/>
          <a:ext cx="8711213" cy="39702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34002">
                  <a:extLst>
                    <a:ext uri="{9D8B030D-6E8A-4147-A177-3AD203B41FA5}">
                      <a16:colId xmlns:a16="http://schemas.microsoft.com/office/drawing/2014/main" val="1083185797"/>
                    </a:ext>
                  </a:extLst>
                </a:gridCol>
                <a:gridCol w="2028047">
                  <a:extLst>
                    <a:ext uri="{9D8B030D-6E8A-4147-A177-3AD203B41FA5}">
                      <a16:colId xmlns:a16="http://schemas.microsoft.com/office/drawing/2014/main" val="73924957"/>
                    </a:ext>
                  </a:extLst>
                </a:gridCol>
                <a:gridCol w="1487280">
                  <a:extLst>
                    <a:ext uri="{9D8B030D-6E8A-4147-A177-3AD203B41FA5}">
                      <a16:colId xmlns:a16="http://schemas.microsoft.com/office/drawing/2014/main" val="3489900960"/>
                    </a:ext>
                  </a:extLst>
                </a:gridCol>
                <a:gridCol w="1487280">
                  <a:extLst>
                    <a:ext uri="{9D8B030D-6E8A-4147-A177-3AD203B41FA5}">
                      <a16:colId xmlns:a16="http://schemas.microsoft.com/office/drawing/2014/main" val="3756707573"/>
                    </a:ext>
                  </a:extLst>
                </a:gridCol>
                <a:gridCol w="1487280">
                  <a:extLst>
                    <a:ext uri="{9D8B030D-6E8A-4147-A177-3AD203B41FA5}">
                      <a16:colId xmlns:a16="http://schemas.microsoft.com/office/drawing/2014/main" val="2109619461"/>
                    </a:ext>
                  </a:extLst>
                </a:gridCol>
                <a:gridCol w="1187324">
                  <a:extLst>
                    <a:ext uri="{9D8B030D-6E8A-4147-A177-3AD203B41FA5}">
                      <a16:colId xmlns:a16="http://schemas.microsoft.com/office/drawing/2014/main" val="2361004586"/>
                    </a:ext>
                  </a:extLst>
                </a:gridCol>
              </a:tblGrid>
              <a:tr h="399430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Risiko Nr.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Bereits umgesetzte Maßnahmen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Eintrittswahr-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scheinlichkeit</a:t>
                      </a:r>
                      <a:endParaRPr lang="de-DE" sz="1100" err="1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Schaden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Risiko / Risikoklasse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Entspricht Risikoakzeptanzkriterien (J/N)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 anchor="ctr"/>
                </a:tc>
                <a:extLst>
                  <a:ext uri="{0D108BD9-81ED-4DB2-BD59-A6C34878D82A}">
                    <a16:rowId xmlns:a16="http://schemas.microsoft.com/office/drawing/2014/main" val="2363337949"/>
                  </a:ext>
                </a:extLst>
              </a:tr>
              <a:tr h="65728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1-</a:t>
                      </a:r>
                      <a:r>
                        <a:rPr lang="de-AT" sz="1100" b="0" i="0" u="none" strike="noStrike" noProof="0">
                          <a:effectLst/>
                          <a:latin typeface="Calibri"/>
                        </a:rPr>
                        <a:t>Komplikationen Drittdienstleister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Verschlüsselung der Verbindung zum Cloud Anbieter. </a:t>
                      </a: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Gering (1 %)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Hoch</a:t>
                      </a:r>
                      <a:br>
                        <a:rPr lang="de-AT" sz="1100" dirty="0">
                          <a:effectLst/>
                        </a:rPr>
                      </a:br>
                      <a:r>
                        <a:rPr lang="de-AT" sz="1100" dirty="0">
                          <a:effectLst/>
                        </a:rPr>
                        <a:t>(50.000 – 100.000 €)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Mittel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J</a:t>
                      </a:r>
                    </a:p>
                  </a:txBody>
                  <a:tcPr marL="23710" marR="23710" marT="0" marB="0"/>
                </a:tc>
                <a:extLst>
                  <a:ext uri="{0D108BD9-81ED-4DB2-BD59-A6C34878D82A}">
                    <a16:rowId xmlns:a16="http://schemas.microsoft.com/office/drawing/2014/main" val="1541264318"/>
                  </a:ext>
                </a:extLst>
              </a:tr>
              <a:tr h="65728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2-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lvl="0" algn="ctr">
                        <a:buNone/>
                      </a:pPr>
                      <a:r>
                        <a:rPr lang="de-AT" sz="1100" b="0" i="0" u="none" strike="noStrike" noProof="0">
                          <a:effectLst/>
                          <a:latin typeface="Calibri"/>
                        </a:rPr>
                        <a:t>Unbefugter Zugriff</a:t>
                      </a:r>
                      <a:endParaRPr lang="de-DE" sz="1100">
                        <a:effectLst/>
                        <a:latin typeface="Georgia"/>
                        <a:ea typeface="Calibri"/>
                        <a:cs typeface="Arial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Keine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Mittel (10 %)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Sehr hoch</a:t>
                      </a:r>
                    </a:p>
                    <a:p>
                      <a:pPr algn="l"/>
                      <a:r>
                        <a:rPr lang="de-AT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(100.000 €)</a:t>
                      </a:r>
                      <a:endParaRPr lang="de-DE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Hoch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N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extLst>
                  <a:ext uri="{0D108BD9-81ED-4DB2-BD59-A6C34878D82A}">
                    <a16:rowId xmlns:a16="http://schemas.microsoft.com/office/drawing/2014/main" val="2219777628"/>
                  </a:ext>
                </a:extLst>
              </a:tr>
              <a:tr h="65728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3-</a:t>
                      </a:r>
                    </a:p>
                    <a:p>
                      <a:pPr lvl="0" algn="ctr">
                        <a:buNone/>
                      </a:pPr>
                      <a:r>
                        <a:rPr lang="de-AT" sz="1100" b="0" i="0" u="none" strike="noStrike" noProof="0">
                          <a:effectLst/>
                          <a:latin typeface="Calibri"/>
                        </a:rPr>
                        <a:t>Malware </a:t>
                      </a:r>
                      <a:endParaRPr lang="de-AT"/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Firmeneigenes Repository, der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Serverraum ist aber nicht wirklich sicher. 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Handelsübliche Firewall.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Backup der Server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Mittel (10 %)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Sehr hoch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(100.000 €)</a:t>
                      </a:r>
                      <a:endParaRPr lang="de-DE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Hoch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N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extLst>
                  <a:ext uri="{0D108BD9-81ED-4DB2-BD59-A6C34878D82A}">
                    <a16:rowId xmlns:a16="http://schemas.microsoft.com/office/drawing/2014/main" val="3216087665"/>
                  </a:ext>
                </a:extLst>
              </a:tr>
              <a:tr h="65728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4-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AT" sz="1100" b="0" i="0" u="none" strike="noStrike" noProof="0">
                          <a:effectLst/>
                          <a:latin typeface="Calibri"/>
                        </a:rPr>
                        <a:t>Physische Sicherheit</a:t>
                      </a: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Neues Zylinderschloss für Tür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Elektronische Zugangskontrolle zu Serverraum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Mittel (10 %)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Sehr hoch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(100.000 €)</a:t>
                      </a:r>
                      <a:endParaRPr lang="de-DE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Hoch</a:t>
                      </a:r>
                      <a:endParaRPr lang="de-DE" sz="1100" dirty="0">
                        <a:effectLst/>
                      </a:endParaRPr>
                    </a:p>
                    <a:p>
                      <a:pPr algn="just"/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N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extLst>
                  <a:ext uri="{0D108BD9-81ED-4DB2-BD59-A6C34878D82A}">
                    <a16:rowId xmlns:a16="http://schemas.microsoft.com/office/drawing/2014/main" val="921834444"/>
                  </a:ext>
                </a:extLst>
              </a:tr>
              <a:tr h="657285">
                <a:tc>
                  <a:txBody>
                    <a:bodyPr/>
                    <a:lstStyle/>
                    <a:p>
                      <a:pPr algn="ctr"/>
                      <a:r>
                        <a:rPr lang="de-AT" sz="1100">
                          <a:effectLst/>
                        </a:rPr>
                        <a:t>5-</a:t>
                      </a:r>
                    </a:p>
                    <a:p>
                      <a:pPr lvl="0" algn="ctr">
                        <a:buNone/>
                      </a:pPr>
                      <a:r>
                        <a:rPr lang="de-AT" sz="1100" b="0" i="0" u="none" strike="noStrike" noProof="0">
                          <a:effectLst/>
                          <a:latin typeface="Calibri"/>
                        </a:rPr>
                        <a:t>Fehlerhafte Entwicklung</a:t>
                      </a:r>
                      <a:endParaRPr lang="de-AT"/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Keine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Mittel (10 %)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Mittel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(10.000 – 50.000 €)</a:t>
                      </a:r>
                      <a:endParaRPr lang="de-DE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 dirty="0">
                          <a:effectLst/>
                        </a:rPr>
                        <a:t>Mittel</a:t>
                      </a:r>
                      <a:endParaRPr lang="de-DE" sz="11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3710" marR="23710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J</a:t>
                      </a:r>
                    </a:p>
                  </a:txBody>
                  <a:tcPr marL="23710" marR="23710" marT="0" marB="0"/>
                </a:tc>
                <a:extLst>
                  <a:ext uri="{0D108BD9-81ED-4DB2-BD59-A6C34878D82A}">
                    <a16:rowId xmlns:a16="http://schemas.microsoft.com/office/drawing/2014/main" val="377972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6413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63B2D-F0CD-9DCA-51C6-D86B14A6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F497C-0B4D-29A8-33CA-718FBBBF2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85" y="1333910"/>
            <a:ext cx="8596539" cy="1102519"/>
          </a:xfrm>
        </p:spPr>
        <p:txBody>
          <a:bodyPr/>
          <a:lstStyle/>
          <a:p>
            <a:r>
              <a:rPr lang="de-AT" err="1"/>
              <a:t>Mood</a:t>
            </a:r>
            <a:r>
              <a:rPr lang="de-AT"/>
              <a:t> Music – Übung 3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57C595-2A16-A7F5-76F1-8EE53D4BA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85" y="3639330"/>
            <a:ext cx="5394667" cy="1314450"/>
          </a:xfrm>
        </p:spPr>
        <p:txBody>
          <a:bodyPr/>
          <a:lstStyle/>
          <a:p>
            <a:r>
              <a:rPr lang="de-AT"/>
              <a:t>Alina Jury, Paula Döbler, Nikolaus Renner, Hannes Dieter, Steffen Marz</a:t>
            </a:r>
          </a:p>
        </p:txBody>
      </p:sp>
    </p:spTree>
    <p:extLst>
      <p:ext uri="{BB962C8B-B14F-4D97-AF65-F5344CB8AC3E}">
        <p14:creationId xmlns:p14="http://schemas.microsoft.com/office/powerpoint/2010/main" val="3626998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A7A9B-96D8-EF29-166C-FAD7EDDC1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696B2F-1449-0D85-F059-6679717B2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Risikobehandlungsplan - Ausschnitt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6932233A-D13F-8AEA-EFB6-04749D9B7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780607"/>
              </p:ext>
            </p:extLst>
          </p:nvPr>
        </p:nvGraphicFramePr>
        <p:xfrm>
          <a:off x="270861" y="1404282"/>
          <a:ext cx="8602279" cy="33853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7890">
                  <a:extLst>
                    <a:ext uri="{9D8B030D-6E8A-4147-A177-3AD203B41FA5}">
                      <a16:colId xmlns:a16="http://schemas.microsoft.com/office/drawing/2014/main" val="2543989949"/>
                    </a:ext>
                  </a:extLst>
                </a:gridCol>
                <a:gridCol w="879605">
                  <a:extLst>
                    <a:ext uri="{9D8B030D-6E8A-4147-A177-3AD203B41FA5}">
                      <a16:colId xmlns:a16="http://schemas.microsoft.com/office/drawing/2014/main" val="2582347016"/>
                    </a:ext>
                  </a:extLst>
                </a:gridCol>
                <a:gridCol w="915264">
                  <a:extLst>
                    <a:ext uri="{9D8B030D-6E8A-4147-A177-3AD203B41FA5}">
                      <a16:colId xmlns:a16="http://schemas.microsoft.com/office/drawing/2014/main" val="2914172873"/>
                    </a:ext>
                  </a:extLst>
                </a:gridCol>
                <a:gridCol w="776948">
                  <a:extLst>
                    <a:ext uri="{9D8B030D-6E8A-4147-A177-3AD203B41FA5}">
                      <a16:colId xmlns:a16="http://schemas.microsoft.com/office/drawing/2014/main" val="541068915"/>
                    </a:ext>
                  </a:extLst>
                </a:gridCol>
                <a:gridCol w="1097419">
                  <a:extLst>
                    <a:ext uri="{9D8B030D-6E8A-4147-A177-3AD203B41FA5}">
                      <a16:colId xmlns:a16="http://schemas.microsoft.com/office/drawing/2014/main" val="1375193524"/>
                    </a:ext>
                  </a:extLst>
                </a:gridCol>
                <a:gridCol w="890215">
                  <a:extLst>
                    <a:ext uri="{9D8B030D-6E8A-4147-A177-3AD203B41FA5}">
                      <a16:colId xmlns:a16="http://schemas.microsoft.com/office/drawing/2014/main" val="1011345706"/>
                    </a:ext>
                  </a:extLst>
                </a:gridCol>
                <a:gridCol w="736730">
                  <a:extLst>
                    <a:ext uri="{9D8B030D-6E8A-4147-A177-3AD203B41FA5}">
                      <a16:colId xmlns:a16="http://schemas.microsoft.com/office/drawing/2014/main" val="2462765427"/>
                    </a:ext>
                  </a:extLst>
                </a:gridCol>
                <a:gridCol w="1078299">
                  <a:extLst>
                    <a:ext uri="{9D8B030D-6E8A-4147-A177-3AD203B41FA5}">
                      <a16:colId xmlns:a16="http://schemas.microsoft.com/office/drawing/2014/main" val="3705419211"/>
                    </a:ext>
                  </a:extLst>
                </a:gridCol>
                <a:gridCol w="539909">
                  <a:extLst>
                    <a:ext uri="{9D8B030D-6E8A-4147-A177-3AD203B41FA5}">
                      <a16:colId xmlns:a16="http://schemas.microsoft.com/office/drawing/2014/main" val="1519843032"/>
                    </a:ext>
                  </a:extLst>
                </a:gridCol>
              </a:tblGrid>
              <a:tr h="436410"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Maßnahme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betrifft Risiko Nr…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Verringerte ETW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Verringerter Schaden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Restrisiko nach Umsetzung der MN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Status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Fälligkeits-datum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Verantwortlich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900">
                          <a:effectLst/>
                        </a:rPr>
                        <a:t>Priorität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 anchor="ctr"/>
                </a:tc>
                <a:extLst>
                  <a:ext uri="{0D108BD9-81ED-4DB2-BD59-A6C34878D82A}">
                    <a16:rowId xmlns:a16="http://schemas.microsoft.com/office/drawing/2014/main" val="558520784"/>
                  </a:ext>
                </a:extLst>
              </a:tr>
              <a:tr h="872820"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Neue hochwasser- und brandschutzsichere Tür für Serverraum.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4 - </a:t>
                      </a:r>
                      <a:r>
                        <a:rPr lang="de-AT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Physische Sicherheit</a:t>
                      </a:r>
                    </a:p>
                    <a:p>
                      <a:pPr lvl="0" algn="l">
                        <a:buNone/>
                      </a:pPr>
                      <a:endParaRPr lang="de-AT" sz="900">
                        <a:effectLst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Gering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Hoch 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 Gering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Abgeschlossen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01.03.2025 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Abteilungsleitung IT-Betrieb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Mittel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extLst>
                  <a:ext uri="{0D108BD9-81ED-4DB2-BD59-A6C34878D82A}">
                    <a16:rowId xmlns:a16="http://schemas.microsoft.com/office/drawing/2014/main" val="4035203957"/>
                  </a:ext>
                </a:extLst>
              </a:tr>
              <a:tr h="137243"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Sichern des Lüftungsschachtes von außen.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900" dirty="0">
                          <a:effectLst/>
                        </a:rPr>
                        <a:t>4 -</a:t>
                      </a:r>
                      <a:r>
                        <a:rPr lang="de-AT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Physische Sicherheit</a:t>
                      </a: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Gering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Hoch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  <a:ea typeface="Calibri"/>
                          <a:cs typeface="Arial"/>
                        </a:rPr>
                        <a:t>Gering</a:t>
                      </a:r>
                      <a:endParaRPr lang="de-DE" sz="105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Abgeschlossen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01.04.2025 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Abteilungsleitung IT-Betrieb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Mittel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extLst>
                  <a:ext uri="{0D108BD9-81ED-4DB2-BD59-A6C34878D82A}">
                    <a16:rowId xmlns:a16="http://schemas.microsoft.com/office/drawing/2014/main" val="3121357440"/>
                  </a:ext>
                </a:extLst>
              </a:tr>
              <a:tr h="732278">
                <a:tc>
                  <a:txBody>
                    <a:bodyPr/>
                    <a:lstStyle/>
                    <a:p>
                      <a:pPr algn="l"/>
                      <a:r>
                        <a:rPr lang="de-AT" sz="900" dirty="0">
                          <a:effectLst/>
                        </a:rPr>
                        <a:t>Implementierung eines VPN Zugangsmanagements mit regelmäßiger Überprüfung und Deaktivierung veralteter Zugänge</a:t>
                      </a:r>
                      <a:endParaRPr lang="de-DE" sz="9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900" dirty="0">
                          <a:effectLst/>
                        </a:rPr>
                        <a:t>2-</a:t>
                      </a:r>
                      <a:r>
                        <a:rPr lang="de-AT" sz="10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Unbefugter Zugriff</a:t>
                      </a:r>
                      <a:endParaRPr lang="de-DE" sz="900" dirty="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de-AT" sz="1050">
                          <a:effectLst/>
                        </a:rPr>
                        <a:t>Gering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Hoch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  <a:ea typeface="Calibri"/>
                          <a:cs typeface="Arial"/>
                        </a:rPr>
                        <a:t>Gering</a:t>
                      </a:r>
                      <a:endParaRPr lang="de-DE" sz="105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  <a:ea typeface="Calibri"/>
                          <a:cs typeface="Arial"/>
                        </a:rPr>
                        <a:t>Abgeschlossen</a:t>
                      </a:r>
                      <a:endParaRPr lang="de-DE" sz="105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01.04.2025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Abteilungsleitung IT-Betrieb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Hoch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extLst>
                  <a:ext uri="{0D108BD9-81ED-4DB2-BD59-A6C34878D82A}">
                    <a16:rowId xmlns:a16="http://schemas.microsoft.com/office/drawing/2014/main" val="2216612707"/>
                  </a:ext>
                </a:extLst>
              </a:tr>
              <a:tr h="290940"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Hochwasserschutz durch bauliche Maßnahmen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4 -</a:t>
                      </a:r>
                      <a:r>
                        <a:rPr lang="de-AT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Physische Sicherheit</a:t>
                      </a:r>
                    </a:p>
                    <a:p>
                      <a:pPr lvl="0" algn="l">
                        <a:buNone/>
                      </a:pPr>
                      <a:endParaRPr lang="de-AT" sz="900">
                        <a:effectLst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Gering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Hoch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  <a:ea typeface="Calibri"/>
                          <a:cs typeface="Arial"/>
                        </a:rPr>
                        <a:t>Gering</a:t>
                      </a:r>
                      <a:endParaRPr lang="de-DE" sz="1050">
                        <a:effectLst/>
                        <a:latin typeface="+mn-lt"/>
                        <a:ea typeface="Calibri"/>
                        <a:cs typeface="Arial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Offen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01.08.2025 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Abteilungsleitung IT-Betrieb 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Gering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extLst>
                  <a:ext uri="{0D108BD9-81ED-4DB2-BD59-A6C34878D82A}">
                    <a16:rowId xmlns:a16="http://schemas.microsoft.com/office/drawing/2014/main" val="639824520"/>
                  </a:ext>
                </a:extLst>
              </a:tr>
              <a:tr h="581880"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Schulung der Softwareentwickler in sicherer Entwicklung und regelmäßige Code-Reviews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900">
                          <a:effectLst/>
                        </a:rPr>
                        <a:t>5-</a:t>
                      </a:r>
                      <a:r>
                        <a:rPr lang="de-AT" sz="10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Fehlerhafte Entwicklung</a:t>
                      </a:r>
                      <a:endParaRPr lang="de-DE" sz="9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</a:rPr>
                        <a:t>Mittel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de-AT" sz="1050">
                          <a:effectLst/>
                        </a:rPr>
                        <a:t>Gering</a:t>
                      </a:r>
                      <a:endParaRPr lang="de-DE" sz="105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Gering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Teilweise umgesetzt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01.05.2025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Abteilungsleiter Entwicklung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050">
                          <a:effectLst/>
                          <a:latin typeface="+mn-lt"/>
                        </a:rPr>
                        <a:t>Mittel</a:t>
                      </a:r>
                      <a:endParaRPr lang="de-DE" sz="105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5063" marR="35063" marT="0" marB="0"/>
                </a:tc>
                <a:extLst>
                  <a:ext uri="{0D108BD9-81ED-4DB2-BD59-A6C34878D82A}">
                    <a16:rowId xmlns:a16="http://schemas.microsoft.com/office/drawing/2014/main" val="3008263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909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9E939-B1A9-8EBD-EBE6-F11E2816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7FBAD-8BF3-D300-4905-F450B02E6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875" y="657225"/>
            <a:ext cx="8602280" cy="609918"/>
          </a:xfrm>
        </p:spPr>
        <p:txBody>
          <a:bodyPr/>
          <a:lstStyle/>
          <a:p>
            <a:r>
              <a:rPr lang="de-DE"/>
              <a:t>Risikomatrix </a:t>
            </a:r>
            <a:endParaRPr lang="de-DE">
              <a:ea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EE85D9-AF3D-B939-5E8D-5DF953D3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14</a:t>
            </a:fld>
            <a:endParaRPr lang="de-DE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6CAB223-B94A-9E34-996D-E2AF2CDAA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6741"/>
            <a:ext cx="9144000" cy="3180522"/>
          </a:xfrm>
          <a:prstGeom prst="rect">
            <a:avLst/>
          </a:prstGeom>
        </p:spPr>
      </p:pic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2E9F2A3-40DD-22CE-5C3E-7A2E4CD40CE1}"/>
              </a:ext>
            </a:extLst>
          </p:cNvPr>
          <p:cNvCxnSpPr/>
          <p:nvPr/>
        </p:nvCxnSpPr>
        <p:spPr>
          <a:xfrm flipH="1">
            <a:off x="1773936" y="3243072"/>
            <a:ext cx="871728" cy="164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B1C04355-F14C-61EF-1E80-76F6AE7B217D}"/>
              </a:ext>
            </a:extLst>
          </p:cNvPr>
          <p:cNvCxnSpPr>
            <a:cxnSpLocks/>
          </p:cNvCxnSpPr>
          <p:nvPr/>
        </p:nvCxnSpPr>
        <p:spPr>
          <a:xfrm flipH="1">
            <a:off x="1926336" y="3325368"/>
            <a:ext cx="736854" cy="4018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55BFBF35-7157-F91B-812C-D9BC0E08DF19}"/>
              </a:ext>
            </a:extLst>
          </p:cNvPr>
          <p:cNvCxnSpPr>
            <a:cxnSpLocks/>
          </p:cNvCxnSpPr>
          <p:nvPr/>
        </p:nvCxnSpPr>
        <p:spPr>
          <a:xfrm flipH="1">
            <a:off x="1329690" y="3560445"/>
            <a:ext cx="213360" cy="388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1A816D60-3F4F-74D1-D80C-A3AB933F70C5}"/>
              </a:ext>
            </a:extLst>
          </p:cNvPr>
          <p:cNvCxnSpPr>
            <a:cxnSpLocks/>
          </p:cNvCxnSpPr>
          <p:nvPr/>
        </p:nvCxnSpPr>
        <p:spPr>
          <a:xfrm flipH="1">
            <a:off x="1413510" y="3886516"/>
            <a:ext cx="270510" cy="1311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97224DC-1674-865A-F792-BB5C27104A26}"/>
              </a:ext>
            </a:extLst>
          </p:cNvPr>
          <p:cNvSpPr txBox="1"/>
          <p:nvPr/>
        </p:nvSpPr>
        <p:spPr>
          <a:xfrm>
            <a:off x="1063461" y="1585183"/>
            <a:ext cx="27432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AT" sz="1000">
                <a:ea typeface="Calibri"/>
                <a:cs typeface="Calibri"/>
              </a:rPr>
              <a:t>Fehlerhafte Entwicklung von Software</a:t>
            </a:r>
            <a:endParaRPr lang="en-GB" sz="1000">
              <a:ea typeface="Calibri"/>
              <a:cs typeface="Calibri"/>
            </a:endParaRPr>
          </a:p>
          <a:p>
            <a:pPr algn="l"/>
            <a:endParaRPr lang="en-GB">
              <a:ea typeface="Calibri"/>
              <a:cs typeface="Calibri"/>
            </a:endParaRPr>
          </a:p>
        </p:txBody>
      </p:sp>
      <p:sp>
        <p:nvSpPr>
          <p:cNvPr id="4" name="Textfeld 2">
            <a:extLst>
              <a:ext uri="{FF2B5EF4-FFF2-40B4-BE49-F238E27FC236}">
                <a16:creationId xmlns:a16="http://schemas.microsoft.com/office/drawing/2014/main" id="{8CE4A606-D6EC-5BF7-08FC-A512991B5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9954" y="1882987"/>
            <a:ext cx="3802445" cy="2232661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noAutofit/>
          </a:bodyPr>
          <a:lstStyle/>
          <a:p>
            <a:pPr algn="just"/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Legende:</a:t>
            </a:r>
            <a:endParaRPr lang="de-DE" sz="110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228600">
              <a:buFont typeface="+mj-lt"/>
              <a:buAutoNum type="arabicPeriod"/>
            </a:pPr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Ursprüngliches Risiko: </a:t>
            </a:r>
            <a:r>
              <a:rPr lang="de-AT" sz="110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Fehlerhafte Entwicklung von Software</a:t>
            </a:r>
            <a:endParaRPr lang="de-DE" sz="1100">
              <a:solidFill>
                <a:srgbClr val="000000"/>
              </a:solidFill>
              <a:latin typeface="Georgia" panose="02040502050405020303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457200" indent="-228600">
              <a:buFont typeface="+mj-lt"/>
              <a:buAutoNum type="arabicPeriod"/>
            </a:pPr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Nach Maßnahme: Schulung der Softwareentwickler und Code Reviews</a:t>
            </a:r>
            <a:endParaRPr lang="de-DE" sz="1100"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228600">
              <a:buFont typeface="+mj-lt"/>
              <a:buAutoNum type="arabicPeriod"/>
            </a:pPr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Einführung einer </a:t>
            </a:r>
            <a:r>
              <a:rPr lang="de-DE" sz="110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DevOps</a:t>
            </a:r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CI/CD Pipeline mit Tests</a:t>
            </a:r>
            <a:endParaRPr lang="de-DE" sz="1100"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57200" indent="-228600">
              <a:buFont typeface="+mj-lt"/>
              <a:buAutoNum type="arabicPeriod"/>
            </a:pPr>
            <a:r>
              <a:rPr lang="de-DE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Risiko nach beiden Maßnahmen</a:t>
            </a:r>
            <a:endParaRPr lang="de-DE" sz="1100">
              <a:effectLst/>
              <a:latin typeface="Georgia" panose="02040502050405020303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853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F52D4-AF56-14E5-0C24-DA4074084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B0C5A1-2E00-961E-158E-1C2BE705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Vor- und Nachteile der Maßnahmen</a:t>
            </a:r>
          </a:p>
        </p:txBody>
      </p:sp>
      <p:graphicFrame>
        <p:nvGraphicFramePr>
          <p:cNvPr id="3" name="Inhaltsplatzhalter 2">
            <a:extLst>
              <a:ext uri="{FF2B5EF4-FFF2-40B4-BE49-F238E27FC236}">
                <a16:creationId xmlns:a16="http://schemas.microsoft.com/office/drawing/2014/main" id="{EDF19163-31CF-8D0C-668F-33DE2ADD9A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7311007"/>
              </p:ext>
            </p:extLst>
          </p:nvPr>
        </p:nvGraphicFramePr>
        <p:xfrm>
          <a:off x="270860" y="1435261"/>
          <a:ext cx="8224957" cy="3203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67713">
                  <a:extLst>
                    <a:ext uri="{9D8B030D-6E8A-4147-A177-3AD203B41FA5}">
                      <a16:colId xmlns:a16="http://schemas.microsoft.com/office/drawing/2014/main" val="3356463541"/>
                    </a:ext>
                  </a:extLst>
                </a:gridCol>
                <a:gridCol w="2728622">
                  <a:extLst>
                    <a:ext uri="{9D8B030D-6E8A-4147-A177-3AD203B41FA5}">
                      <a16:colId xmlns:a16="http://schemas.microsoft.com/office/drawing/2014/main" val="3756490712"/>
                    </a:ext>
                  </a:extLst>
                </a:gridCol>
                <a:gridCol w="2728622">
                  <a:extLst>
                    <a:ext uri="{9D8B030D-6E8A-4147-A177-3AD203B41FA5}">
                      <a16:colId xmlns:a16="http://schemas.microsoft.com/office/drawing/2014/main" val="1736949702"/>
                    </a:ext>
                  </a:extLst>
                </a:gridCol>
              </a:tblGrid>
              <a:tr h="393539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Maßnahme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Vorteile durch Umsetzung der Maßnahme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Nachteile durch Umsetzung der Maßnahme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2306056435"/>
                  </a:ext>
                </a:extLst>
              </a:tr>
              <a:tr h="978406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Schulung der Softwareentwickler in sicherer Entwicklung und regelmäßige Code-Reviews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Erhöhung der Kompetenz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Langfristiger Nutzen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Motivation und Mitarbeiterbindung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Wissensaustausch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Kosten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Zeitaufwand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2083415920"/>
                  </a:ext>
                </a:extLst>
              </a:tr>
              <a:tr h="855916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Einführung einer DevOps-Pipeline mit automatisierten Tests.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Höhere Geschwindigkeit und Effizienz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Reduktion menschlicher Fehler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Skalierbarkeit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Hohe Initialkosten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Komplexität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Wartungsaufwand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3311997159"/>
                  </a:ext>
                </a:extLst>
              </a:tr>
              <a:tr h="975573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Zertifizierung nach ISO 27001 für das gesamte Unternehmen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Verbesserte Sicherheit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Vertrauensgewinn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Compliance-Erfüllung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Hohe Kosten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Anfänglicher Widerstand</a:t>
                      </a:r>
                      <a:endParaRPr lang="de-DE" sz="1100">
                        <a:effectLst/>
                      </a:endParaRPr>
                    </a:p>
                    <a:p>
                      <a:pPr algn="l"/>
                      <a:r>
                        <a:rPr lang="de-AT" sz="1100">
                          <a:effectLst/>
                        </a:rPr>
                        <a:t>Bürokratischer Aufwand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3800295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533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559CB-FAB8-F3B8-9015-CFDD6D45F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A48091-9933-9617-88A7-FFC870127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285" y="1333910"/>
            <a:ext cx="8596539" cy="1102519"/>
          </a:xfrm>
        </p:spPr>
        <p:txBody>
          <a:bodyPr/>
          <a:lstStyle/>
          <a:p>
            <a:r>
              <a:rPr lang="de-AT" err="1"/>
              <a:t>Mood</a:t>
            </a:r>
            <a:r>
              <a:rPr lang="de-AT"/>
              <a:t> Music – Übung 4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D81F611-B2D8-C275-7401-4DC2FDFDFA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5285" y="3639330"/>
            <a:ext cx="5394667" cy="1314450"/>
          </a:xfrm>
        </p:spPr>
        <p:txBody>
          <a:bodyPr/>
          <a:lstStyle/>
          <a:p>
            <a:r>
              <a:rPr lang="de-AT"/>
              <a:t>Alina Jury, Paula Döbler, Nikolaus Renner, Hannes Dieter, Steffen Marz</a:t>
            </a:r>
          </a:p>
        </p:txBody>
      </p:sp>
    </p:spTree>
    <p:extLst>
      <p:ext uri="{BB962C8B-B14F-4D97-AF65-F5344CB8AC3E}">
        <p14:creationId xmlns:p14="http://schemas.microsoft.com/office/powerpoint/2010/main" val="14092508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9E81A-8426-5C55-AD74-6677B4E9B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49FD69-96E1-BEF7-877B-B0192136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Kennzahlen - KPIs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ACF0F5-555D-66DE-9444-0A649144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3E3181-D718-AAA6-E560-42405C2E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5" y="1627414"/>
            <a:ext cx="8604250" cy="28115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285750" indent="-285750">
              <a:buFont typeface="Symbol"/>
              <a:buChar char="•"/>
            </a:pPr>
            <a:r>
              <a:rPr lang="de-AT" dirty="0">
                <a:ea typeface="+mn-lt"/>
                <a:cs typeface="+mn-lt"/>
              </a:rPr>
              <a:t>Umgesetzte Maßnahmen</a:t>
            </a: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Mindestens </a:t>
            </a:r>
            <a:r>
              <a:rPr lang="de-AT">
                <a:ea typeface="+mn-lt"/>
                <a:cs typeface="+mn-lt"/>
              </a:rPr>
              <a:t>25%</a:t>
            </a:r>
            <a:endParaRPr lang="en-GB" dirty="0">
              <a:ea typeface="+mn-lt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de-AT" dirty="0">
                <a:ea typeface="+mn-lt"/>
                <a:cs typeface="+mn-lt"/>
              </a:rPr>
              <a:t>Zu erwartender Gesamtschaden pro Jahr</a:t>
            </a: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</a:t>
            </a:r>
            <a:r>
              <a:rPr lang="de-DE" dirty="0">
                <a:ea typeface="+mn-lt"/>
                <a:cs typeface="+mn-lt"/>
              </a:rPr>
              <a:t>Max. 10.000 € Schaden</a:t>
            </a:r>
          </a:p>
          <a:p>
            <a:pPr marL="285750" indent="-285750">
              <a:buFont typeface="Symbol"/>
              <a:buChar char="•"/>
            </a:pPr>
            <a:r>
              <a:rPr lang="de-AT" dirty="0">
                <a:ea typeface="+mn-lt"/>
                <a:cs typeface="+mn-lt"/>
              </a:rPr>
              <a:t>Bestehende Risiken mit Bewertung höher als “Gering”</a:t>
            </a: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0</a:t>
            </a:r>
            <a:endParaRPr lang="de-DE" dirty="0">
              <a:ea typeface="+mn-lt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de-AT" dirty="0">
                <a:ea typeface="+mn-lt"/>
                <a:cs typeface="+mn-lt"/>
              </a:rPr>
              <a:t>Umsetzungsstatus nach Risikoklassen</a:t>
            </a:r>
            <a:endParaRPr lang="de-DE" dirty="0"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Priorisierung der Maßnahmen mit Risikoklasse “Hoch”</a:t>
            </a:r>
            <a:endParaRPr lang="de-DE" dirty="0">
              <a:ea typeface="+mn-lt"/>
              <a:cs typeface="+mn-lt"/>
            </a:endParaRPr>
          </a:p>
          <a:p>
            <a:endParaRPr lang="de-DE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65824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9DD82-D5B3-FDBD-99B6-AD943E19D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5C27E9-AB73-6737-DD75-8A7E2C45C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Kennzahlen - KPIs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3AFC29-17D8-43A9-AECC-71E66923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4A5D59F-323F-C2F1-F420-AB1975D12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9875" y="1627414"/>
            <a:ext cx="8604250" cy="28115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Symbol"/>
              <a:buChar char="•"/>
            </a:pPr>
            <a:r>
              <a:rPr lang="de-DE" dirty="0">
                <a:ea typeface="+mn-lt"/>
                <a:cs typeface="+mn-lt"/>
              </a:rPr>
              <a:t>Erkennung  neuer Risiken</a:t>
            </a:r>
          </a:p>
          <a:p>
            <a:pPr marL="742950" lvl="1" indent="-285750">
              <a:buFont typeface="Courier New"/>
              <a:buChar char="○"/>
            </a:pPr>
            <a:r>
              <a:rPr lang="de-DE" dirty="0">
                <a:ea typeface="+mn-lt"/>
                <a:cs typeface="+mn-lt"/>
              </a:rPr>
              <a:t>Ziel: Quartalsweise laufende Ermittlungen neuer Risiken</a:t>
            </a:r>
            <a:endParaRPr lang="en-GB" dirty="0">
              <a:ea typeface="+mn-lt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de-DE" dirty="0">
                <a:ea typeface="+mn-lt"/>
                <a:cs typeface="+mn-lt"/>
              </a:rPr>
              <a:t>Evaluierung der Wirksamkeit der durchgeführten Maßnahmen</a:t>
            </a: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</a:t>
            </a:r>
            <a:r>
              <a:rPr lang="de-DE" dirty="0">
                <a:ea typeface="+mn-lt"/>
                <a:cs typeface="+mn-lt"/>
              </a:rPr>
              <a:t>Umgesetzte Maßnahmen senken KRIs</a:t>
            </a:r>
          </a:p>
          <a:p>
            <a:pPr marL="285750" indent="-285750">
              <a:buFont typeface="Symbol"/>
              <a:buChar char="•"/>
            </a:pPr>
            <a:r>
              <a:rPr lang="de-DE" dirty="0">
                <a:ea typeface="+mn-lt"/>
                <a:cs typeface="+mn-lt"/>
              </a:rPr>
              <a:t>Einhaltung der RTO und RPO</a:t>
            </a:r>
          </a:p>
          <a:p>
            <a:pPr marL="742950" lvl="1" indent="-285750">
              <a:buFont typeface="Courier New"/>
              <a:buChar char="○"/>
            </a:pPr>
            <a:r>
              <a:rPr lang="de-AT" dirty="0">
                <a:ea typeface="+mn-lt"/>
                <a:cs typeface="+mn-lt"/>
              </a:rPr>
              <a:t>Ziel: Einhaltung der </a:t>
            </a:r>
            <a:r>
              <a:rPr lang="de-AT">
                <a:ea typeface="+mn-lt"/>
                <a:cs typeface="+mn-lt"/>
              </a:rPr>
              <a:t>definierten </a:t>
            </a:r>
            <a:r>
              <a:rPr lang="de-AT" dirty="0">
                <a:ea typeface="+mn-lt"/>
                <a:cs typeface="+mn-lt"/>
              </a:rPr>
              <a:t>Ziele</a:t>
            </a:r>
            <a:r>
              <a:rPr lang="de-AT">
                <a:ea typeface="+mn-lt"/>
                <a:cs typeface="+mn-lt"/>
              </a:rPr>
              <a:t> für spezifische Prozesse</a:t>
            </a:r>
            <a:endParaRPr lang="de-DE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31321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2A4DE-8E78-293E-2470-6BDBDA3B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04527C-20DA-C6C7-4EB2-28ED4A461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Kennzahlen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B7845C-BDFE-146B-E222-5D05C1CE1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19</a:t>
            </a:fld>
            <a:endParaRPr lang="de-DE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48FFE61A-578C-053A-D53E-CDAE21A7BB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0662619"/>
              </p:ext>
            </p:extLst>
          </p:nvPr>
        </p:nvGraphicFramePr>
        <p:xfrm>
          <a:off x="270861" y="1415485"/>
          <a:ext cx="8601294" cy="33517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31233">
                  <a:extLst>
                    <a:ext uri="{9D8B030D-6E8A-4147-A177-3AD203B41FA5}">
                      <a16:colId xmlns:a16="http://schemas.microsoft.com/office/drawing/2014/main" val="3356463541"/>
                    </a:ext>
                  </a:extLst>
                </a:gridCol>
                <a:gridCol w="4270061">
                  <a:extLst>
                    <a:ext uri="{9D8B030D-6E8A-4147-A177-3AD203B41FA5}">
                      <a16:colId xmlns:a16="http://schemas.microsoft.com/office/drawing/2014/main" val="3756490712"/>
                    </a:ext>
                  </a:extLst>
                </a:gridCol>
              </a:tblGrid>
              <a:tr h="51100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Anteil der hohen Risiken aus der Gesamtheit aller Risiken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 b="0">
                          <a:solidFill>
                            <a:schemeClr val="tx1"/>
                          </a:solidFill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/ 5</a:t>
                      </a:r>
                      <a:endParaRPr lang="de-DE" sz="1700" b="0">
                        <a:solidFill>
                          <a:schemeClr val="tx1"/>
                        </a:solidFill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2809932"/>
                  </a:ext>
                </a:extLst>
              </a:tr>
              <a:tr h="51100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Anteil der umgesetzten Sicherheitsmaßnahmen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 / 14</a:t>
                      </a:r>
                      <a:endParaRPr lang="de-DE" sz="1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3311997159"/>
                  </a:ext>
                </a:extLst>
              </a:tr>
              <a:tr h="582442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 Anteil der nicht umgesetzten Sicherheitsmaßnahmen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7 / 14</a:t>
                      </a:r>
                      <a:endParaRPr lang="de-DE" sz="1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3800295913"/>
                  </a:ext>
                </a:extLst>
              </a:tr>
              <a:tr h="582442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Anteil der zum Teil umgesetzten Sicherheitsmaßnahmen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 / 14</a:t>
                      </a:r>
                      <a:endParaRPr lang="de-DE" sz="1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151897532"/>
                  </a:ext>
                </a:extLst>
              </a:tr>
              <a:tr h="582442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Anteil der Geschäftsprozesse, die hinsichtlich ihrer Kritikalität im Zuge einer Business Impact Analyse bewertet wurden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 / 3</a:t>
                      </a:r>
                      <a:endParaRPr lang="de-DE" sz="1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2447308705"/>
                  </a:ext>
                </a:extLst>
              </a:tr>
              <a:tr h="582442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Anteil der Geschäftsprozesse, deren Risiko höher als „gering“ eingestuft wurde</a:t>
                      </a:r>
                      <a:endParaRPr lang="de-DE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700">
                          <a:effectLst/>
                          <a:latin typeface="Georgia" panose="02040502050405020303" pitchFamily="18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0 / 3</a:t>
                      </a:r>
                      <a:endParaRPr lang="de-DE" sz="17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1791" marR="31791" marT="0" marB="0" anchor="ctr"/>
                </a:tc>
                <a:extLst>
                  <a:ext uri="{0D108BD9-81ED-4DB2-BD59-A6C34878D82A}">
                    <a16:rowId xmlns:a16="http://schemas.microsoft.com/office/drawing/2014/main" val="26125278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32267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C9B2-70CB-BD2D-808B-D4CDEE6CE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39C09-1319-5617-9106-337F9CD24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7711A-3BF6-C204-4ED7-111E6115A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29D4E-F367-3AB6-8A05-28A507CA4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A7182CBA-8CC6-B349-6AD1-1B89CA54CF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9875" y="984260"/>
            <a:ext cx="8602280" cy="600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de-DE"/>
              <a:t>Schadenskalkulation nach Maßnahmen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9BE7DEE-5C8B-6EE7-CC3F-3BC446F9A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9145628"/>
              </p:ext>
            </p:extLst>
          </p:nvPr>
        </p:nvGraphicFramePr>
        <p:xfrm>
          <a:off x="271846" y="2326787"/>
          <a:ext cx="3957320" cy="1702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7606">
                  <a:extLst>
                    <a:ext uri="{9D8B030D-6E8A-4147-A177-3AD203B41FA5}">
                      <a16:colId xmlns:a16="http://schemas.microsoft.com/office/drawing/2014/main" val="3188914555"/>
                    </a:ext>
                  </a:extLst>
                </a:gridCol>
                <a:gridCol w="1077362">
                  <a:extLst>
                    <a:ext uri="{9D8B030D-6E8A-4147-A177-3AD203B41FA5}">
                      <a16:colId xmlns:a16="http://schemas.microsoft.com/office/drawing/2014/main" val="614000806"/>
                    </a:ext>
                  </a:extLst>
                </a:gridCol>
                <a:gridCol w="1171433">
                  <a:extLst>
                    <a:ext uri="{9D8B030D-6E8A-4147-A177-3AD203B41FA5}">
                      <a16:colId xmlns:a16="http://schemas.microsoft.com/office/drawing/2014/main" val="1232593804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37862942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Risiko Nr. (Siehe Vorlage 9)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Eintrittswahrscheinlichkeit in Prozent (Siehe Vorlage 10)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Schaden in Euro (Siehe Vorlage 10)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Zu erwartender Schaden pro Jahr in Euro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19438341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 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</a:t>
                      </a:r>
                      <a:r>
                        <a:rPr lang="de-DE" sz="1100">
                          <a:effectLst/>
                        </a:rPr>
                        <a:t>1 %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</a:t>
                      </a:r>
                      <a:r>
                        <a:rPr lang="de-AT" sz="1100">
                          <a:effectLst/>
                        </a:rPr>
                        <a:t>75.000 €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     750 €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2079530829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3377106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10 %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460524643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10 %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680381825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5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10 %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75.000 €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 7.500 €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693484955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Summe: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38.250 €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extLst>
                  <a:ext uri="{0D108BD9-81ED-4DB2-BD59-A6C34878D82A}">
                    <a16:rowId xmlns:a16="http://schemas.microsoft.com/office/drawing/2014/main" val="1927598924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DD17CE9-9AA3-0533-DEE8-C916DFC23E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6541718"/>
              </p:ext>
            </p:extLst>
          </p:nvPr>
        </p:nvGraphicFramePr>
        <p:xfrm>
          <a:off x="4914835" y="2326787"/>
          <a:ext cx="3957320" cy="1702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7606">
                  <a:extLst>
                    <a:ext uri="{9D8B030D-6E8A-4147-A177-3AD203B41FA5}">
                      <a16:colId xmlns:a16="http://schemas.microsoft.com/office/drawing/2014/main" val="1128580741"/>
                    </a:ext>
                  </a:extLst>
                </a:gridCol>
                <a:gridCol w="1077362">
                  <a:extLst>
                    <a:ext uri="{9D8B030D-6E8A-4147-A177-3AD203B41FA5}">
                      <a16:colId xmlns:a16="http://schemas.microsoft.com/office/drawing/2014/main" val="3352404618"/>
                    </a:ext>
                  </a:extLst>
                </a:gridCol>
                <a:gridCol w="1171433">
                  <a:extLst>
                    <a:ext uri="{9D8B030D-6E8A-4147-A177-3AD203B41FA5}">
                      <a16:colId xmlns:a16="http://schemas.microsoft.com/office/drawing/2014/main" val="1385910616"/>
                    </a:ext>
                  </a:extLst>
                </a:gridCol>
                <a:gridCol w="990919">
                  <a:extLst>
                    <a:ext uri="{9D8B030D-6E8A-4147-A177-3AD203B41FA5}">
                      <a16:colId xmlns:a16="http://schemas.microsoft.com/office/drawing/2014/main" val="227600258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Risiko Nr. (Siehe Vorlage 9)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Eintrittswahrscheinlichkeit in Prozent (Siehe Vorlage 10)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Schaden in Euro (Siehe Vorlage 10)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Zu erwartender Schaden pro Jahr in Euro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6024861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1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</a:t>
                      </a:r>
                      <a:r>
                        <a:rPr lang="de-DE" sz="1100">
                          <a:effectLst/>
                        </a:rPr>
                        <a:t>1 %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</a:t>
                      </a:r>
                      <a:r>
                        <a:rPr lang="de-AT" sz="1100">
                          <a:effectLst/>
                        </a:rPr>
                        <a:t>75.000 €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     750 €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rgbClr val="F16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17284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2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75.000 €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750 €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06217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3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1 %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100.000 €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 1.000 €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788227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4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1 %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30.000 €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 300 €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10329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5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10 %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 10.000 €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  1.000 €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099166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algn="l"/>
                      <a:r>
                        <a:rPr lang="de-AT" sz="1100">
                          <a:effectLst/>
                        </a:rPr>
                        <a:t>Summe: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 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100">
                          <a:effectLst/>
                        </a:rPr>
                        <a:t> 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/>
                </a:tc>
                <a:tc>
                  <a:txBody>
                    <a:bodyPr/>
                    <a:lstStyle/>
                    <a:p>
                      <a:pPr algn="r"/>
                      <a:r>
                        <a:rPr lang="de-AT" sz="1100">
                          <a:effectLst/>
                        </a:rPr>
                        <a:t>3.800 €</a:t>
                      </a:r>
                      <a:endParaRPr lang="en-AT" sz="1100">
                        <a:effectLst/>
                        <a:latin typeface="Georgia" panose="02040502050405020303" pitchFamily="18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3560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1DD71B48-1275-D786-3EF5-D78AA674A4E7}"/>
              </a:ext>
            </a:extLst>
          </p:cNvPr>
          <p:cNvSpPr txBox="1"/>
          <p:nvPr/>
        </p:nvSpPr>
        <p:spPr>
          <a:xfrm>
            <a:off x="271846" y="1751620"/>
            <a:ext cx="373718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Summe des zu erwartenden Schadens pro Jahr für alle identifizierten Risiken </a:t>
            </a:r>
            <a:r>
              <a:rPr lang="de-AT" sz="1100" b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vor</a:t>
            </a:r>
            <a:r>
              <a:rPr lang="de-AT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Umsetzung der risikoreduzierenden Maßnahmen</a:t>
            </a:r>
            <a:r>
              <a:rPr lang="en-AT" sz="1100">
                <a:effectLst/>
              </a:rPr>
              <a:t> </a:t>
            </a:r>
            <a:endParaRPr lang="en-AT" sz="11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125E80-C4FA-7442-51B4-0D324A188290}"/>
              </a:ext>
            </a:extLst>
          </p:cNvPr>
          <p:cNvSpPr txBox="1"/>
          <p:nvPr/>
        </p:nvSpPr>
        <p:spPr>
          <a:xfrm>
            <a:off x="4914835" y="1751620"/>
            <a:ext cx="403998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AT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Summe des zu erwartenden Schadens pro Jahr für alle identifizierten Risiken </a:t>
            </a:r>
            <a:r>
              <a:rPr lang="de-AT" sz="1100" b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zum aktuellen Zeitpunkt </a:t>
            </a:r>
            <a:r>
              <a:rPr lang="de-AT" sz="11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(teilweise Umsetzung der risikoreduzierenden Maßnahmen)</a:t>
            </a:r>
            <a:r>
              <a:rPr lang="en-AT" sz="1100">
                <a:effectLst/>
              </a:rPr>
              <a:t> </a:t>
            </a:r>
            <a:endParaRPr lang="en-AT" sz="1100"/>
          </a:p>
        </p:txBody>
      </p:sp>
    </p:spTree>
    <p:extLst>
      <p:ext uri="{BB962C8B-B14F-4D97-AF65-F5344CB8AC3E}">
        <p14:creationId xmlns:p14="http://schemas.microsoft.com/office/powerpoint/2010/main" val="3924252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A82FF-88D2-8089-DC39-14A2B1BEF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0C38BA-C208-E1CA-05AA-EC963F7B7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60" y="657225"/>
            <a:ext cx="8602280" cy="609918"/>
          </a:xfrm>
        </p:spPr>
        <p:txBody>
          <a:bodyPr/>
          <a:lstStyle/>
          <a:p>
            <a:r>
              <a:rPr lang="de-DE"/>
              <a:t>Kennzahlen -</a:t>
            </a:r>
            <a:r>
              <a:rPr lang="de-DE">
                <a:latin typeface="Calibri"/>
                <a:ea typeface="Calibri"/>
                <a:cs typeface="Calibri"/>
              </a:rPr>
              <a:t> Handlungsbedarf</a:t>
            </a:r>
            <a:endParaRPr lang="en-US">
              <a:latin typeface="Calibri"/>
              <a:ea typeface="Calibri"/>
              <a:cs typeface="Calibri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F84422-D1FB-F207-6DF0-6C5F0B36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C68F6-CEB4-C040-B3A3-CADDD499EB7C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A01BE49-CC66-A84F-D3A2-68389F8C7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285750" indent="-285750">
              <a:buFont typeface="Symbol"/>
              <a:buChar char="•"/>
            </a:pPr>
            <a:r>
              <a:rPr lang="de-AT" sz="2200" dirty="0">
                <a:ea typeface="+mn-lt"/>
                <a:cs typeface="+mn-lt"/>
              </a:rPr>
              <a:t>Maßnahmen-Entwicklung und Umsetzung für Risiken Nummer 3 und 5 (aktuell höchster zu erwartender jährlicher Schaden) priorisieren. </a:t>
            </a:r>
          </a:p>
          <a:p>
            <a:pPr marL="285750" indent="-285750">
              <a:buFont typeface="Symbol"/>
              <a:buChar char="•"/>
            </a:pPr>
            <a:r>
              <a:rPr lang="de-AT" sz="2200" dirty="0">
                <a:ea typeface="+mn-lt"/>
                <a:cs typeface="+mn-lt"/>
              </a:rPr>
              <a:t>Priorisierung der Maßnahmen entsprechend der Risikoklasse (hohe Risiken zuerst minimieren).</a:t>
            </a:r>
          </a:p>
          <a:p>
            <a:pPr marL="285750" indent="-285750">
              <a:buFont typeface="Symbol"/>
              <a:buChar char="•"/>
            </a:pPr>
            <a:r>
              <a:rPr lang="de-AT" sz="2200" dirty="0">
                <a:ea typeface="+mn-lt"/>
                <a:cs typeface="+mn-lt"/>
              </a:rPr>
              <a:t>Umsetzung der Maßnahmen mit der besten Kosten-Nutzen-Bilanz.</a:t>
            </a:r>
          </a:p>
          <a:p>
            <a:pPr marL="285750" indent="-285750">
              <a:buFont typeface="Symbol"/>
              <a:buChar char="•"/>
            </a:pPr>
            <a:r>
              <a:rPr lang="de-AT" sz="2200" dirty="0">
                <a:ea typeface="+mn-lt"/>
                <a:cs typeface="+mn-lt"/>
              </a:rPr>
              <a:t>Regelmäßige Überprüfung der Maßnahmen, hinsichtlich Relevanz und Aktualität.</a:t>
            </a:r>
            <a:endParaRPr lang="en-GB" sz="2200" dirty="0">
              <a:ea typeface="+mn-lt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de-AT" sz="2200" dirty="0">
                <a:ea typeface="+mn-lt"/>
                <a:cs typeface="+mn-lt"/>
              </a:rPr>
              <a:t>Verbesserung der Dokumentation.</a:t>
            </a:r>
            <a:endParaRPr lang="en-GB" sz="2200" dirty="0">
              <a:ea typeface="+mn-lt"/>
              <a:cs typeface="+mn-lt"/>
            </a:endParaRPr>
          </a:p>
          <a:p>
            <a:pPr marL="285750" indent="-285750">
              <a:buFont typeface="Symbol"/>
              <a:buChar char="•"/>
            </a:pPr>
            <a:r>
              <a:rPr lang="de-AT" sz="2200" dirty="0">
                <a:latin typeface="Calibri"/>
                <a:ea typeface="Calibri"/>
                <a:cs typeface="Calibri"/>
              </a:rPr>
              <a:t>Senkung des Risikoakzeptanzniveaus zur Einhaltung der Zielvorgaben durch </a:t>
            </a:r>
            <a:r>
              <a:rPr lang="de-AT" sz="2200" dirty="0" err="1">
                <a:latin typeface="Calibri"/>
                <a:ea typeface="Calibri"/>
                <a:cs typeface="Calibri"/>
              </a:rPr>
              <a:t>InnoFin</a:t>
            </a:r>
            <a:r>
              <a:rPr lang="de-AT" sz="2200" dirty="0">
                <a:latin typeface="Calibri"/>
                <a:ea typeface="Calibri"/>
                <a:cs typeface="Calibri"/>
              </a:rPr>
              <a:t>.</a:t>
            </a:r>
          </a:p>
          <a:p>
            <a:endParaRPr lang="de-AT" sz="1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2920565"/>
      </p:ext>
    </p:extLst>
  </p:cSld>
  <p:clrMapOvr>
    <a:masterClrMapping/>
  </p:clrMapOvr>
</p:sld>
</file>

<file path=ppt/theme/theme1.xml><?xml version="1.0" encoding="utf-8"?>
<a:theme xmlns:a="http://schemas.openxmlformats.org/drawingml/2006/main" name="PPT_Vorlage_AppliedComputerSciences_grün">
  <a:themeElements>
    <a:clrScheme name="FH grü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79B635"/>
      </a:accent1>
      <a:accent2>
        <a:srgbClr val="054305"/>
      </a:accent2>
      <a:accent3>
        <a:srgbClr val="9DFC2D"/>
      </a:accent3>
      <a:accent4>
        <a:srgbClr val="BBBBBB"/>
      </a:accent4>
      <a:accent5>
        <a:srgbClr val="888888"/>
      </a:accent5>
      <a:accent6>
        <a:srgbClr val="444444"/>
      </a:accent6>
      <a:hlink>
        <a:srgbClr val="0000FF"/>
      </a:hlink>
      <a:folHlink>
        <a:srgbClr val="800080"/>
      </a:folHlink>
    </a:clrScheme>
    <a:fontScheme name="FH Joanneum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Vorlage_AppliedComputerSciences_grün.potx" id="{6350FFB7-C923-4AC8-980E-5276DDA5D0C4}" vid="{F4D51CA9-A608-4255-ABE2-8FCDD6D4EC39}"/>
    </a:ext>
  </a:extLst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PPT_Vorlage_AppliedComputerSciences_grün.potx</Template>
  <TotalTime>0</TotalTime>
  <Words>1721</Words>
  <Application>Microsoft Office PowerPoint</Application>
  <PresentationFormat>Bildschirmpräsentation (16:9)</PresentationFormat>
  <Paragraphs>516</Paragraphs>
  <Slides>21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21</vt:i4>
      </vt:variant>
    </vt:vector>
  </HeadingPairs>
  <TitlesOfParts>
    <vt:vector size="27" baseType="lpstr">
      <vt:lpstr>Arial</vt:lpstr>
      <vt:lpstr>Calibri</vt:lpstr>
      <vt:lpstr>Courier New</vt:lpstr>
      <vt:lpstr>Georgia</vt:lpstr>
      <vt:lpstr>Symbol</vt:lpstr>
      <vt:lpstr>PPT_Vorlage_AppliedComputerSciences_grün</vt:lpstr>
      <vt:lpstr>Mood Musik - Übung 1</vt:lpstr>
      <vt:lpstr>Rahmenbedingungen – Rollen und Verantwortlichkeiten</vt:lpstr>
      <vt:lpstr>Rahmenbedingungen - Schadenshöhe</vt:lpstr>
      <vt:lpstr>Rahmenbedingungen - Eintrittswahrscheinlichkeit</vt:lpstr>
      <vt:lpstr>Rahmenbedingungen – Risikomatrix mit Klassen</vt:lpstr>
      <vt:lpstr>Rahmenbedingungen – Umgang mit Risiken</vt:lpstr>
      <vt:lpstr>Rahmenbedingungen – Risikoeigner</vt:lpstr>
      <vt:lpstr>Mood Music – Übung 2</vt:lpstr>
      <vt:lpstr>Business Impact Analyse</vt:lpstr>
      <vt:lpstr>Bedrohungsidentifikation</vt:lpstr>
      <vt:lpstr>Risikoanalyse und -bewertung</vt:lpstr>
      <vt:lpstr>Mood Music – Übung 3</vt:lpstr>
      <vt:lpstr>Risikobehandlungsplan - Ausschnitt</vt:lpstr>
      <vt:lpstr>Risikomatrix </vt:lpstr>
      <vt:lpstr>Vor- und Nachteile der Maßnahmen</vt:lpstr>
      <vt:lpstr>Mood Music – Übung 4</vt:lpstr>
      <vt:lpstr>Kennzahlen - KPIs</vt:lpstr>
      <vt:lpstr>Kennzahlen - KPIs</vt:lpstr>
      <vt:lpstr>Kennzahlen</vt:lpstr>
      <vt:lpstr>Schadenskalkulation nach Maßnahmen</vt:lpstr>
      <vt:lpstr>Kennzahlen - Handlungsbedarf</vt:lpstr>
    </vt:vector>
  </TitlesOfParts>
  <Company>FH JOANNEUM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Manfred Terler</dc:creator>
  <cp:lastModifiedBy>Döbler Paula</cp:lastModifiedBy>
  <cp:revision>1</cp:revision>
  <dcterms:created xsi:type="dcterms:W3CDTF">2013-02-19T07:57:04Z</dcterms:created>
  <dcterms:modified xsi:type="dcterms:W3CDTF">2025-01-24T15:55:26Z</dcterms:modified>
</cp:coreProperties>
</file>