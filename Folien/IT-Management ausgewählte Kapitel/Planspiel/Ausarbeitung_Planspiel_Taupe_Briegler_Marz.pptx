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81" r:id="rId1"/>
  </p:sldMasterIdLst>
  <p:notesMasterIdLst>
    <p:notesMasterId r:id="rId74"/>
  </p:notesMasterIdLst>
  <p:handoutMasterIdLst>
    <p:handoutMasterId r:id="rId75"/>
  </p:handoutMasterIdLst>
  <p:sldIdLst>
    <p:sldId id="256" r:id="rId2"/>
    <p:sldId id="259" r:id="rId3"/>
    <p:sldId id="257" r:id="rId4"/>
    <p:sldId id="289" r:id="rId5"/>
    <p:sldId id="302" r:id="rId6"/>
    <p:sldId id="303" r:id="rId7"/>
    <p:sldId id="305" r:id="rId8"/>
    <p:sldId id="306" r:id="rId9"/>
    <p:sldId id="291" r:id="rId10"/>
    <p:sldId id="296" r:id="rId11"/>
    <p:sldId id="297" r:id="rId12"/>
    <p:sldId id="292" r:id="rId13"/>
    <p:sldId id="319" r:id="rId14"/>
    <p:sldId id="320" r:id="rId15"/>
    <p:sldId id="321" r:id="rId16"/>
    <p:sldId id="322" r:id="rId17"/>
    <p:sldId id="323" r:id="rId18"/>
    <p:sldId id="299" r:id="rId19"/>
    <p:sldId id="324" r:id="rId20"/>
    <p:sldId id="325" r:id="rId21"/>
    <p:sldId id="326" r:id="rId22"/>
    <p:sldId id="327" r:id="rId23"/>
    <p:sldId id="328" r:id="rId24"/>
    <p:sldId id="300" r:id="rId25"/>
    <p:sldId id="329" r:id="rId26"/>
    <p:sldId id="330" r:id="rId27"/>
    <p:sldId id="331" r:id="rId28"/>
    <p:sldId id="332" r:id="rId29"/>
    <p:sldId id="333" r:id="rId30"/>
    <p:sldId id="295" r:id="rId31"/>
    <p:sldId id="301" r:id="rId32"/>
    <p:sldId id="335" r:id="rId33"/>
    <p:sldId id="265" r:id="rId34"/>
    <p:sldId id="258" r:id="rId35"/>
    <p:sldId id="266" r:id="rId36"/>
    <p:sldId id="268" r:id="rId37"/>
    <p:sldId id="269" r:id="rId38"/>
    <p:sldId id="260" r:id="rId39"/>
    <p:sldId id="275" r:id="rId40"/>
    <p:sldId id="276" r:id="rId41"/>
    <p:sldId id="279" r:id="rId42"/>
    <p:sldId id="264" r:id="rId43"/>
    <p:sldId id="272" r:id="rId44"/>
    <p:sldId id="336" r:id="rId45"/>
    <p:sldId id="280" r:id="rId46"/>
    <p:sldId id="281" r:id="rId47"/>
    <p:sldId id="261" r:id="rId48"/>
    <p:sldId id="307" r:id="rId49"/>
    <p:sldId id="315" r:id="rId50"/>
    <p:sldId id="262" r:id="rId51"/>
    <p:sldId id="271" r:id="rId52"/>
    <p:sldId id="270" r:id="rId53"/>
    <p:sldId id="277" r:id="rId54"/>
    <p:sldId id="278" r:id="rId55"/>
    <p:sldId id="308" r:id="rId56"/>
    <p:sldId id="309" r:id="rId57"/>
    <p:sldId id="310" r:id="rId58"/>
    <p:sldId id="311" r:id="rId59"/>
    <p:sldId id="313" r:id="rId60"/>
    <p:sldId id="314" r:id="rId61"/>
    <p:sldId id="316" r:id="rId62"/>
    <p:sldId id="317" r:id="rId63"/>
    <p:sldId id="318" r:id="rId64"/>
    <p:sldId id="304" r:id="rId65"/>
    <p:sldId id="282" r:id="rId66"/>
    <p:sldId id="283" r:id="rId67"/>
    <p:sldId id="284" r:id="rId68"/>
    <p:sldId id="285" r:id="rId69"/>
    <p:sldId id="286" r:id="rId70"/>
    <p:sldId id="287" r:id="rId71"/>
    <p:sldId id="288" r:id="rId72"/>
    <p:sldId id="263" r:id="rId73"/>
  </p:sldIdLst>
  <p:sldSz cx="9144000" cy="5143500" type="screen16x9"/>
  <p:notesSz cx="6858000" cy="9144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0A0D581A-9E87-45F3-9F00-6B5A9DBA9ADE}">
          <p14:sldIdLst>
            <p14:sldId id="256"/>
          </p14:sldIdLst>
        </p14:section>
        <p14:section name="Unternehmens und IT Strategie" id="{5B3560AE-9898-4F7E-B8DE-D4271AD9E0C0}">
          <p14:sldIdLst>
            <p14:sldId id="259"/>
          </p14:sldIdLst>
        </p14:section>
        <p14:section name="Rahmenbedingungen" id="{4241A1A3-3E2F-4DD2-BBB6-92633C24558B}">
          <p14:sldIdLst>
            <p14:sldId id="257"/>
            <p14:sldId id="289"/>
            <p14:sldId id="302"/>
            <p14:sldId id="303"/>
            <p14:sldId id="305"/>
            <p14:sldId id="306"/>
          </p14:sldIdLst>
        </p14:section>
        <p14:section name="Organisationsprofil" id="{6AA8D7A8-823B-4BEC-863D-70077E024AD4}">
          <p14:sldIdLst>
            <p14:sldId id="291"/>
          </p14:sldIdLst>
        </p14:section>
        <p14:section name="Vision, Mission, Strategieentwicklung" id="{4FBFB28C-5081-4E7D-8E89-092BC643C4C7}">
          <p14:sldIdLst>
            <p14:sldId id="296"/>
          </p14:sldIdLst>
        </p14:section>
        <p14:section name="Strategie - Ausführung" id="{7E40B977-2AD4-42A0-B4BA-4BE4F6739A46}">
          <p14:sldIdLst>
            <p14:sldId id="297"/>
            <p14:sldId id="292"/>
            <p14:sldId id="319"/>
            <p14:sldId id="320"/>
            <p14:sldId id="321"/>
            <p14:sldId id="322"/>
          </p14:sldIdLst>
        </p14:section>
        <p14:section name="IT-Management - Zwecke und Strategische ZIele" id="{D1D4E884-C469-4044-AD91-21D5487E0AA9}">
          <p14:sldIdLst>
            <p14:sldId id="323"/>
          </p14:sldIdLst>
        </p14:section>
        <p14:section name="Schlüsselaspekte - Ausführung" id="{FE33CEDE-A7D1-4AD0-902C-2A801E2AA122}">
          <p14:sldIdLst>
            <p14:sldId id="299"/>
            <p14:sldId id="324"/>
            <p14:sldId id="325"/>
            <p14:sldId id="326"/>
            <p14:sldId id="327"/>
          </p14:sldIdLst>
        </p14:section>
        <p14:section name="Schlüsselaspekte des IT-Managements" id="{829F8C47-7F2A-4359-95A3-F8D578B56773}">
          <p14:sldIdLst>
            <p14:sldId id="328"/>
            <p14:sldId id="300"/>
          </p14:sldIdLst>
        </p14:section>
        <p14:section name="Ausführung Prozessabdeckung" id="{67A00A9C-4A75-445F-86B1-1AA2344FB06C}">
          <p14:sldIdLst>
            <p14:sldId id="329"/>
            <p14:sldId id="330"/>
            <p14:sldId id="331"/>
            <p14:sldId id="332"/>
            <p14:sldId id="333"/>
          </p14:sldIdLst>
        </p14:section>
        <p14:section name="Versorgungsbereiche" id="{733D7CBB-2D97-49DB-A59F-A98375A15607}">
          <p14:sldIdLst>
            <p14:sldId id="295"/>
            <p14:sldId id="301"/>
          </p14:sldIdLst>
        </p14:section>
        <p14:section name="Ausarbeitung Versorgungsbereiche und Handlungsfelder" id="{4B4D4457-2FD2-48A4-B0F7-E9FC3737EB2F}">
          <p14:sldIdLst>
            <p14:sldId id="335"/>
          </p14:sldIdLst>
        </p14:section>
        <p14:section name="Finanzmanagement" id="{6C58F25D-3BA3-44DE-8C91-7E3E679F127A}">
          <p14:sldIdLst>
            <p14:sldId id="265"/>
            <p14:sldId id="258"/>
            <p14:sldId id="266"/>
            <p14:sldId id="268"/>
            <p14:sldId id="269"/>
            <p14:sldId id="260"/>
            <p14:sldId id="275"/>
            <p14:sldId id="276"/>
            <p14:sldId id="279"/>
            <p14:sldId id="264"/>
            <p14:sldId id="272"/>
            <p14:sldId id="336"/>
            <p14:sldId id="280"/>
            <p14:sldId id="281"/>
            <p14:sldId id="261"/>
            <p14:sldId id="307"/>
            <p14:sldId id="315"/>
            <p14:sldId id="262"/>
            <p14:sldId id="271"/>
            <p14:sldId id="270"/>
            <p14:sldId id="277"/>
            <p14:sldId id="278"/>
            <p14:sldId id="308"/>
            <p14:sldId id="309"/>
            <p14:sldId id="310"/>
            <p14:sldId id="311"/>
            <p14:sldId id="313"/>
            <p14:sldId id="314"/>
            <p14:sldId id="316"/>
            <p14:sldId id="317"/>
            <p14:sldId id="318"/>
            <p14:sldId id="304"/>
            <p14:sldId id="282"/>
            <p14:sldId id="283"/>
            <p14:sldId id="284"/>
            <p14:sldId id="285"/>
            <p14:sldId id="286"/>
            <p14:sldId id="287"/>
            <p14:sldId id="288"/>
            <p14:sldId id="263"/>
          </p14:sldIdLst>
        </p14:section>
      </p14:sectionLst>
    </p:ext>
    <p:ext uri="{EFAFB233-063F-42B5-8137-9DF3F51BA10A}">
      <p15:sldGuideLst xmlns:p15="http://schemas.microsoft.com/office/powerpoint/2012/main">
        <p15:guide id="1" orient="horz" pos="3838" userDrawn="1">
          <p15:clr>
            <a:srgbClr val="A4A3A4"/>
          </p15:clr>
        </p15:guide>
        <p15:guide id="2" orient="horz" pos="1003" userDrawn="1">
          <p15:clr>
            <a:srgbClr val="A4A3A4"/>
          </p15:clr>
        </p15:guide>
        <p15:guide id="3" pos="226" userDrawn="1">
          <p15:clr>
            <a:srgbClr val="A4A3A4"/>
          </p15:clr>
        </p15:guide>
        <p15:guide id="4" pos="5534" userDrawn="1">
          <p15:clr>
            <a:srgbClr val="A4A3A4"/>
          </p15:clr>
        </p15:guide>
        <p15:guide id="5" pos="2880">
          <p15:clr>
            <a:srgbClr val="A4A3A4"/>
          </p15:clr>
        </p15:guide>
        <p15:guide id="6" orient="horz" pos="686" userDrawn="1">
          <p15:clr>
            <a:srgbClr val="A4A3A4"/>
          </p15:clr>
        </p15:guide>
        <p15:guide id="7" orient="horz" pos="4178" userDrawn="1">
          <p15:clr>
            <a:srgbClr val="A4A3A4"/>
          </p15:clr>
        </p15:guide>
        <p15:guide id="8" orient="horz" pos="2879">
          <p15:clr>
            <a:srgbClr val="A4A3A4"/>
          </p15:clr>
        </p15:guide>
        <p15:guide id="9" orient="horz" pos="752">
          <p15:clr>
            <a:srgbClr val="A4A3A4"/>
          </p15:clr>
        </p15:guide>
        <p15:guide id="10" orient="horz" pos="515">
          <p15:clr>
            <a:srgbClr val="A4A3A4"/>
          </p15:clr>
        </p15:guide>
        <p15:guide id="11" orient="horz" pos="313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AF9"/>
    <a:srgbClr val="063951"/>
    <a:srgbClr val="005CA9"/>
    <a:srgbClr val="99C653"/>
    <a:srgbClr val="9BE1A3"/>
    <a:srgbClr val="F7A600"/>
    <a:srgbClr val="00AFC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0234A7-3D39-7E3B-0FF5-951103EB3794}" v="1" dt="2025-05-24T09:56:27.221"/>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99" d="100"/>
          <a:sy n="199" d="100"/>
        </p:scale>
        <p:origin x="684" y="150"/>
      </p:cViewPr>
      <p:guideLst>
        <p:guide orient="horz" pos="3838"/>
        <p:guide orient="horz" pos="1003"/>
        <p:guide pos="226"/>
        <p:guide pos="5534"/>
        <p:guide pos="2880"/>
        <p:guide orient="horz" pos="686"/>
        <p:guide orient="horz" pos="4178"/>
        <p:guide orient="horz" pos="2879"/>
        <p:guide orient="horz" pos="752"/>
        <p:guide orient="horz" pos="515"/>
        <p:guide orient="horz" pos="313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egler Christian" userId="S::christian.briegler@edu.fh-joanneum.at::f0e28576-849a-45bf-93a6-1604a9a9b0d7" providerId="AD" clId="Web-{F42DE16F-3486-B186-A8BF-D21E2DF55EF3}"/>
    <pc:docChg chg="modSld">
      <pc:chgData name="Briegler Christian" userId="S::christian.briegler@edu.fh-joanneum.at::f0e28576-849a-45bf-93a6-1604a9a9b0d7" providerId="AD" clId="Web-{F42DE16F-3486-B186-A8BF-D21E2DF55EF3}" dt="2025-05-09T08:27:20.451" v="1"/>
      <pc:docMkLst>
        <pc:docMk/>
      </pc:docMkLst>
      <pc:sldChg chg="modSp">
        <pc:chgData name="Briegler Christian" userId="S::christian.briegler@edu.fh-joanneum.at::f0e28576-849a-45bf-93a6-1604a9a9b0d7" providerId="AD" clId="Web-{F42DE16F-3486-B186-A8BF-D21E2DF55EF3}" dt="2025-05-09T08:27:20.451" v="1"/>
        <pc:sldMkLst>
          <pc:docMk/>
          <pc:sldMk cId="1520389984" sldId="271"/>
        </pc:sldMkLst>
        <pc:picChg chg="mod modCrop">
          <ac:chgData name="Briegler Christian" userId="S::christian.briegler@edu.fh-joanneum.at::f0e28576-849a-45bf-93a6-1604a9a9b0d7" providerId="AD" clId="Web-{F42DE16F-3486-B186-A8BF-D21E2DF55EF3}" dt="2025-05-09T08:27:20.451" v="1"/>
          <ac:picMkLst>
            <pc:docMk/>
            <pc:sldMk cId="1520389984" sldId="271"/>
            <ac:picMk id="7" creationId="{8F6324D0-D5D4-5106-D72B-466F3D56E996}"/>
          </ac:picMkLst>
        </pc:picChg>
      </pc:sldChg>
    </pc:docChg>
  </pc:docChgLst>
  <pc:docChgLst>
    <pc:chgData name="Marz Steffen" userId="82bc8d54-e274-4a74-a55f-4ca65ccebc5f" providerId="ADAL" clId="{4A952180-A4CC-456B-A8AD-17B770CDF94E}"/>
    <pc:docChg chg="undo redo custSel addSld delSld modSld sldOrd addSection modSection">
      <pc:chgData name="Marz Steffen" userId="82bc8d54-e274-4a74-a55f-4ca65ccebc5f" providerId="ADAL" clId="{4A952180-A4CC-456B-A8AD-17B770CDF94E}" dt="2025-05-23T20:32:07.363" v="2450" actId="478"/>
      <pc:docMkLst>
        <pc:docMk/>
      </pc:docMkLst>
      <pc:sldChg chg="modSp mod">
        <pc:chgData name="Marz Steffen" userId="82bc8d54-e274-4a74-a55f-4ca65ccebc5f" providerId="ADAL" clId="{4A952180-A4CC-456B-A8AD-17B770CDF94E}" dt="2025-05-08T17:02:07.876" v="1805" actId="790"/>
        <pc:sldMkLst>
          <pc:docMk/>
          <pc:sldMk cId="3537182496" sldId="256"/>
        </pc:sldMkLst>
        <pc:spChg chg="mod">
          <ac:chgData name="Marz Steffen" userId="82bc8d54-e274-4a74-a55f-4ca65ccebc5f" providerId="ADAL" clId="{4A952180-A4CC-456B-A8AD-17B770CDF94E}" dt="2025-05-08T17:02:07.876" v="1805" actId="790"/>
          <ac:spMkLst>
            <pc:docMk/>
            <pc:sldMk cId="3537182496" sldId="256"/>
            <ac:spMk id="2" creationId="{00000000-0000-0000-0000-000000000000}"/>
          </ac:spMkLst>
        </pc:spChg>
        <pc:spChg chg="mod">
          <ac:chgData name="Marz Steffen" userId="82bc8d54-e274-4a74-a55f-4ca65ccebc5f" providerId="ADAL" clId="{4A952180-A4CC-456B-A8AD-17B770CDF94E}" dt="2025-05-08T17:02:07.876" v="1805" actId="790"/>
          <ac:spMkLst>
            <pc:docMk/>
            <pc:sldMk cId="3537182496" sldId="256"/>
            <ac:spMk id="3" creationId="{00000000-0000-0000-0000-000000000000}"/>
          </ac:spMkLst>
        </pc:spChg>
      </pc:sldChg>
      <pc:sldChg chg="modSp mod">
        <pc:chgData name="Marz Steffen" userId="82bc8d54-e274-4a74-a55f-4ca65ccebc5f" providerId="ADAL" clId="{4A952180-A4CC-456B-A8AD-17B770CDF94E}" dt="2025-05-08T17:23:08.919" v="2308" actId="12"/>
        <pc:sldMkLst>
          <pc:docMk/>
          <pc:sldMk cId="361143266" sldId="257"/>
        </pc:sldMkLst>
        <pc:spChg chg="mod">
          <ac:chgData name="Marz Steffen" userId="82bc8d54-e274-4a74-a55f-4ca65ccebc5f" providerId="ADAL" clId="{4A952180-A4CC-456B-A8AD-17B770CDF94E}" dt="2025-05-08T17:02:07.876" v="1805" actId="790"/>
          <ac:spMkLst>
            <pc:docMk/>
            <pc:sldMk cId="361143266" sldId="257"/>
            <ac:spMk id="2" creationId="{6804F0CC-514A-EED0-199E-AB9B3F2AB100}"/>
          </ac:spMkLst>
        </pc:spChg>
        <pc:spChg chg="mod">
          <ac:chgData name="Marz Steffen" userId="82bc8d54-e274-4a74-a55f-4ca65ccebc5f" providerId="ADAL" clId="{4A952180-A4CC-456B-A8AD-17B770CDF94E}" dt="2025-05-08T17:23:08.919" v="2308" actId="12"/>
          <ac:spMkLst>
            <pc:docMk/>
            <pc:sldMk cId="361143266" sldId="257"/>
            <ac:spMk id="3" creationId="{BEB1A440-5466-DE57-627C-E789DD04B710}"/>
          </ac:spMkLst>
        </pc:spChg>
        <pc:spChg chg="mod">
          <ac:chgData name="Marz Steffen" userId="82bc8d54-e274-4a74-a55f-4ca65ccebc5f" providerId="ADAL" clId="{4A952180-A4CC-456B-A8AD-17B770CDF94E}" dt="2025-05-08T17:02:07.876" v="1805" actId="790"/>
          <ac:spMkLst>
            <pc:docMk/>
            <pc:sldMk cId="361143266" sldId="257"/>
            <ac:spMk id="4" creationId="{8AF866CD-966A-97A1-362F-913BEF9E29C0}"/>
          </ac:spMkLst>
        </pc:spChg>
        <pc:spChg chg="mod">
          <ac:chgData name="Marz Steffen" userId="82bc8d54-e274-4a74-a55f-4ca65ccebc5f" providerId="ADAL" clId="{4A952180-A4CC-456B-A8AD-17B770CDF94E}" dt="2025-05-08T17:02:07.876" v="1805" actId="790"/>
          <ac:spMkLst>
            <pc:docMk/>
            <pc:sldMk cId="361143266" sldId="257"/>
            <ac:spMk id="5" creationId="{230380E1-D1BE-A822-6719-957B7C44BFAD}"/>
          </ac:spMkLst>
        </pc:spChg>
        <pc:spChg chg="mod">
          <ac:chgData name="Marz Steffen" userId="82bc8d54-e274-4a74-a55f-4ca65ccebc5f" providerId="ADAL" clId="{4A952180-A4CC-456B-A8AD-17B770CDF94E}" dt="2025-05-08T17:02:07.876" v="1805" actId="790"/>
          <ac:spMkLst>
            <pc:docMk/>
            <pc:sldMk cId="361143266" sldId="257"/>
            <ac:spMk id="6" creationId="{0F31A411-A15B-CA7F-B1E4-CEE2509227E1}"/>
          </ac:spMkLst>
        </pc:spChg>
      </pc:sldChg>
      <pc:sldChg chg="modSp mod">
        <pc:chgData name="Marz Steffen" userId="82bc8d54-e274-4a74-a55f-4ca65ccebc5f" providerId="ADAL" clId="{4A952180-A4CC-456B-A8AD-17B770CDF94E}" dt="2025-05-08T17:02:07.876" v="1805" actId="790"/>
        <pc:sldMkLst>
          <pc:docMk/>
          <pc:sldMk cId="3137632187" sldId="258"/>
        </pc:sldMkLst>
        <pc:spChg chg="mod">
          <ac:chgData name="Marz Steffen" userId="82bc8d54-e274-4a74-a55f-4ca65ccebc5f" providerId="ADAL" clId="{4A952180-A4CC-456B-A8AD-17B770CDF94E}" dt="2025-05-08T17:02:07.876" v="1805" actId="790"/>
          <ac:spMkLst>
            <pc:docMk/>
            <pc:sldMk cId="3137632187" sldId="258"/>
            <ac:spMk id="2" creationId="{0E278D65-3ABB-BC79-757F-836EDAE4341C}"/>
          </ac:spMkLst>
        </pc:spChg>
        <pc:spChg chg="mod">
          <ac:chgData name="Marz Steffen" userId="82bc8d54-e274-4a74-a55f-4ca65ccebc5f" providerId="ADAL" clId="{4A952180-A4CC-456B-A8AD-17B770CDF94E}" dt="2025-05-08T17:02:07.876" v="1805" actId="790"/>
          <ac:spMkLst>
            <pc:docMk/>
            <pc:sldMk cId="3137632187" sldId="258"/>
            <ac:spMk id="4" creationId="{7128D6A4-6D75-A042-C85A-6E9D821D0D0A}"/>
          </ac:spMkLst>
        </pc:spChg>
        <pc:spChg chg="mod">
          <ac:chgData name="Marz Steffen" userId="82bc8d54-e274-4a74-a55f-4ca65ccebc5f" providerId="ADAL" clId="{4A952180-A4CC-456B-A8AD-17B770CDF94E}" dt="2025-05-08T17:02:07.876" v="1805" actId="790"/>
          <ac:spMkLst>
            <pc:docMk/>
            <pc:sldMk cId="3137632187" sldId="258"/>
            <ac:spMk id="5" creationId="{1607770B-006F-864F-CEE4-58898A4DE758}"/>
          </ac:spMkLst>
        </pc:spChg>
        <pc:spChg chg="mod">
          <ac:chgData name="Marz Steffen" userId="82bc8d54-e274-4a74-a55f-4ca65ccebc5f" providerId="ADAL" clId="{4A952180-A4CC-456B-A8AD-17B770CDF94E}" dt="2025-05-08T17:02:07.876" v="1805" actId="790"/>
          <ac:spMkLst>
            <pc:docMk/>
            <pc:sldMk cId="3137632187" sldId="258"/>
            <ac:spMk id="6" creationId="{98751E9D-C908-6FF8-7D87-E0C365E90949}"/>
          </ac:spMkLst>
        </pc:spChg>
        <pc:spChg chg="mod">
          <ac:chgData name="Marz Steffen" userId="82bc8d54-e274-4a74-a55f-4ca65ccebc5f" providerId="ADAL" clId="{4A952180-A4CC-456B-A8AD-17B770CDF94E}" dt="2025-05-08T17:02:07.876" v="1805" actId="790"/>
          <ac:spMkLst>
            <pc:docMk/>
            <pc:sldMk cId="3137632187" sldId="258"/>
            <ac:spMk id="7" creationId="{EADED362-F020-F494-7B46-82842F9515D6}"/>
          </ac:spMkLst>
        </pc:spChg>
      </pc:sldChg>
      <pc:sldChg chg="modSp mod">
        <pc:chgData name="Marz Steffen" userId="82bc8d54-e274-4a74-a55f-4ca65ccebc5f" providerId="ADAL" clId="{4A952180-A4CC-456B-A8AD-17B770CDF94E}" dt="2025-05-08T17:02:07.876" v="1805" actId="790"/>
        <pc:sldMkLst>
          <pc:docMk/>
          <pc:sldMk cId="1476328368" sldId="259"/>
        </pc:sldMkLst>
        <pc:spChg chg="mod">
          <ac:chgData name="Marz Steffen" userId="82bc8d54-e274-4a74-a55f-4ca65ccebc5f" providerId="ADAL" clId="{4A952180-A4CC-456B-A8AD-17B770CDF94E}" dt="2025-05-08T17:02:07.876" v="1805" actId="790"/>
          <ac:spMkLst>
            <pc:docMk/>
            <pc:sldMk cId="1476328368" sldId="259"/>
            <ac:spMk id="6" creationId="{AB757FF5-B3B7-5391-B4A6-E954BE54F513}"/>
          </ac:spMkLst>
        </pc:spChg>
        <pc:spChg chg="mod">
          <ac:chgData name="Marz Steffen" userId="82bc8d54-e274-4a74-a55f-4ca65ccebc5f" providerId="ADAL" clId="{4A952180-A4CC-456B-A8AD-17B770CDF94E}" dt="2025-05-08T17:02:07.876" v="1805" actId="790"/>
          <ac:spMkLst>
            <pc:docMk/>
            <pc:sldMk cId="1476328368" sldId="259"/>
            <ac:spMk id="7" creationId="{EA97290A-F130-E920-96D7-D2CBFC35C87B}"/>
          </ac:spMkLst>
        </pc:spChg>
      </pc:sldChg>
      <pc:sldChg chg="modSp mod">
        <pc:chgData name="Marz Steffen" userId="82bc8d54-e274-4a74-a55f-4ca65ccebc5f" providerId="ADAL" clId="{4A952180-A4CC-456B-A8AD-17B770CDF94E}" dt="2025-05-08T17:02:07.876" v="1805" actId="790"/>
        <pc:sldMkLst>
          <pc:docMk/>
          <pc:sldMk cId="1422621403" sldId="260"/>
        </pc:sldMkLst>
        <pc:spChg chg="mod">
          <ac:chgData name="Marz Steffen" userId="82bc8d54-e274-4a74-a55f-4ca65ccebc5f" providerId="ADAL" clId="{4A952180-A4CC-456B-A8AD-17B770CDF94E}" dt="2025-05-08T17:02:07.876" v="1805" actId="790"/>
          <ac:spMkLst>
            <pc:docMk/>
            <pc:sldMk cId="1422621403" sldId="260"/>
            <ac:spMk id="2" creationId="{758641A5-D50F-BF17-BE53-9735239F7AFD}"/>
          </ac:spMkLst>
        </pc:spChg>
        <pc:spChg chg="mod">
          <ac:chgData name="Marz Steffen" userId="82bc8d54-e274-4a74-a55f-4ca65ccebc5f" providerId="ADAL" clId="{4A952180-A4CC-456B-A8AD-17B770CDF94E}" dt="2025-05-08T17:02:07.876" v="1805" actId="790"/>
          <ac:spMkLst>
            <pc:docMk/>
            <pc:sldMk cId="1422621403" sldId="260"/>
            <ac:spMk id="3" creationId="{298952D8-3FDA-04FF-803B-8D2EF9B9B137}"/>
          </ac:spMkLst>
        </pc:spChg>
        <pc:spChg chg="mod">
          <ac:chgData name="Marz Steffen" userId="82bc8d54-e274-4a74-a55f-4ca65ccebc5f" providerId="ADAL" clId="{4A952180-A4CC-456B-A8AD-17B770CDF94E}" dt="2025-05-08T17:02:07.876" v="1805" actId="790"/>
          <ac:spMkLst>
            <pc:docMk/>
            <pc:sldMk cId="1422621403" sldId="260"/>
            <ac:spMk id="4" creationId="{038800B0-8DEA-0565-461A-23C2031D7325}"/>
          </ac:spMkLst>
        </pc:spChg>
        <pc:spChg chg="mod">
          <ac:chgData name="Marz Steffen" userId="82bc8d54-e274-4a74-a55f-4ca65ccebc5f" providerId="ADAL" clId="{4A952180-A4CC-456B-A8AD-17B770CDF94E}" dt="2025-05-08T17:02:07.876" v="1805" actId="790"/>
          <ac:spMkLst>
            <pc:docMk/>
            <pc:sldMk cId="1422621403" sldId="260"/>
            <ac:spMk id="5" creationId="{9D1DC9EA-DA89-A0B5-84BE-22995497A799}"/>
          </ac:spMkLst>
        </pc:spChg>
        <pc:spChg chg="mod">
          <ac:chgData name="Marz Steffen" userId="82bc8d54-e274-4a74-a55f-4ca65ccebc5f" providerId="ADAL" clId="{4A952180-A4CC-456B-A8AD-17B770CDF94E}" dt="2025-05-08T17:02:07.876" v="1805" actId="790"/>
          <ac:spMkLst>
            <pc:docMk/>
            <pc:sldMk cId="1422621403" sldId="260"/>
            <ac:spMk id="6" creationId="{0E3A4F7E-240C-EA1A-8B67-B1147C038578}"/>
          </ac:spMkLst>
        </pc:spChg>
      </pc:sldChg>
      <pc:sldChg chg="modSp mod">
        <pc:chgData name="Marz Steffen" userId="82bc8d54-e274-4a74-a55f-4ca65ccebc5f" providerId="ADAL" clId="{4A952180-A4CC-456B-A8AD-17B770CDF94E}" dt="2025-05-08T17:02:07.876" v="1805" actId="790"/>
        <pc:sldMkLst>
          <pc:docMk/>
          <pc:sldMk cId="2373010212" sldId="261"/>
        </pc:sldMkLst>
        <pc:spChg chg="mod">
          <ac:chgData name="Marz Steffen" userId="82bc8d54-e274-4a74-a55f-4ca65ccebc5f" providerId="ADAL" clId="{4A952180-A4CC-456B-A8AD-17B770CDF94E}" dt="2025-05-08T17:02:07.876" v="1805" actId="790"/>
          <ac:spMkLst>
            <pc:docMk/>
            <pc:sldMk cId="2373010212" sldId="261"/>
            <ac:spMk id="4" creationId="{5AD54502-7A10-681D-A4B4-0B3660A7BB91}"/>
          </ac:spMkLst>
        </pc:spChg>
        <pc:spChg chg="mod">
          <ac:chgData name="Marz Steffen" userId="82bc8d54-e274-4a74-a55f-4ca65ccebc5f" providerId="ADAL" clId="{4A952180-A4CC-456B-A8AD-17B770CDF94E}" dt="2025-05-08T17:02:07.876" v="1805" actId="790"/>
          <ac:spMkLst>
            <pc:docMk/>
            <pc:sldMk cId="2373010212" sldId="261"/>
            <ac:spMk id="5" creationId="{21B23ADC-E652-56D7-888C-9F347D0F87C1}"/>
          </ac:spMkLst>
        </pc:spChg>
        <pc:spChg chg="mod">
          <ac:chgData name="Marz Steffen" userId="82bc8d54-e274-4a74-a55f-4ca65ccebc5f" providerId="ADAL" clId="{4A952180-A4CC-456B-A8AD-17B770CDF94E}" dt="2025-05-08T17:02:07.876" v="1805" actId="790"/>
          <ac:spMkLst>
            <pc:docMk/>
            <pc:sldMk cId="2373010212" sldId="261"/>
            <ac:spMk id="6" creationId="{6FCF8290-D309-34B6-6B49-C402680D2B91}"/>
          </ac:spMkLst>
        </pc:spChg>
        <pc:spChg chg="mod">
          <ac:chgData name="Marz Steffen" userId="82bc8d54-e274-4a74-a55f-4ca65ccebc5f" providerId="ADAL" clId="{4A952180-A4CC-456B-A8AD-17B770CDF94E}" dt="2025-05-08T17:02:07.876" v="1805" actId="790"/>
          <ac:spMkLst>
            <pc:docMk/>
            <pc:sldMk cId="2373010212" sldId="261"/>
            <ac:spMk id="9" creationId="{693061D7-AFA9-26CB-871B-6FF7CB775B35}"/>
          </ac:spMkLst>
        </pc:spChg>
        <pc:graphicFrameChg chg="modGraphic">
          <ac:chgData name="Marz Steffen" userId="82bc8d54-e274-4a74-a55f-4ca65ccebc5f" providerId="ADAL" clId="{4A952180-A4CC-456B-A8AD-17B770CDF94E}" dt="2025-05-08T17:02:07.876" v="1805" actId="790"/>
          <ac:graphicFrameMkLst>
            <pc:docMk/>
            <pc:sldMk cId="2373010212" sldId="261"/>
            <ac:graphicFrameMk id="8" creationId="{43CACD9B-1EFF-45BA-2285-AC93EE4D84D3}"/>
          </ac:graphicFrameMkLst>
        </pc:graphicFrameChg>
      </pc:sldChg>
      <pc:sldChg chg="modSp mod">
        <pc:chgData name="Marz Steffen" userId="82bc8d54-e274-4a74-a55f-4ca65ccebc5f" providerId="ADAL" clId="{4A952180-A4CC-456B-A8AD-17B770CDF94E}" dt="2025-05-23T20:27:16.820" v="2378" actId="108"/>
        <pc:sldMkLst>
          <pc:docMk/>
          <pc:sldMk cId="1033814948" sldId="262"/>
        </pc:sldMkLst>
        <pc:spChg chg="mod">
          <ac:chgData name="Marz Steffen" userId="82bc8d54-e274-4a74-a55f-4ca65ccebc5f" providerId="ADAL" clId="{4A952180-A4CC-456B-A8AD-17B770CDF94E}" dt="2025-05-08T17:02:07.876" v="1805" actId="790"/>
          <ac:spMkLst>
            <pc:docMk/>
            <pc:sldMk cId="1033814948" sldId="262"/>
            <ac:spMk id="4" creationId="{140D06C7-A6A2-3585-1C77-0F14D65EA166}"/>
          </ac:spMkLst>
        </pc:spChg>
        <pc:spChg chg="mod">
          <ac:chgData name="Marz Steffen" userId="82bc8d54-e274-4a74-a55f-4ca65ccebc5f" providerId="ADAL" clId="{4A952180-A4CC-456B-A8AD-17B770CDF94E}" dt="2025-05-08T17:02:07.876" v="1805" actId="790"/>
          <ac:spMkLst>
            <pc:docMk/>
            <pc:sldMk cId="1033814948" sldId="262"/>
            <ac:spMk id="5" creationId="{C4EDCFEB-B7C6-0B34-8EA8-E80E6A4D1B1C}"/>
          </ac:spMkLst>
        </pc:spChg>
        <pc:spChg chg="mod">
          <ac:chgData name="Marz Steffen" userId="82bc8d54-e274-4a74-a55f-4ca65ccebc5f" providerId="ADAL" clId="{4A952180-A4CC-456B-A8AD-17B770CDF94E}" dt="2025-05-08T17:02:07.876" v="1805" actId="790"/>
          <ac:spMkLst>
            <pc:docMk/>
            <pc:sldMk cId="1033814948" sldId="262"/>
            <ac:spMk id="6" creationId="{8F2DFC7D-DE77-042A-EC13-FD9F28D1F881}"/>
          </ac:spMkLst>
        </pc:spChg>
        <pc:spChg chg="mod">
          <ac:chgData name="Marz Steffen" userId="82bc8d54-e274-4a74-a55f-4ca65ccebc5f" providerId="ADAL" clId="{4A952180-A4CC-456B-A8AD-17B770CDF94E}" dt="2025-05-23T20:27:04.432" v="2373" actId="108"/>
          <ac:spMkLst>
            <pc:docMk/>
            <pc:sldMk cId="1033814948" sldId="262"/>
            <ac:spMk id="8" creationId="{82EAA185-4A84-F1DB-741A-C98EA0915B1A}"/>
          </ac:spMkLst>
        </pc:spChg>
        <pc:spChg chg="mod">
          <ac:chgData name="Marz Steffen" userId="82bc8d54-e274-4a74-a55f-4ca65ccebc5f" providerId="ADAL" clId="{4A952180-A4CC-456B-A8AD-17B770CDF94E}" dt="2025-05-23T20:27:01.066" v="2372" actId="12"/>
          <ac:spMkLst>
            <pc:docMk/>
            <pc:sldMk cId="1033814948" sldId="262"/>
            <ac:spMk id="9" creationId="{C76DA83C-0B72-F9FC-AAEE-00AA0FCE14DC}"/>
          </ac:spMkLst>
        </pc:spChg>
        <pc:spChg chg="mod">
          <ac:chgData name="Marz Steffen" userId="82bc8d54-e274-4a74-a55f-4ca65ccebc5f" providerId="ADAL" clId="{4A952180-A4CC-456B-A8AD-17B770CDF94E}" dt="2025-05-23T20:27:13.528" v="2377" actId="108"/>
          <ac:spMkLst>
            <pc:docMk/>
            <pc:sldMk cId="1033814948" sldId="262"/>
            <ac:spMk id="12" creationId="{5056D5CB-6EF1-0F99-889F-4FC4DF6CB130}"/>
          </ac:spMkLst>
        </pc:spChg>
        <pc:spChg chg="mod">
          <ac:chgData name="Marz Steffen" userId="82bc8d54-e274-4a74-a55f-4ca65ccebc5f" providerId="ADAL" clId="{4A952180-A4CC-456B-A8AD-17B770CDF94E}" dt="2025-05-23T20:27:16.820" v="2378" actId="108"/>
          <ac:spMkLst>
            <pc:docMk/>
            <pc:sldMk cId="1033814948" sldId="262"/>
            <ac:spMk id="13" creationId="{25649A85-AB74-DC6E-DF43-60C434C2B85C}"/>
          </ac:spMkLst>
        </pc:spChg>
        <pc:spChg chg="mod">
          <ac:chgData name="Marz Steffen" userId="82bc8d54-e274-4a74-a55f-4ca65ccebc5f" providerId="ADAL" clId="{4A952180-A4CC-456B-A8AD-17B770CDF94E}" dt="2025-05-08T17:02:07.876" v="1805" actId="790"/>
          <ac:spMkLst>
            <pc:docMk/>
            <pc:sldMk cId="1033814948" sldId="262"/>
            <ac:spMk id="14" creationId="{4D3E0800-C74D-5C4D-22BB-3A7BA5274683}"/>
          </ac:spMkLst>
        </pc:spChg>
        <pc:spChg chg="mod">
          <ac:chgData name="Marz Steffen" userId="82bc8d54-e274-4a74-a55f-4ca65ccebc5f" providerId="ADAL" clId="{4A952180-A4CC-456B-A8AD-17B770CDF94E}" dt="2025-05-08T17:02:07.876" v="1805" actId="790"/>
          <ac:spMkLst>
            <pc:docMk/>
            <pc:sldMk cId="1033814948" sldId="262"/>
            <ac:spMk id="15" creationId="{5115D055-F3C1-BCFB-A997-86638D3EE08F}"/>
          </ac:spMkLst>
        </pc:spChg>
        <pc:spChg chg="mod">
          <ac:chgData name="Marz Steffen" userId="82bc8d54-e274-4a74-a55f-4ca65ccebc5f" providerId="ADAL" clId="{4A952180-A4CC-456B-A8AD-17B770CDF94E}" dt="2025-05-08T17:02:07.876" v="1805" actId="790"/>
          <ac:spMkLst>
            <pc:docMk/>
            <pc:sldMk cId="1033814948" sldId="262"/>
            <ac:spMk id="16" creationId="{3B05AC25-32FD-A4B1-C35A-1B3A45C1B97D}"/>
          </ac:spMkLst>
        </pc:spChg>
        <pc:spChg chg="mod">
          <ac:chgData name="Marz Steffen" userId="82bc8d54-e274-4a74-a55f-4ca65ccebc5f" providerId="ADAL" clId="{4A952180-A4CC-456B-A8AD-17B770CDF94E}" dt="2025-05-08T17:02:07.876" v="1805" actId="790"/>
          <ac:spMkLst>
            <pc:docMk/>
            <pc:sldMk cId="1033814948" sldId="262"/>
            <ac:spMk id="17" creationId="{E5E4A7E7-149B-A43F-F5C6-CD357D0B3AB8}"/>
          </ac:spMkLst>
        </pc:spChg>
      </pc:sldChg>
      <pc:sldChg chg="modSp mod">
        <pc:chgData name="Marz Steffen" userId="82bc8d54-e274-4a74-a55f-4ca65ccebc5f" providerId="ADAL" clId="{4A952180-A4CC-456B-A8AD-17B770CDF94E}" dt="2025-05-08T17:02:07.876" v="1805" actId="790"/>
        <pc:sldMkLst>
          <pc:docMk/>
          <pc:sldMk cId="2515001774" sldId="263"/>
        </pc:sldMkLst>
        <pc:spChg chg="mod">
          <ac:chgData name="Marz Steffen" userId="82bc8d54-e274-4a74-a55f-4ca65ccebc5f" providerId="ADAL" clId="{4A952180-A4CC-456B-A8AD-17B770CDF94E}" dt="2025-05-08T17:02:07.876" v="1805" actId="790"/>
          <ac:spMkLst>
            <pc:docMk/>
            <pc:sldMk cId="2515001774" sldId="263"/>
            <ac:spMk id="4" creationId="{012412D3-51B3-CEB0-AFDE-D6F35EBB03BE}"/>
          </ac:spMkLst>
        </pc:spChg>
        <pc:spChg chg="mod">
          <ac:chgData name="Marz Steffen" userId="82bc8d54-e274-4a74-a55f-4ca65ccebc5f" providerId="ADAL" clId="{4A952180-A4CC-456B-A8AD-17B770CDF94E}" dt="2025-05-08T17:02:07.876" v="1805" actId="790"/>
          <ac:spMkLst>
            <pc:docMk/>
            <pc:sldMk cId="2515001774" sldId="263"/>
            <ac:spMk id="5" creationId="{19C0F704-D3A2-FA3D-BA5C-0F7EED3D7045}"/>
          </ac:spMkLst>
        </pc:spChg>
        <pc:spChg chg="mod">
          <ac:chgData name="Marz Steffen" userId="82bc8d54-e274-4a74-a55f-4ca65ccebc5f" providerId="ADAL" clId="{4A952180-A4CC-456B-A8AD-17B770CDF94E}" dt="2025-05-08T17:02:07.876" v="1805" actId="790"/>
          <ac:spMkLst>
            <pc:docMk/>
            <pc:sldMk cId="2515001774" sldId="263"/>
            <ac:spMk id="6" creationId="{F4DA1786-7531-0D8E-3379-1EB12EFABD88}"/>
          </ac:spMkLst>
        </pc:spChg>
        <pc:spChg chg="mod">
          <ac:chgData name="Marz Steffen" userId="82bc8d54-e274-4a74-a55f-4ca65ccebc5f" providerId="ADAL" clId="{4A952180-A4CC-456B-A8AD-17B770CDF94E}" dt="2025-05-08T17:02:07.876" v="1805" actId="790"/>
          <ac:spMkLst>
            <pc:docMk/>
            <pc:sldMk cId="2515001774" sldId="263"/>
            <ac:spMk id="7" creationId="{63A9383C-CCE7-229D-FB4B-7B016EDCF2D6}"/>
          </ac:spMkLst>
        </pc:spChg>
      </pc:sldChg>
      <pc:sldChg chg="modSp mod">
        <pc:chgData name="Marz Steffen" userId="82bc8d54-e274-4a74-a55f-4ca65ccebc5f" providerId="ADAL" clId="{4A952180-A4CC-456B-A8AD-17B770CDF94E}" dt="2025-05-08T17:02:07.876" v="1805" actId="790"/>
        <pc:sldMkLst>
          <pc:docMk/>
          <pc:sldMk cId="1249372920" sldId="264"/>
        </pc:sldMkLst>
        <pc:spChg chg="mod">
          <ac:chgData name="Marz Steffen" userId="82bc8d54-e274-4a74-a55f-4ca65ccebc5f" providerId="ADAL" clId="{4A952180-A4CC-456B-A8AD-17B770CDF94E}" dt="2025-05-08T17:02:07.876" v="1805" actId="790"/>
          <ac:spMkLst>
            <pc:docMk/>
            <pc:sldMk cId="1249372920" sldId="264"/>
            <ac:spMk id="6" creationId="{677DDB12-8C56-3DB6-EE73-412DB76F142E}"/>
          </ac:spMkLst>
        </pc:spChg>
        <pc:spChg chg="mod">
          <ac:chgData name="Marz Steffen" userId="82bc8d54-e274-4a74-a55f-4ca65ccebc5f" providerId="ADAL" clId="{4A952180-A4CC-456B-A8AD-17B770CDF94E}" dt="2025-05-08T17:02:07.876" v="1805" actId="790"/>
          <ac:spMkLst>
            <pc:docMk/>
            <pc:sldMk cId="1249372920" sldId="264"/>
            <ac:spMk id="7" creationId="{616DB404-C037-76A0-971C-435BF09B5D73}"/>
          </ac:spMkLst>
        </pc:spChg>
      </pc:sldChg>
      <pc:sldChg chg="modSp mod">
        <pc:chgData name="Marz Steffen" userId="82bc8d54-e274-4a74-a55f-4ca65ccebc5f" providerId="ADAL" clId="{4A952180-A4CC-456B-A8AD-17B770CDF94E}" dt="2025-05-08T17:02:07.876" v="1805" actId="790"/>
        <pc:sldMkLst>
          <pc:docMk/>
          <pc:sldMk cId="3331441022" sldId="265"/>
        </pc:sldMkLst>
        <pc:spChg chg="mod">
          <ac:chgData name="Marz Steffen" userId="82bc8d54-e274-4a74-a55f-4ca65ccebc5f" providerId="ADAL" clId="{4A952180-A4CC-456B-A8AD-17B770CDF94E}" dt="2025-05-08T17:02:07.876" v="1805" actId="790"/>
          <ac:spMkLst>
            <pc:docMk/>
            <pc:sldMk cId="3331441022" sldId="265"/>
            <ac:spMk id="6" creationId="{735CFD3B-F705-F390-9ABB-047506525968}"/>
          </ac:spMkLst>
        </pc:spChg>
        <pc:spChg chg="mod">
          <ac:chgData name="Marz Steffen" userId="82bc8d54-e274-4a74-a55f-4ca65ccebc5f" providerId="ADAL" clId="{4A952180-A4CC-456B-A8AD-17B770CDF94E}" dt="2025-05-08T17:02:07.876" v="1805" actId="790"/>
          <ac:spMkLst>
            <pc:docMk/>
            <pc:sldMk cId="3331441022" sldId="265"/>
            <ac:spMk id="7" creationId="{E4FD791A-D5F5-1D4B-B66C-120D7892107F}"/>
          </ac:spMkLst>
        </pc:spChg>
      </pc:sldChg>
      <pc:sldChg chg="modSp mod">
        <pc:chgData name="Marz Steffen" userId="82bc8d54-e274-4a74-a55f-4ca65ccebc5f" providerId="ADAL" clId="{4A952180-A4CC-456B-A8AD-17B770CDF94E}" dt="2025-05-08T17:02:07.876" v="1805" actId="790"/>
        <pc:sldMkLst>
          <pc:docMk/>
          <pc:sldMk cId="3767460714" sldId="266"/>
        </pc:sldMkLst>
        <pc:spChg chg="mod">
          <ac:chgData name="Marz Steffen" userId="82bc8d54-e274-4a74-a55f-4ca65ccebc5f" providerId="ADAL" clId="{4A952180-A4CC-456B-A8AD-17B770CDF94E}" dt="2025-05-08T17:02:07.876" v="1805" actId="790"/>
          <ac:spMkLst>
            <pc:docMk/>
            <pc:sldMk cId="3767460714" sldId="266"/>
            <ac:spMk id="2" creationId="{1423D9BB-5D52-265E-C0E4-DC75C3222F62}"/>
          </ac:spMkLst>
        </pc:spChg>
        <pc:spChg chg="mod">
          <ac:chgData name="Marz Steffen" userId="82bc8d54-e274-4a74-a55f-4ca65ccebc5f" providerId="ADAL" clId="{4A952180-A4CC-456B-A8AD-17B770CDF94E}" dt="2025-05-08T17:02:07.876" v="1805" actId="790"/>
          <ac:spMkLst>
            <pc:docMk/>
            <pc:sldMk cId="3767460714" sldId="266"/>
            <ac:spMk id="4" creationId="{B79160A7-F0B2-174A-1808-5BC601445033}"/>
          </ac:spMkLst>
        </pc:spChg>
        <pc:spChg chg="mod">
          <ac:chgData name="Marz Steffen" userId="82bc8d54-e274-4a74-a55f-4ca65ccebc5f" providerId="ADAL" clId="{4A952180-A4CC-456B-A8AD-17B770CDF94E}" dt="2025-05-08T17:02:07.876" v="1805" actId="790"/>
          <ac:spMkLst>
            <pc:docMk/>
            <pc:sldMk cId="3767460714" sldId="266"/>
            <ac:spMk id="5" creationId="{0E5B8147-260D-C8EB-45C9-66EBEC8F6BA4}"/>
          </ac:spMkLst>
        </pc:spChg>
        <pc:spChg chg="mod">
          <ac:chgData name="Marz Steffen" userId="82bc8d54-e274-4a74-a55f-4ca65ccebc5f" providerId="ADAL" clId="{4A952180-A4CC-456B-A8AD-17B770CDF94E}" dt="2025-05-08T17:02:07.876" v="1805" actId="790"/>
          <ac:spMkLst>
            <pc:docMk/>
            <pc:sldMk cId="3767460714" sldId="266"/>
            <ac:spMk id="6" creationId="{EE8F1BBD-55BA-6D23-BF47-24A44FEC505C}"/>
          </ac:spMkLst>
        </pc:spChg>
        <pc:spChg chg="mod">
          <ac:chgData name="Marz Steffen" userId="82bc8d54-e274-4a74-a55f-4ca65ccebc5f" providerId="ADAL" clId="{4A952180-A4CC-456B-A8AD-17B770CDF94E}" dt="2025-05-08T17:02:07.876" v="1805" actId="790"/>
          <ac:spMkLst>
            <pc:docMk/>
            <pc:sldMk cId="3767460714" sldId="266"/>
            <ac:spMk id="7" creationId="{372D0A92-D398-3732-6FDD-E208B047822E}"/>
          </ac:spMkLst>
        </pc:spChg>
      </pc:sldChg>
      <pc:sldChg chg="modSp del mod">
        <pc:chgData name="Marz Steffen" userId="82bc8d54-e274-4a74-a55f-4ca65ccebc5f" providerId="ADAL" clId="{4A952180-A4CC-456B-A8AD-17B770CDF94E}" dt="2025-05-08T17:07:43.549" v="1853" actId="47"/>
        <pc:sldMkLst>
          <pc:docMk/>
          <pc:sldMk cId="1182086841" sldId="267"/>
        </pc:sldMkLst>
      </pc:sldChg>
      <pc:sldChg chg="modSp mod">
        <pc:chgData name="Marz Steffen" userId="82bc8d54-e274-4a74-a55f-4ca65ccebc5f" providerId="ADAL" clId="{4A952180-A4CC-456B-A8AD-17B770CDF94E}" dt="2025-05-08T17:02:07.876" v="1805" actId="790"/>
        <pc:sldMkLst>
          <pc:docMk/>
          <pc:sldMk cId="1984123130" sldId="268"/>
        </pc:sldMkLst>
        <pc:spChg chg="mod">
          <ac:chgData name="Marz Steffen" userId="82bc8d54-e274-4a74-a55f-4ca65ccebc5f" providerId="ADAL" clId="{4A952180-A4CC-456B-A8AD-17B770CDF94E}" dt="2025-05-08T17:02:07.876" v="1805" actId="790"/>
          <ac:spMkLst>
            <pc:docMk/>
            <pc:sldMk cId="1984123130" sldId="268"/>
            <ac:spMk id="2" creationId="{BFA8E619-F1D1-E5BE-B73A-4160DFE5B932}"/>
          </ac:spMkLst>
        </pc:spChg>
        <pc:spChg chg="mod">
          <ac:chgData name="Marz Steffen" userId="82bc8d54-e274-4a74-a55f-4ca65ccebc5f" providerId="ADAL" clId="{4A952180-A4CC-456B-A8AD-17B770CDF94E}" dt="2025-05-08T17:02:07.876" v="1805" actId="790"/>
          <ac:spMkLst>
            <pc:docMk/>
            <pc:sldMk cId="1984123130" sldId="268"/>
            <ac:spMk id="4" creationId="{19F77D31-79CE-B6DC-267C-4EAC8C77F177}"/>
          </ac:spMkLst>
        </pc:spChg>
        <pc:spChg chg="mod">
          <ac:chgData name="Marz Steffen" userId="82bc8d54-e274-4a74-a55f-4ca65ccebc5f" providerId="ADAL" clId="{4A952180-A4CC-456B-A8AD-17B770CDF94E}" dt="2025-05-08T17:02:07.876" v="1805" actId="790"/>
          <ac:spMkLst>
            <pc:docMk/>
            <pc:sldMk cId="1984123130" sldId="268"/>
            <ac:spMk id="5" creationId="{9E1806A1-CC0F-87DE-213E-D5A67C36B439}"/>
          </ac:spMkLst>
        </pc:spChg>
        <pc:spChg chg="mod">
          <ac:chgData name="Marz Steffen" userId="82bc8d54-e274-4a74-a55f-4ca65ccebc5f" providerId="ADAL" clId="{4A952180-A4CC-456B-A8AD-17B770CDF94E}" dt="2025-05-08T17:02:07.876" v="1805" actId="790"/>
          <ac:spMkLst>
            <pc:docMk/>
            <pc:sldMk cId="1984123130" sldId="268"/>
            <ac:spMk id="6" creationId="{ECB7A2B8-AC89-0F77-EE81-086061FBA4D4}"/>
          </ac:spMkLst>
        </pc:spChg>
        <pc:spChg chg="mod">
          <ac:chgData name="Marz Steffen" userId="82bc8d54-e274-4a74-a55f-4ca65ccebc5f" providerId="ADAL" clId="{4A952180-A4CC-456B-A8AD-17B770CDF94E}" dt="2025-05-08T17:02:07.876" v="1805" actId="790"/>
          <ac:spMkLst>
            <pc:docMk/>
            <pc:sldMk cId="1984123130" sldId="268"/>
            <ac:spMk id="7" creationId="{0379E28F-E883-B14F-71E0-AA32094DF507}"/>
          </ac:spMkLst>
        </pc:spChg>
      </pc:sldChg>
      <pc:sldChg chg="modSp mod">
        <pc:chgData name="Marz Steffen" userId="82bc8d54-e274-4a74-a55f-4ca65ccebc5f" providerId="ADAL" clId="{4A952180-A4CC-456B-A8AD-17B770CDF94E}" dt="2025-05-08T17:02:07.876" v="1805" actId="790"/>
        <pc:sldMkLst>
          <pc:docMk/>
          <pc:sldMk cId="1518505498" sldId="269"/>
        </pc:sldMkLst>
        <pc:spChg chg="mod">
          <ac:chgData name="Marz Steffen" userId="82bc8d54-e274-4a74-a55f-4ca65ccebc5f" providerId="ADAL" clId="{4A952180-A4CC-456B-A8AD-17B770CDF94E}" dt="2025-05-08T17:02:07.876" v="1805" actId="790"/>
          <ac:spMkLst>
            <pc:docMk/>
            <pc:sldMk cId="1518505498" sldId="269"/>
            <ac:spMk id="2" creationId="{7C893243-0AC4-EA5D-6A8E-53792AF3E4AF}"/>
          </ac:spMkLst>
        </pc:spChg>
        <pc:spChg chg="mod">
          <ac:chgData name="Marz Steffen" userId="82bc8d54-e274-4a74-a55f-4ca65ccebc5f" providerId="ADAL" clId="{4A952180-A4CC-456B-A8AD-17B770CDF94E}" dt="2025-05-08T17:02:07.876" v="1805" actId="790"/>
          <ac:spMkLst>
            <pc:docMk/>
            <pc:sldMk cId="1518505498" sldId="269"/>
            <ac:spMk id="4" creationId="{E0D755A4-2ED2-0A08-7A69-F6D7350F4629}"/>
          </ac:spMkLst>
        </pc:spChg>
        <pc:spChg chg="mod">
          <ac:chgData name="Marz Steffen" userId="82bc8d54-e274-4a74-a55f-4ca65ccebc5f" providerId="ADAL" clId="{4A952180-A4CC-456B-A8AD-17B770CDF94E}" dt="2025-05-08T17:02:07.876" v="1805" actId="790"/>
          <ac:spMkLst>
            <pc:docMk/>
            <pc:sldMk cId="1518505498" sldId="269"/>
            <ac:spMk id="5" creationId="{5212929B-9B86-C6CF-AA57-DED3B8AB7F71}"/>
          </ac:spMkLst>
        </pc:spChg>
        <pc:spChg chg="mod">
          <ac:chgData name="Marz Steffen" userId="82bc8d54-e274-4a74-a55f-4ca65ccebc5f" providerId="ADAL" clId="{4A952180-A4CC-456B-A8AD-17B770CDF94E}" dt="2025-05-08T17:02:07.876" v="1805" actId="790"/>
          <ac:spMkLst>
            <pc:docMk/>
            <pc:sldMk cId="1518505498" sldId="269"/>
            <ac:spMk id="6" creationId="{9392254F-DAC5-6F22-650E-83CD3CEDE7C4}"/>
          </ac:spMkLst>
        </pc:spChg>
        <pc:spChg chg="mod">
          <ac:chgData name="Marz Steffen" userId="82bc8d54-e274-4a74-a55f-4ca65ccebc5f" providerId="ADAL" clId="{4A952180-A4CC-456B-A8AD-17B770CDF94E}" dt="2025-05-08T17:02:07.876" v="1805" actId="790"/>
          <ac:spMkLst>
            <pc:docMk/>
            <pc:sldMk cId="1518505498" sldId="269"/>
            <ac:spMk id="7" creationId="{F295FB01-7CFF-4FF2-23B4-76AF9440060E}"/>
          </ac:spMkLst>
        </pc:spChg>
      </pc:sldChg>
      <pc:sldChg chg="modSp mod">
        <pc:chgData name="Marz Steffen" userId="82bc8d54-e274-4a74-a55f-4ca65ccebc5f" providerId="ADAL" clId="{4A952180-A4CC-456B-A8AD-17B770CDF94E}" dt="2025-05-08T17:02:07.876" v="1805" actId="790"/>
        <pc:sldMkLst>
          <pc:docMk/>
          <pc:sldMk cId="2125101166" sldId="270"/>
        </pc:sldMkLst>
        <pc:spChg chg="mod">
          <ac:chgData name="Marz Steffen" userId="82bc8d54-e274-4a74-a55f-4ca65ccebc5f" providerId="ADAL" clId="{4A952180-A4CC-456B-A8AD-17B770CDF94E}" dt="2025-05-08T17:02:07.876" v="1805" actId="790"/>
          <ac:spMkLst>
            <pc:docMk/>
            <pc:sldMk cId="2125101166" sldId="270"/>
            <ac:spMk id="4" creationId="{55012261-2D06-0223-F86E-C91B379A155D}"/>
          </ac:spMkLst>
        </pc:spChg>
        <pc:spChg chg="mod">
          <ac:chgData name="Marz Steffen" userId="82bc8d54-e274-4a74-a55f-4ca65ccebc5f" providerId="ADAL" clId="{4A952180-A4CC-456B-A8AD-17B770CDF94E}" dt="2025-05-08T17:02:07.876" v="1805" actId="790"/>
          <ac:spMkLst>
            <pc:docMk/>
            <pc:sldMk cId="2125101166" sldId="270"/>
            <ac:spMk id="5" creationId="{50798127-C1EC-86D5-E51F-DCF976082BD3}"/>
          </ac:spMkLst>
        </pc:spChg>
        <pc:spChg chg="mod">
          <ac:chgData name="Marz Steffen" userId="82bc8d54-e274-4a74-a55f-4ca65ccebc5f" providerId="ADAL" clId="{4A952180-A4CC-456B-A8AD-17B770CDF94E}" dt="2025-05-08T17:02:07.876" v="1805" actId="790"/>
          <ac:spMkLst>
            <pc:docMk/>
            <pc:sldMk cId="2125101166" sldId="270"/>
            <ac:spMk id="6" creationId="{BB979B22-E90A-A924-FD0A-7D841346B9F7}"/>
          </ac:spMkLst>
        </pc:spChg>
        <pc:spChg chg="mod">
          <ac:chgData name="Marz Steffen" userId="82bc8d54-e274-4a74-a55f-4ca65ccebc5f" providerId="ADAL" clId="{4A952180-A4CC-456B-A8AD-17B770CDF94E}" dt="2025-05-08T17:02:07.876" v="1805" actId="790"/>
          <ac:spMkLst>
            <pc:docMk/>
            <pc:sldMk cId="2125101166" sldId="270"/>
            <ac:spMk id="14" creationId="{A2FD5E0E-6085-9B67-CE0C-D627764FC4E3}"/>
          </ac:spMkLst>
        </pc:spChg>
        <pc:spChg chg="mod">
          <ac:chgData name="Marz Steffen" userId="82bc8d54-e274-4a74-a55f-4ca65ccebc5f" providerId="ADAL" clId="{4A952180-A4CC-456B-A8AD-17B770CDF94E}" dt="2025-05-08T17:02:07.876" v="1805" actId="790"/>
          <ac:spMkLst>
            <pc:docMk/>
            <pc:sldMk cId="2125101166" sldId="270"/>
            <ac:spMk id="15" creationId="{F08350A8-9F22-9718-D206-696C06539961}"/>
          </ac:spMkLst>
        </pc:spChg>
        <pc:spChg chg="mod">
          <ac:chgData name="Marz Steffen" userId="82bc8d54-e274-4a74-a55f-4ca65ccebc5f" providerId="ADAL" clId="{4A952180-A4CC-456B-A8AD-17B770CDF94E}" dt="2025-05-08T17:02:07.876" v="1805" actId="790"/>
          <ac:spMkLst>
            <pc:docMk/>
            <pc:sldMk cId="2125101166" sldId="270"/>
            <ac:spMk id="19" creationId="{101C5691-F126-F331-E975-6016022B506F}"/>
          </ac:spMkLst>
        </pc:spChg>
        <pc:spChg chg="mod">
          <ac:chgData name="Marz Steffen" userId="82bc8d54-e274-4a74-a55f-4ca65ccebc5f" providerId="ADAL" clId="{4A952180-A4CC-456B-A8AD-17B770CDF94E}" dt="2025-05-08T17:02:07.876" v="1805" actId="790"/>
          <ac:spMkLst>
            <pc:docMk/>
            <pc:sldMk cId="2125101166" sldId="270"/>
            <ac:spMk id="20" creationId="{2B7CBC4E-6EBD-B702-2024-C5B7E6C0D939}"/>
          </ac:spMkLst>
        </pc:spChg>
      </pc:sldChg>
      <pc:sldChg chg="modSp mod">
        <pc:chgData name="Marz Steffen" userId="82bc8d54-e274-4a74-a55f-4ca65ccebc5f" providerId="ADAL" clId="{4A952180-A4CC-456B-A8AD-17B770CDF94E}" dt="2025-05-08T17:02:07.876" v="1805" actId="790"/>
        <pc:sldMkLst>
          <pc:docMk/>
          <pc:sldMk cId="1520389984" sldId="271"/>
        </pc:sldMkLst>
        <pc:spChg chg="mod">
          <ac:chgData name="Marz Steffen" userId="82bc8d54-e274-4a74-a55f-4ca65ccebc5f" providerId="ADAL" clId="{4A952180-A4CC-456B-A8AD-17B770CDF94E}" dt="2025-05-08T17:02:07.876" v="1805" actId="790"/>
          <ac:spMkLst>
            <pc:docMk/>
            <pc:sldMk cId="1520389984" sldId="271"/>
            <ac:spMk id="4" creationId="{248B14C0-0729-A914-964B-6F7596D3007D}"/>
          </ac:spMkLst>
        </pc:spChg>
        <pc:spChg chg="mod">
          <ac:chgData name="Marz Steffen" userId="82bc8d54-e274-4a74-a55f-4ca65ccebc5f" providerId="ADAL" clId="{4A952180-A4CC-456B-A8AD-17B770CDF94E}" dt="2025-05-08T17:02:07.876" v="1805" actId="790"/>
          <ac:spMkLst>
            <pc:docMk/>
            <pc:sldMk cId="1520389984" sldId="271"/>
            <ac:spMk id="6" creationId="{E6849379-9E5F-3E01-7447-C7047D0EE197}"/>
          </ac:spMkLst>
        </pc:spChg>
        <pc:spChg chg="mod">
          <ac:chgData name="Marz Steffen" userId="82bc8d54-e274-4a74-a55f-4ca65ccebc5f" providerId="ADAL" clId="{4A952180-A4CC-456B-A8AD-17B770CDF94E}" dt="2025-05-08T17:02:07.876" v="1805" actId="790"/>
          <ac:spMkLst>
            <pc:docMk/>
            <pc:sldMk cId="1520389984" sldId="271"/>
            <ac:spMk id="14" creationId="{C479BE45-F14D-4408-4716-6D7CD69EF48F}"/>
          </ac:spMkLst>
        </pc:spChg>
        <pc:spChg chg="mod">
          <ac:chgData name="Marz Steffen" userId="82bc8d54-e274-4a74-a55f-4ca65ccebc5f" providerId="ADAL" clId="{4A952180-A4CC-456B-A8AD-17B770CDF94E}" dt="2025-05-08T17:02:07.876" v="1805" actId="790"/>
          <ac:spMkLst>
            <pc:docMk/>
            <pc:sldMk cId="1520389984" sldId="271"/>
            <ac:spMk id="20" creationId="{39D9B68A-7E66-5D50-E371-2FBCEAB630F2}"/>
          </ac:spMkLst>
        </pc:spChg>
        <pc:spChg chg="mod">
          <ac:chgData name="Marz Steffen" userId="82bc8d54-e274-4a74-a55f-4ca65ccebc5f" providerId="ADAL" clId="{4A952180-A4CC-456B-A8AD-17B770CDF94E}" dt="2025-05-08T17:02:07.876" v="1805" actId="790"/>
          <ac:spMkLst>
            <pc:docMk/>
            <pc:sldMk cId="1520389984" sldId="271"/>
            <ac:spMk id="27" creationId="{751C6DAA-C7DE-001F-BB65-E22E3B554C64}"/>
          </ac:spMkLst>
        </pc:spChg>
        <pc:spChg chg="mod">
          <ac:chgData name="Marz Steffen" userId="82bc8d54-e274-4a74-a55f-4ca65ccebc5f" providerId="ADAL" clId="{4A952180-A4CC-456B-A8AD-17B770CDF94E}" dt="2025-05-08T17:02:07.876" v="1805" actId="790"/>
          <ac:spMkLst>
            <pc:docMk/>
            <pc:sldMk cId="1520389984" sldId="271"/>
            <ac:spMk id="29" creationId="{231A8D65-2B9A-D082-F5F0-D362EEC858A2}"/>
          </ac:spMkLst>
        </pc:spChg>
      </pc:sldChg>
      <pc:sldChg chg="modSp mod">
        <pc:chgData name="Marz Steffen" userId="82bc8d54-e274-4a74-a55f-4ca65ccebc5f" providerId="ADAL" clId="{4A952180-A4CC-456B-A8AD-17B770CDF94E}" dt="2025-05-08T17:02:07.876" v="1805" actId="790"/>
        <pc:sldMkLst>
          <pc:docMk/>
          <pc:sldMk cId="3548014547" sldId="272"/>
        </pc:sldMkLst>
        <pc:spChg chg="mod">
          <ac:chgData name="Marz Steffen" userId="82bc8d54-e274-4a74-a55f-4ca65ccebc5f" providerId="ADAL" clId="{4A952180-A4CC-456B-A8AD-17B770CDF94E}" dt="2025-05-08T17:02:07.876" v="1805" actId="790"/>
          <ac:spMkLst>
            <pc:docMk/>
            <pc:sldMk cId="3548014547" sldId="272"/>
            <ac:spMk id="6" creationId="{118C95C7-0CEC-08B8-431C-B5E503E7C886}"/>
          </ac:spMkLst>
        </pc:spChg>
        <pc:spChg chg="mod">
          <ac:chgData name="Marz Steffen" userId="82bc8d54-e274-4a74-a55f-4ca65ccebc5f" providerId="ADAL" clId="{4A952180-A4CC-456B-A8AD-17B770CDF94E}" dt="2025-05-08T17:02:07.876" v="1805" actId="790"/>
          <ac:spMkLst>
            <pc:docMk/>
            <pc:sldMk cId="3548014547" sldId="272"/>
            <ac:spMk id="13" creationId="{CC309C15-82A8-9C97-2814-45888BEB12DF}"/>
          </ac:spMkLst>
        </pc:spChg>
        <pc:spChg chg="mod">
          <ac:chgData name="Marz Steffen" userId="82bc8d54-e274-4a74-a55f-4ca65ccebc5f" providerId="ADAL" clId="{4A952180-A4CC-456B-A8AD-17B770CDF94E}" dt="2025-05-08T17:02:07.876" v="1805" actId="790"/>
          <ac:spMkLst>
            <pc:docMk/>
            <pc:sldMk cId="3548014547" sldId="272"/>
            <ac:spMk id="15" creationId="{219D8816-036E-2F8C-5714-E9D64CB21EA7}"/>
          </ac:spMkLst>
        </pc:spChg>
        <pc:spChg chg="mod">
          <ac:chgData name="Marz Steffen" userId="82bc8d54-e274-4a74-a55f-4ca65ccebc5f" providerId="ADAL" clId="{4A952180-A4CC-456B-A8AD-17B770CDF94E}" dt="2025-05-08T17:02:07.876" v="1805" actId="790"/>
          <ac:spMkLst>
            <pc:docMk/>
            <pc:sldMk cId="3548014547" sldId="272"/>
            <ac:spMk id="17" creationId="{3FCF8F1F-CFB4-B76E-0B6C-9E9C22BF3F31}"/>
          </ac:spMkLst>
        </pc:spChg>
      </pc:sldChg>
      <pc:sldChg chg="modSp mod">
        <pc:chgData name="Marz Steffen" userId="82bc8d54-e274-4a74-a55f-4ca65ccebc5f" providerId="ADAL" clId="{4A952180-A4CC-456B-A8AD-17B770CDF94E}" dt="2025-05-08T17:02:07.876" v="1805" actId="790"/>
        <pc:sldMkLst>
          <pc:docMk/>
          <pc:sldMk cId="3946546588" sldId="275"/>
        </pc:sldMkLst>
        <pc:spChg chg="mod">
          <ac:chgData name="Marz Steffen" userId="82bc8d54-e274-4a74-a55f-4ca65ccebc5f" providerId="ADAL" clId="{4A952180-A4CC-456B-A8AD-17B770CDF94E}" dt="2025-05-08T17:02:07.876" v="1805" actId="790"/>
          <ac:spMkLst>
            <pc:docMk/>
            <pc:sldMk cId="3946546588" sldId="275"/>
            <ac:spMk id="2" creationId="{A91034D0-1F65-A075-DE2A-2E1CE8916A63}"/>
          </ac:spMkLst>
        </pc:spChg>
        <pc:spChg chg="mod">
          <ac:chgData name="Marz Steffen" userId="82bc8d54-e274-4a74-a55f-4ca65ccebc5f" providerId="ADAL" clId="{4A952180-A4CC-456B-A8AD-17B770CDF94E}" dt="2025-05-08T17:02:07.876" v="1805" actId="790"/>
          <ac:spMkLst>
            <pc:docMk/>
            <pc:sldMk cId="3946546588" sldId="275"/>
            <ac:spMk id="3" creationId="{D2D0C38A-F5D8-E623-74B7-91F2D1979B71}"/>
          </ac:spMkLst>
        </pc:spChg>
        <pc:spChg chg="mod">
          <ac:chgData name="Marz Steffen" userId="82bc8d54-e274-4a74-a55f-4ca65ccebc5f" providerId="ADAL" clId="{4A952180-A4CC-456B-A8AD-17B770CDF94E}" dt="2025-05-08T17:02:07.876" v="1805" actId="790"/>
          <ac:spMkLst>
            <pc:docMk/>
            <pc:sldMk cId="3946546588" sldId="275"/>
            <ac:spMk id="4" creationId="{72E0C250-DF83-C3DE-86D3-90168F9D9D00}"/>
          </ac:spMkLst>
        </pc:spChg>
        <pc:spChg chg="mod">
          <ac:chgData name="Marz Steffen" userId="82bc8d54-e274-4a74-a55f-4ca65ccebc5f" providerId="ADAL" clId="{4A952180-A4CC-456B-A8AD-17B770CDF94E}" dt="2025-05-08T17:02:07.876" v="1805" actId="790"/>
          <ac:spMkLst>
            <pc:docMk/>
            <pc:sldMk cId="3946546588" sldId="275"/>
            <ac:spMk id="5" creationId="{7022DEDB-1BBF-A1A7-C88B-13C8AB42D9F2}"/>
          </ac:spMkLst>
        </pc:spChg>
        <pc:spChg chg="mod">
          <ac:chgData name="Marz Steffen" userId="82bc8d54-e274-4a74-a55f-4ca65ccebc5f" providerId="ADAL" clId="{4A952180-A4CC-456B-A8AD-17B770CDF94E}" dt="2025-05-08T17:02:07.876" v="1805" actId="790"/>
          <ac:spMkLst>
            <pc:docMk/>
            <pc:sldMk cId="3946546588" sldId="275"/>
            <ac:spMk id="6" creationId="{0EC7D9CF-5082-5A36-0FB3-21D0E9B69BA3}"/>
          </ac:spMkLst>
        </pc:spChg>
      </pc:sldChg>
      <pc:sldChg chg="modSp mod">
        <pc:chgData name="Marz Steffen" userId="82bc8d54-e274-4a74-a55f-4ca65ccebc5f" providerId="ADAL" clId="{4A952180-A4CC-456B-A8AD-17B770CDF94E}" dt="2025-05-08T17:02:07.876" v="1805" actId="790"/>
        <pc:sldMkLst>
          <pc:docMk/>
          <pc:sldMk cId="1577886270" sldId="276"/>
        </pc:sldMkLst>
        <pc:spChg chg="mod">
          <ac:chgData name="Marz Steffen" userId="82bc8d54-e274-4a74-a55f-4ca65ccebc5f" providerId="ADAL" clId="{4A952180-A4CC-456B-A8AD-17B770CDF94E}" dt="2025-05-08T17:02:07.876" v="1805" actId="790"/>
          <ac:spMkLst>
            <pc:docMk/>
            <pc:sldMk cId="1577886270" sldId="276"/>
            <ac:spMk id="2" creationId="{C0DC0FE8-2D2E-DF77-4055-5AA1C722F438}"/>
          </ac:spMkLst>
        </pc:spChg>
        <pc:spChg chg="mod">
          <ac:chgData name="Marz Steffen" userId="82bc8d54-e274-4a74-a55f-4ca65ccebc5f" providerId="ADAL" clId="{4A952180-A4CC-456B-A8AD-17B770CDF94E}" dt="2025-05-08T17:02:07.876" v="1805" actId="790"/>
          <ac:spMkLst>
            <pc:docMk/>
            <pc:sldMk cId="1577886270" sldId="276"/>
            <ac:spMk id="3" creationId="{C347F9B3-0678-B75A-1B2C-27A30F7A514F}"/>
          </ac:spMkLst>
        </pc:spChg>
        <pc:spChg chg="mod">
          <ac:chgData name="Marz Steffen" userId="82bc8d54-e274-4a74-a55f-4ca65ccebc5f" providerId="ADAL" clId="{4A952180-A4CC-456B-A8AD-17B770CDF94E}" dt="2025-05-08T17:02:07.876" v="1805" actId="790"/>
          <ac:spMkLst>
            <pc:docMk/>
            <pc:sldMk cId="1577886270" sldId="276"/>
            <ac:spMk id="4" creationId="{81E2144D-9448-798D-152C-7A7E5C890963}"/>
          </ac:spMkLst>
        </pc:spChg>
        <pc:spChg chg="mod">
          <ac:chgData name="Marz Steffen" userId="82bc8d54-e274-4a74-a55f-4ca65ccebc5f" providerId="ADAL" clId="{4A952180-A4CC-456B-A8AD-17B770CDF94E}" dt="2025-05-08T17:02:07.876" v="1805" actId="790"/>
          <ac:spMkLst>
            <pc:docMk/>
            <pc:sldMk cId="1577886270" sldId="276"/>
            <ac:spMk id="5" creationId="{A91260C2-81CF-3E50-E746-5A73077004D2}"/>
          </ac:spMkLst>
        </pc:spChg>
        <pc:spChg chg="mod">
          <ac:chgData name="Marz Steffen" userId="82bc8d54-e274-4a74-a55f-4ca65ccebc5f" providerId="ADAL" clId="{4A952180-A4CC-456B-A8AD-17B770CDF94E}" dt="2025-05-08T17:02:07.876" v="1805" actId="790"/>
          <ac:spMkLst>
            <pc:docMk/>
            <pc:sldMk cId="1577886270" sldId="276"/>
            <ac:spMk id="6" creationId="{C01362A0-ADD2-79FE-56D7-B51150565BFD}"/>
          </ac:spMkLst>
        </pc:spChg>
      </pc:sldChg>
      <pc:sldChg chg="modSp mod">
        <pc:chgData name="Marz Steffen" userId="82bc8d54-e274-4a74-a55f-4ca65ccebc5f" providerId="ADAL" clId="{4A952180-A4CC-456B-A8AD-17B770CDF94E}" dt="2025-05-08T17:02:07.876" v="1805" actId="790"/>
        <pc:sldMkLst>
          <pc:docMk/>
          <pc:sldMk cId="2133592746" sldId="277"/>
        </pc:sldMkLst>
        <pc:spChg chg="mod">
          <ac:chgData name="Marz Steffen" userId="82bc8d54-e274-4a74-a55f-4ca65ccebc5f" providerId="ADAL" clId="{4A952180-A4CC-456B-A8AD-17B770CDF94E}" dt="2025-05-08T17:02:07.876" v="1805" actId="790"/>
          <ac:spMkLst>
            <pc:docMk/>
            <pc:sldMk cId="2133592746" sldId="277"/>
            <ac:spMk id="6" creationId="{D8612512-FE42-B6E7-E31F-8A40FD5FAB01}"/>
          </ac:spMkLst>
        </pc:spChg>
        <pc:spChg chg="mod">
          <ac:chgData name="Marz Steffen" userId="82bc8d54-e274-4a74-a55f-4ca65ccebc5f" providerId="ADAL" clId="{4A952180-A4CC-456B-A8AD-17B770CDF94E}" dt="2025-05-08T17:02:07.876" v="1805" actId="790"/>
          <ac:spMkLst>
            <pc:docMk/>
            <pc:sldMk cId="2133592746" sldId="277"/>
            <ac:spMk id="7" creationId="{6A8BBC3E-6422-A692-324F-5717A78B64B8}"/>
          </ac:spMkLst>
        </pc:spChg>
      </pc:sldChg>
      <pc:sldChg chg="modSp mod">
        <pc:chgData name="Marz Steffen" userId="82bc8d54-e274-4a74-a55f-4ca65ccebc5f" providerId="ADAL" clId="{4A952180-A4CC-456B-A8AD-17B770CDF94E}" dt="2025-05-08T17:02:07.876" v="1805" actId="790"/>
        <pc:sldMkLst>
          <pc:docMk/>
          <pc:sldMk cId="2459947133" sldId="278"/>
        </pc:sldMkLst>
        <pc:spChg chg="mod">
          <ac:chgData name="Marz Steffen" userId="82bc8d54-e274-4a74-a55f-4ca65ccebc5f" providerId="ADAL" clId="{4A952180-A4CC-456B-A8AD-17B770CDF94E}" dt="2025-05-08T17:02:07.876" v="1805" actId="790"/>
          <ac:spMkLst>
            <pc:docMk/>
            <pc:sldMk cId="2459947133" sldId="278"/>
            <ac:spMk id="2" creationId="{8B976B67-6F10-3C90-CA4D-7F71F196EC1A}"/>
          </ac:spMkLst>
        </pc:spChg>
        <pc:spChg chg="mod">
          <ac:chgData name="Marz Steffen" userId="82bc8d54-e274-4a74-a55f-4ca65ccebc5f" providerId="ADAL" clId="{4A952180-A4CC-456B-A8AD-17B770CDF94E}" dt="2025-05-08T17:02:07.876" v="1805" actId="790"/>
          <ac:spMkLst>
            <pc:docMk/>
            <pc:sldMk cId="2459947133" sldId="278"/>
            <ac:spMk id="3" creationId="{FCC3A245-DE12-1C62-9DD9-D3CF0D992774}"/>
          </ac:spMkLst>
        </pc:spChg>
        <pc:spChg chg="mod">
          <ac:chgData name="Marz Steffen" userId="82bc8d54-e274-4a74-a55f-4ca65ccebc5f" providerId="ADAL" clId="{4A952180-A4CC-456B-A8AD-17B770CDF94E}" dt="2025-05-08T17:02:07.876" v="1805" actId="790"/>
          <ac:spMkLst>
            <pc:docMk/>
            <pc:sldMk cId="2459947133" sldId="278"/>
            <ac:spMk id="4" creationId="{18F3E250-EF70-42DC-4DB9-84D9A421448A}"/>
          </ac:spMkLst>
        </pc:spChg>
        <pc:spChg chg="mod">
          <ac:chgData name="Marz Steffen" userId="82bc8d54-e274-4a74-a55f-4ca65ccebc5f" providerId="ADAL" clId="{4A952180-A4CC-456B-A8AD-17B770CDF94E}" dt="2025-05-08T17:02:07.876" v="1805" actId="790"/>
          <ac:spMkLst>
            <pc:docMk/>
            <pc:sldMk cId="2459947133" sldId="278"/>
            <ac:spMk id="5" creationId="{A1C77B9D-E829-2D67-83BD-B8F0B73FF8CC}"/>
          </ac:spMkLst>
        </pc:spChg>
        <pc:spChg chg="mod">
          <ac:chgData name="Marz Steffen" userId="82bc8d54-e274-4a74-a55f-4ca65ccebc5f" providerId="ADAL" clId="{4A952180-A4CC-456B-A8AD-17B770CDF94E}" dt="2025-05-08T17:02:07.876" v="1805" actId="790"/>
          <ac:spMkLst>
            <pc:docMk/>
            <pc:sldMk cId="2459947133" sldId="278"/>
            <ac:spMk id="6" creationId="{211062F6-3176-2040-25B3-D1A23B9032D9}"/>
          </ac:spMkLst>
        </pc:spChg>
      </pc:sldChg>
      <pc:sldChg chg="modSp mod">
        <pc:chgData name="Marz Steffen" userId="82bc8d54-e274-4a74-a55f-4ca65ccebc5f" providerId="ADAL" clId="{4A952180-A4CC-456B-A8AD-17B770CDF94E}" dt="2025-05-08T17:02:07.876" v="1805" actId="790"/>
        <pc:sldMkLst>
          <pc:docMk/>
          <pc:sldMk cId="472370415" sldId="279"/>
        </pc:sldMkLst>
        <pc:spChg chg="mod">
          <ac:chgData name="Marz Steffen" userId="82bc8d54-e274-4a74-a55f-4ca65ccebc5f" providerId="ADAL" clId="{4A952180-A4CC-456B-A8AD-17B770CDF94E}" dt="2025-05-08T17:02:07.876" v="1805" actId="790"/>
          <ac:spMkLst>
            <pc:docMk/>
            <pc:sldMk cId="472370415" sldId="279"/>
            <ac:spMk id="2" creationId="{A7ACFE70-B8AC-A366-B603-C0F1C19C4E0F}"/>
          </ac:spMkLst>
        </pc:spChg>
        <pc:spChg chg="mod">
          <ac:chgData name="Marz Steffen" userId="82bc8d54-e274-4a74-a55f-4ca65ccebc5f" providerId="ADAL" clId="{4A952180-A4CC-456B-A8AD-17B770CDF94E}" dt="2025-05-08T17:02:07.876" v="1805" actId="790"/>
          <ac:spMkLst>
            <pc:docMk/>
            <pc:sldMk cId="472370415" sldId="279"/>
            <ac:spMk id="3" creationId="{63445967-877D-B12A-D493-2956863DDD2B}"/>
          </ac:spMkLst>
        </pc:spChg>
        <pc:spChg chg="mod">
          <ac:chgData name="Marz Steffen" userId="82bc8d54-e274-4a74-a55f-4ca65ccebc5f" providerId="ADAL" clId="{4A952180-A4CC-456B-A8AD-17B770CDF94E}" dt="2025-05-08T17:02:07.876" v="1805" actId="790"/>
          <ac:spMkLst>
            <pc:docMk/>
            <pc:sldMk cId="472370415" sldId="279"/>
            <ac:spMk id="4" creationId="{0C0D7FDB-FA80-04EC-7E96-1EC25BFF99DE}"/>
          </ac:spMkLst>
        </pc:spChg>
        <pc:spChg chg="mod">
          <ac:chgData name="Marz Steffen" userId="82bc8d54-e274-4a74-a55f-4ca65ccebc5f" providerId="ADAL" clId="{4A952180-A4CC-456B-A8AD-17B770CDF94E}" dt="2025-05-08T17:02:07.876" v="1805" actId="790"/>
          <ac:spMkLst>
            <pc:docMk/>
            <pc:sldMk cId="472370415" sldId="279"/>
            <ac:spMk id="5" creationId="{9538F85F-EC7B-9776-CC7B-11B2B2E33E71}"/>
          </ac:spMkLst>
        </pc:spChg>
        <pc:spChg chg="mod">
          <ac:chgData name="Marz Steffen" userId="82bc8d54-e274-4a74-a55f-4ca65ccebc5f" providerId="ADAL" clId="{4A952180-A4CC-456B-A8AD-17B770CDF94E}" dt="2025-05-08T17:02:07.876" v="1805" actId="790"/>
          <ac:spMkLst>
            <pc:docMk/>
            <pc:sldMk cId="472370415" sldId="279"/>
            <ac:spMk id="6" creationId="{63A0BB69-2D0A-0726-B767-186DABE626A4}"/>
          </ac:spMkLst>
        </pc:spChg>
      </pc:sldChg>
      <pc:sldChg chg="modSp mod modShow">
        <pc:chgData name="Marz Steffen" userId="82bc8d54-e274-4a74-a55f-4ca65ccebc5f" providerId="ADAL" clId="{4A952180-A4CC-456B-A8AD-17B770CDF94E}" dt="2025-05-23T20:28:37.882" v="2442" actId="729"/>
        <pc:sldMkLst>
          <pc:docMk/>
          <pc:sldMk cId="1056397214" sldId="280"/>
        </pc:sldMkLst>
        <pc:spChg chg="mod">
          <ac:chgData name="Marz Steffen" userId="82bc8d54-e274-4a74-a55f-4ca65ccebc5f" providerId="ADAL" clId="{4A952180-A4CC-456B-A8AD-17B770CDF94E}" dt="2025-05-08T17:02:07.876" v="1805" actId="790"/>
          <ac:spMkLst>
            <pc:docMk/>
            <pc:sldMk cId="1056397214" sldId="280"/>
            <ac:spMk id="2" creationId="{50DF00B2-B4A7-FC97-C651-8FD86FEF4334}"/>
          </ac:spMkLst>
        </pc:spChg>
        <pc:spChg chg="mod">
          <ac:chgData name="Marz Steffen" userId="82bc8d54-e274-4a74-a55f-4ca65ccebc5f" providerId="ADAL" clId="{4A952180-A4CC-456B-A8AD-17B770CDF94E}" dt="2025-05-08T17:02:07.876" v="1805" actId="790"/>
          <ac:spMkLst>
            <pc:docMk/>
            <pc:sldMk cId="1056397214" sldId="280"/>
            <ac:spMk id="6" creationId="{36105EE6-4636-B2C9-1DD4-6D9B8392F185}"/>
          </ac:spMkLst>
        </pc:spChg>
        <pc:spChg chg="mod">
          <ac:chgData name="Marz Steffen" userId="82bc8d54-e274-4a74-a55f-4ca65ccebc5f" providerId="ADAL" clId="{4A952180-A4CC-456B-A8AD-17B770CDF94E}" dt="2025-05-08T17:02:07.876" v="1805" actId="790"/>
          <ac:spMkLst>
            <pc:docMk/>
            <pc:sldMk cId="1056397214" sldId="280"/>
            <ac:spMk id="8" creationId="{560CD4B7-10D3-0DC0-5918-DCE1D7EE30A0}"/>
          </ac:spMkLst>
        </pc:spChg>
        <pc:spChg chg="mod">
          <ac:chgData name="Marz Steffen" userId="82bc8d54-e274-4a74-a55f-4ca65ccebc5f" providerId="ADAL" clId="{4A952180-A4CC-456B-A8AD-17B770CDF94E}" dt="2025-05-08T17:02:07.876" v="1805" actId="790"/>
          <ac:spMkLst>
            <pc:docMk/>
            <pc:sldMk cId="1056397214" sldId="280"/>
            <ac:spMk id="9" creationId="{24488D16-7ECA-4CB7-6D07-078B31D96180}"/>
          </ac:spMkLst>
        </pc:spChg>
        <pc:graphicFrameChg chg="modGraphic">
          <ac:chgData name="Marz Steffen" userId="82bc8d54-e274-4a74-a55f-4ca65ccebc5f" providerId="ADAL" clId="{4A952180-A4CC-456B-A8AD-17B770CDF94E}" dt="2025-05-08T17:02:07.876" v="1805" actId="790"/>
          <ac:graphicFrameMkLst>
            <pc:docMk/>
            <pc:sldMk cId="1056397214" sldId="280"/>
            <ac:graphicFrameMk id="7" creationId="{D879ED60-E637-D704-28B7-87637A15CF2D}"/>
          </ac:graphicFrameMkLst>
        </pc:graphicFrameChg>
      </pc:sldChg>
      <pc:sldChg chg="modSp mod">
        <pc:chgData name="Marz Steffen" userId="82bc8d54-e274-4a74-a55f-4ca65ccebc5f" providerId="ADAL" clId="{4A952180-A4CC-456B-A8AD-17B770CDF94E}" dt="2025-05-08T17:02:07.876" v="1805" actId="790"/>
        <pc:sldMkLst>
          <pc:docMk/>
          <pc:sldMk cId="3859678748" sldId="281"/>
        </pc:sldMkLst>
        <pc:spChg chg="mod">
          <ac:chgData name="Marz Steffen" userId="82bc8d54-e274-4a74-a55f-4ca65ccebc5f" providerId="ADAL" clId="{4A952180-A4CC-456B-A8AD-17B770CDF94E}" dt="2025-05-08T17:02:07.876" v="1805" actId="790"/>
          <ac:spMkLst>
            <pc:docMk/>
            <pc:sldMk cId="3859678748" sldId="281"/>
            <ac:spMk id="6" creationId="{A72FAAA3-1693-5C28-1CDF-AC19F97D7DC4}"/>
          </ac:spMkLst>
        </pc:spChg>
        <pc:spChg chg="mod">
          <ac:chgData name="Marz Steffen" userId="82bc8d54-e274-4a74-a55f-4ca65ccebc5f" providerId="ADAL" clId="{4A952180-A4CC-456B-A8AD-17B770CDF94E}" dt="2025-05-08T17:02:07.876" v="1805" actId="790"/>
          <ac:spMkLst>
            <pc:docMk/>
            <pc:sldMk cId="3859678748" sldId="281"/>
            <ac:spMk id="7" creationId="{36994F84-ADD1-5372-2774-CA75F94E5059}"/>
          </ac:spMkLst>
        </pc:spChg>
      </pc:sldChg>
      <pc:sldChg chg="modSp mod modShow">
        <pc:chgData name="Marz Steffen" userId="82bc8d54-e274-4a74-a55f-4ca65ccebc5f" providerId="ADAL" clId="{4A952180-A4CC-456B-A8AD-17B770CDF94E}" dt="2025-05-23T20:26:07.709" v="2361" actId="729"/>
        <pc:sldMkLst>
          <pc:docMk/>
          <pc:sldMk cId="270357519" sldId="282"/>
        </pc:sldMkLst>
        <pc:spChg chg="mod">
          <ac:chgData name="Marz Steffen" userId="82bc8d54-e274-4a74-a55f-4ca65ccebc5f" providerId="ADAL" clId="{4A952180-A4CC-456B-A8AD-17B770CDF94E}" dt="2025-05-08T17:02:07.876" v="1805" actId="790"/>
          <ac:spMkLst>
            <pc:docMk/>
            <pc:sldMk cId="270357519" sldId="282"/>
            <ac:spMk id="2" creationId="{713A610F-D9A1-6CBF-8BB9-BDAE8DF2C893}"/>
          </ac:spMkLst>
        </pc:spChg>
        <pc:spChg chg="mod">
          <ac:chgData name="Marz Steffen" userId="82bc8d54-e274-4a74-a55f-4ca65ccebc5f" providerId="ADAL" clId="{4A952180-A4CC-456B-A8AD-17B770CDF94E}" dt="2025-05-08T17:02:07.876" v="1805" actId="790"/>
          <ac:spMkLst>
            <pc:docMk/>
            <pc:sldMk cId="270357519" sldId="282"/>
            <ac:spMk id="3" creationId="{DC7125AD-F809-8DFD-76FE-0634C62E9A3A}"/>
          </ac:spMkLst>
        </pc:spChg>
        <pc:spChg chg="mod">
          <ac:chgData name="Marz Steffen" userId="82bc8d54-e274-4a74-a55f-4ca65ccebc5f" providerId="ADAL" clId="{4A952180-A4CC-456B-A8AD-17B770CDF94E}" dt="2025-05-08T17:02:07.876" v="1805" actId="790"/>
          <ac:spMkLst>
            <pc:docMk/>
            <pc:sldMk cId="270357519" sldId="282"/>
            <ac:spMk id="4" creationId="{7B0BE016-664D-7C84-40F7-9641C20065AC}"/>
          </ac:spMkLst>
        </pc:spChg>
        <pc:spChg chg="mod">
          <ac:chgData name="Marz Steffen" userId="82bc8d54-e274-4a74-a55f-4ca65ccebc5f" providerId="ADAL" clId="{4A952180-A4CC-456B-A8AD-17B770CDF94E}" dt="2025-05-08T17:02:07.876" v="1805" actId="790"/>
          <ac:spMkLst>
            <pc:docMk/>
            <pc:sldMk cId="270357519" sldId="282"/>
            <ac:spMk id="5" creationId="{2D4AE2D7-B106-B507-73B3-BFCE6B26D5BC}"/>
          </ac:spMkLst>
        </pc:spChg>
        <pc:spChg chg="mod">
          <ac:chgData name="Marz Steffen" userId="82bc8d54-e274-4a74-a55f-4ca65ccebc5f" providerId="ADAL" clId="{4A952180-A4CC-456B-A8AD-17B770CDF94E}" dt="2025-05-08T17:02:07.876" v="1805" actId="790"/>
          <ac:spMkLst>
            <pc:docMk/>
            <pc:sldMk cId="270357519" sldId="282"/>
            <ac:spMk id="6" creationId="{23C17A53-E762-829B-F0B6-5526AF9C0C9F}"/>
          </ac:spMkLst>
        </pc:spChg>
      </pc:sldChg>
      <pc:sldChg chg="modSp mod modShow">
        <pc:chgData name="Marz Steffen" userId="82bc8d54-e274-4a74-a55f-4ca65ccebc5f" providerId="ADAL" clId="{4A952180-A4CC-456B-A8AD-17B770CDF94E}" dt="2025-05-23T20:26:05.565" v="2360" actId="729"/>
        <pc:sldMkLst>
          <pc:docMk/>
          <pc:sldMk cId="1877835477" sldId="283"/>
        </pc:sldMkLst>
        <pc:spChg chg="mod">
          <ac:chgData name="Marz Steffen" userId="82bc8d54-e274-4a74-a55f-4ca65ccebc5f" providerId="ADAL" clId="{4A952180-A4CC-456B-A8AD-17B770CDF94E}" dt="2025-05-08T17:02:07.876" v="1805" actId="790"/>
          <ac:spMkLst>
            <pc:docMk/>
            <pc:sldMk cId="1877835477" sldId="283"/>
            <ac:spMk id="2" creationId="{D3D11DA0-451E-EF3F-7344-4506FCC3F8AB}"/>
          </ac:spMkLst>
        </pc:spChg>
        <pc:spChg chg="mod">
          <ac:chgData name="Marz Steffen" userId="82bc8d54-e274-4a74-a55f-4ca65ccebc5f" providerId="ADAL" clId="{4A952180-A4CC-456B-A8AD-17B770CDF94E}" dt="2025-05-08T17:02:07.876" v="1805" actId="790"/>
          <ac:spMkLst>
            <pc:docMk/>
            <pc:sldMk cId="1877835477" sldId="283"/>
            <ac:spMk id="3" creationId="{94DC03BB-9692-0975-CF85-7EF0CD25E200}"/>
          </ac:spMkLst>
        </pc:spChg>
        <pc:spChg chg="mod">
          <ac:chgData name="Marz Steffen" userId="82bc8d54-e274-4a74-a55f-4ca65ccebc5f" providerId="ADAL" clId="{4A952180-A4CC-456B-A8AD-17B770CDF94E}" dt="2025-05-08T17:02:07.876" v="1805" actId="790"/>
          <ac:spMkLst>
            <pc:docMk/>
            <pc:sldMk cId="1877835477" sldId="283"/>
            <ac:spMk id="4" creationId="{838DCA7C-6B69-8BB2-03AF-804FAD908A0E}"/>
          </ac:spMkLst>
        </pc:spChg>
        <pc:spChg chg="mod">
          <ac:chgData name="Marz Steffen" userId="82bc8d54-e274-4a74-a55f-4ca65ccebc5f" providerId="ADAL" clId="{4A952180-A4CC-456B-A8AD-17B770CDF94E}" dt="2025-05-08T17:02:07.876" v="1805" actId="790"/>
          <ac:spMkLst>
            <pc:docMk/>
            <pc:sldMk cId="1877835477" sldId="283"/>
            <ac:spMk id="5" creationId="{89CB15DC-3930-B94C-9848-0E188F5E1DF7}"/>
          </ac:spMkLst>
        </pc:spChg>
        <pc:spChg chg="mod">
          <ac:chgData name="Marz Steffen" userId="82bc8d54-e274-4a74-a55f-4ca65ccebc5f" providerId="ADAL" clId="{4A952180-A4CC-456B-A8AD-17B770CDF94E}" dt="2025-05-08T17:02:07.876" v="1805" actId="790"/>
          <ac:spMkLst>
            <pc:docMk/>
            <pc:sldMk cId="1877835477" sldId="283"/>
            <ac:spMk id="6" creationId="{36502FB6-5C49-30DC-292C-16AB2288BE41}"/>
          </ac:spMkLst>
        </pc:spChg>
      </pc:sldChg>
      <pc:sldChg chg="modSp mod modShow">
        <pc:chgData name="Marz Steffen" userId="82bc8d54-e274-4a74-a55f-4ca65ccebc5f" providerId="ADAL" clId="{4A952180-A4CC-456B-A8AD-17B770CDF94E}" dt="2025-05-23T20:26:03.290" v="2359" actId="729"/>
        <pc:sldMkLst>
          <pc:docMk/>
          <pc:sldMk cId="1077060146" sldId="284"/>
        </pc:sldMkLst>
        <pc:spChg chg="mod">
          <ac:chgData name="Marz Steffen" userId="82bc8d54-e274-4a74-a55f-4ca65ccebc5f" providerId="ADAL" clId="{4A952180-A4CC-456B-A8AD-17B770CDF94E}" dt="2025-05-08T17:02:07.876" v="1805" actId="790"/>
          <ac:spMkLst>
            <pc:docMk/>
            <pc:sldMk cId="1077060146" sldId="284"/>
            <ac:spMk id="2" creationId="{0B822B98-A2CE-84FF-73F9-8538820A465E}"/>
          </ac:spMkLst>
        </pc:spChg>
        <pc:spChg chg="mod">
          <ac:chgData name="Marz Steffen" userId="82bc8d54-e274-4a74-a55f-4ca65ccebc5f" providerId="ADAL" clId="{4A952180-A4CC-456B-A8AD-17B770CDF94E}" dt="2025-05-08T17:02:07.876" v="1805" actId="790"/>
          <ac:spMkLst>
            <pc:docMk/>
            <pc:sldMk cId="1077060146" sldId="284"/>
            <ac:spMk id="3" creationId="{9E63A6DD-ED4C-204F-74A1-12B77D83F4DD}"/>
          </ac:spMkLst>
        </pc:spChg>
        <pc:spChg chg="mod">
          <ac:chgData name="Marz Steffen" userId="82bc8d54-e274-4a74-a55f-4ca65ccebc5f" providerId="ADAL" clId="{4A952180-A4CC-456B-A8AD-17B770CDF94E}" dt="2025-05-08T17:02:07.876" v="1805" actId="790"/>
          <ac:spMkLst>
            <pc:docMk/>
            <pc:sldMk cId="1077060146" sldId="284"/>
            <ac:spMk id="4" creationId="{C81C1798-3E5F-8790-35B5-7DFAF90E57DA}"/>
          </ac:spMkLst>
        </pc:spChg>
        <pc:spChg chg="mod">
          <ac:chgData name="Marz Steffen" userId="82bc8d54-e274-4a74-a55f-4ca65ccebc5f" providerId="ADAL" clId="{4A952180-A4CC-456B-A8AD-17B770CDF94E}" dt="2025-05-08T17:02:07.876" v="1805" actId="790"/>
          <ac:spMkLst>
            <pc:docMk/>
            <pc:sldMk cId="1077060146" sldId="284"/>
            <ac:spMk id="5" creationId="{70FBFF2B-9598-533A-71D0-273119F1CC18}"/>
          </ac:spMkLst>
        </pc:spChg>
        <pc:spChg chg="mod">
          <ac:chgData name="Marz Steffen" userId="82bc8d54-e274-4a74-a55f-4ca65ccebc5f" providerId="ADAL" clId="{4A952180-A4CC-456B-A8AD-17B770CDF94E}" dt="2025-05-08T17:02:07.876" v="1805" actId="790"/>
          <ac:spMkLst>
            <pc:docMk/>
            <pc:sldMk cId="1077060146" sldId="284"/>
            <ac:spMk id="6" creationId="{30AE0AFD-5EEE-5E65-508A-82BC8BD1B5D0}"/>
          </ac:spMkLst>
        </pc:spChg>
      </pc:sldChg>
      <pc:sldChg chg="modSp mod modShow">
        <pc:chgData name="Marz Steffen" userId="82bc8d54-e274-4a74-a55f-4ca65ccebc5f" providerId="ADAL" clId="{4A952180-A4CC-456B-A8AD-17B770CDF94E}" dt="2025-05-23T20:26:01.100" v="2358" actId="729"/>
        <pc:sldMkLst>
          <pc:docMk/>
          <pc:sldMk cId="489265952" sldId="285"/>
        </pc:sldMkLst>
        <pc:spChg chg="mod">
          <ac:chgData name="Marz Steffen" userId="82bc8d54-e274-4a74-a55f-4ca65ccebc5f" providerId="ADAL" clId="{4A952180-A4CC-456B-A8AD-17B770CDF94E}" dt="2025-05-08T17:02:07.876" v="1805" actId="790"/>
          <ac:spMkLst>
            <pc:docMk/>
            <pc:sldMk cId="489265952" sldId="285"/>
            <ac:spMk id="2" creationId="{A1B72BA1-A84C-8FB0-70A9-28D781A762CC}"/>
          </ac:spMkLst>
        </pc:spChg>
        <pc:spChg chg="mod">
          <ac:chgData name="Marz Steffen" userId="82bc8d54-e274-4a74-a55f-4ca65ccebc5f" providerId="ADAL" clId="{4A952180-A4CC-456B-A8AD-17B770CDF94E}" dt="2025-05-08T17:02:07.876" v="1805" actId="790"/>
          <ac:spMkLst>
            <pc:docMk/>
            <pc:sldMk cId="489265952" sldId="285"/>
            <ac:spMk id="3" creationId="{72D80684-EEEF-B488-2E1E-5BBDE8D10F0C}"/>
          </ac:spMkLst>
        </pc:spChg>
        <pc:spChg chg="mod">
          <ac:chgData name="Marz Steffen" userId="82bc8d54-e274-4a74-a55f-4ca65ccebc5f" providerId="ADAL" clId="{4A952180-A4CC-456B-A8AD-17B770CDF94E}" dt="2025-05-08T17:02:07.876" v="1805" actId="790"/>
          <ac:spMkLst>
            <pc:docMk/>
            <pc:sldMk cId="489265952" sldId="285"/>
            <ac:spMk id="4" creationId="{2090BEC7-5919-0269-5737-A343CC212D71}"/>
          </ac:spMkLst>
        </pc:spChg>
        <pc:spChg chg="mod">
          <ac:chgData name="Marz Steffen" userId="82bc8d54-e274-4a74-a55f-4ca65ccebc5f" providerId="ADAL" clId="{4A952180-A4CC-456B-A8AD-17B770CDF94E}" dt="2025-05-08T17:02:07.876" v="1805" actId="790"/>
          <ac:spMkLst>
            <pc:docMk/>
            <pc:sldMk cId="489265952" sldId="285"/>
            <ac:spMk id="5" creationId="{F84727D4-16B6-DAC6-D08C-81A3AB9CF0C9}"/>
          </ac:spMkLst>
        </pc:spChg>
        <pc:spChg chg="mod">
          <ac:chgData name="Marz Steffen" userId="82bc8d54-e274-4a74-a55f-4ca65ccebc5f" providerId="ADAL" clId="{4A952180-A4CC-456B-A8AD-17B770CDF94E}" dt="2025-05-08T17:02:07.876" v="1805" actId="790"/>
          <ac:spMkLst>
            <pc:docMk/>
            <pc:sldMk cId="489265952" sldId="285"/>
            <ac:spMk id="6" creationId="{7A5C4F09-D319-B9A7-05A2-36BC14CE5DCA}"/>
          </ac:spMkLst>
        </pc:spChg>
      </pc:sldChg>
      <pc:sldChg chg="modSp mod modShow">
        <pc:chgData name="Marz Steffen" userId="82bc8d54-e274-4a74-a55f-4ca65ccebc5f" providerId="ADAL" clId="{4A952180-A4CC-456B-A8AD-17B770CDF94E}" dt="2025-05-23T20:25:59.235" v="2357" actId="729"/>
        <pc:sldMkLst>
          <pc:docMk/>
          <pc:sldMk cId="1891034527" sldId="286"/>
        </pc:sldMkLst>
        <pc:spChg chg="mod">
          <ac:chgData name="Marz Steffen" userId="82bc8d54-e274-4a74-a55f-4ca65ccebc5f" providerId="ADAL" clId="{4A952180-A4CC-456B-A8AD-17B770CDF94E}" dt="2025-05-08T17:02:07.876" v="1805" actId="790"/>
          <ac:spMkLst>
            <pc:docMk/>
            <pc:sldMk cId="1891034527" sldId="286"/>
            <ac:spMk id="2" creationId="{2633677C-F6D4-5105-2186-F4921D583390}"/>
          </ac:spMkLst>
        </pc:spChg>
        <pc:spChg chg="mod">
          <ac:chgData name="Marz Steffen" userId="82bc8d54-e274-4a74-a55f-4ca65ccebc5f" providerId="ADAL" clId="{4A952180-A4CC-456B-A8AD-17B770CDF94E}" dt="2025-05-08T17:02:07.876" v="1805" actId="790"/>
          <ac:spMkLst>
            <pc:docMk/>
            <pc:sldMk cId="1891034527" sldId="286"/>
            <ac:spMk id="3" creationId="{32C5FFF3-2998-BCEF-8749-6F378918CDF8}"/>
          </ac:spMkLst>
        </pc:spChg>
        <pc:spChg chg="mod">
          <ac:chgData name="Marz Steffen" userId="82bc8d54-e274-4a74-a55f-4ca65ccebc5f" providerId="ADAL" clId="{4A952180-A4CC-456B-A8AD-17B770CDF94E}" dt="2025-05-08T17:02:07.876" v="1805" actId="790"/>
          <ac:spMkLst>
            <pc:docMk/>
            <pc:sldMk cId="1891034527" sldId="286"/>
            <ac:spMk id="4" creationId="{1C537274-1BE9-3033-FBBD-0333256EC129}"/>
          </ac:spMkLst>
        </pc:spChg>
        <pc:spChg chg="mod">
          <ac:chgData name="Marz Steffen" userId="82bc8d54-e274-4a74-a55f-4ca65ccebc5f" providerId="ADAL" clId="{4A952180-A4CC-456B-A8AD-17B770CDF94E}" dt="2025-05-08T17:02:07.876" v="1805" actId="790"/>
          <ac:spMkLst>
            <pc:docMk/>
            <pc:sldMk cId="1891034527" sldId="286"/>
            <ac:spMk id="5" creationId="{B748614A-46F5-9B06-3D3C-2B4156D40A8F}"/>
          </ac:spMkLst>
        </pc:spChg>
        <pc:spChg chg="mod">
          <ac:chgData name="Marz Steffen" userId="82bc8d54-e274-4a74-a55f-4ca65ccebc5f" providerId="ADAL" clId="{4A952180-A4CC-456B-A8AD-17B770CDF94E}" dt="2025-05-08T17:02:07.876" v="1805" actId="790"/>
          <ac:spMkLst>
            <pc:docMk/>
            <pc:sldMk cId="1891034527" sldId="286"/>
            <ac:spMk id="6" creationId="{6E2151F3-DD07-9C90-B01A-4E9641EFDA2C}"/>
          </ac:spMkLst>
        </pc:spChg>
      </pc:sldChg>
      <pc:sldChg chg="modSp mod">
        <pc:chgData name="Marz Steffen" userId="82bc8d54-e274-4a74-a55f-4ca65ccebc5f" providerId="ADAL" clId="{4A952180-A4CC-456B-A8AD-17B770CDF94E}" dt="2025-05-08T17:02:07.876" v="1805" actId="790"/>
        <pc:sldMkLst>
          <pc:docMk/>
          <pc:sldMk cId="827982529" sldId="287"/>
        </pc:sldMkLst>
        <pc:spChg chg="mod">
          <ac:chgData name="Marz Steffen" userId="82bc8d54-e274-4a74-a55f-4ca65ccebc5f" providerId="ADAL" clId="{4A952180-A4CC-456B-A8AD-17B770CDF94E}" dt="2025-05-08T17:02:07.876" v="1805" actId="790"/>
          <ac:spMkLst>
            <pc:docMk/>
            <pc:sldMk cId="827982529" sldId="287"/>
            <ac:spMk id="2" creationId="{5D907A44-B57C-AEF9-43C0-ADD1BE1FA780}"/>
          </ac:spMkLst>
        </pc:spChg>
        <pc:spChg chg="mod">
          <ac:chgData name="Marz Steffen" userId="82bc8d54-e274-4a74-a55f-4ca65ccebc5f" providerId="ADAL" clId="{4A952180-A4CC-456B-A8AD-17B770CDF94E}" dt="2025-05-08T17:02:07.876" v="1805" actId="790"/>
          <ac:spMkLst>
            <pc:docMk/>
            <pc:sldMk cId="827982529" sldId="287"/>
            <ac:spMk id="4" creationId="{4D6A76C2-F489-D635-17C3-DDA498EB5E2C}"/>
          </ac:spMkLst>
        </pc:spChg>
        <pc:spChg chg="mod">
          <ac:chgData name="Marz Steffen" userId="82bc8d54-e274-4a74-a55f-4ca65ccebc5f" providerId="ADAL" clId="{4A952180-A4CC-456B-A8AD-17B770CDF94E}" dt="2025-05-08T17:02:07.876" v="1805" actId="790"/>
          <ac:spMkLst>
            <pc:docMk/>
            <pc:sldMk cId="827982529" sldId="287"/>
            <ac:spMk id="5" creationId="{47279257-D26D-4437-BE67-DF9B0CD155F7}"/>
          </ac:spMkLst>
        </pc:spChg>
        <pc:spChg chg="mod">
          <ac:chgData name="Marz Steffen" userId="82bc8d54-e274-4a74-a55f-4ca65ccebc5f" providerId="ADAL" clId="{4A952180-A4CC-456B-A8AD-17B770CDF94E}" dt="2025-05-08T17:02:07.876" v="1805" actId="790"/>
          <ac:spMkLst>
            <pc:docMk/>
            <pc:sldMk cId="827982529" sldId="287"/>
            <ac:spMk id="6" creationId="{970505CC-AD92-0F11-5B59-F0FF54B6B1BE}"/>
          </ac:spMkLst>
        </pc:spChg>
        <pc:graphicFrameChg chg="modGraphic">
          <ac:chgData name="Marz Steffen" userId="82bc8d54-e274-4a74-a55f-4ca65ccebc5f" providerId="ADAL" clId="{4A952180-A4CC-456B-A8AD-17B770CDF94E}" dt="2025-05-08T17:02:07.876" v="1805" actId="790"/>
          <ac:graphicFrameMkLst>
            <pc:docMk/>
            <pc:sldMk cId="827982529" sldId="287"/>
            <ac:graphicFrameMk id="7" creationId="{7419A6F3-2811-4EEA-3E69-30241427E35A}"/>
          </ac:graphicFrameMkLst>
        </pc:graphicFrameChg>
      </pc:sldChg>
      <pc:sldChg chg="modSp mod">
        <pc:chgData name="Marz Steffen" userId="82bc8d54-e274-4a74-a55f-4ca65ccebc5f" providerId="ADAL" clId="{4A952180-A4CC-456B-A8AD-17B770CDF94E}" dt="2025-05-08T17:02:07.876" v="1805" actId="790"/>
        <pc:sldMkLst>
          <pc:docMk/>
          <pc:sldMk cId="3171458036" sldId="288"/>
        </pc:sldMkLst>
        <pc:spChg chg="mod">
          <ac:chgData name="Marz Steffen" userId="82bc8d54-e274-4a74-a55f-4ca65ccebc5f" providerId="ADAL" clId="{4A952180-A4CC-456B-A8AD-17B770CDF94E}" dt="2025-05-08T17:02:07.876" v="1805" actId="790"/>
          <ac:spMkLst>
            <pc:docMk/>
            <pc:sldMk cId="3171458036" sldId="288"/>
            <ac:spMk id="2" creationId="{816CA283-155A-0AED-82EA-7B46803E8FF4}"/>
          </ac:spMkLst>
        </pc:spChg>
        <pc:spChg chg="mod">
          <ac:chgData name="Marz Steffen" userId="82bc8d54-e274-4a74-a55f-4ca65ccebc5f" providerId="ADAL" clId="{4A952180-A4CC-456B-A8AD-17B770CDF94E}" dt="2025-05-08T17:02:07.876" v="1805" actId="790"/>
          <ac:spMkLst>
            <pc:docMk/>
            <pc:sldMk cId="3171458036" sldId="288"/>
            <ac:spMk id="4" creationId="{36448B0D-A5AA-A639-5960-3168B9CC6AE6}"/>
          </ac:spMkLst>
        </pc:spChg>
        <pc:spChg chg="mod">
          <ac:chgData name="Marz Steffen" userId="82bc8d54-e274-4a74-a55f-4ca65ccebc5f" providerId="ADAL" clId="{4A952180-A4CC-456B-A8AD-17B770CDF94E}" dt="2025-05-08T17:02:07.876" v="1805" actId="790"/>
          <ac:spMkLst>
            <pc:docMk/>
            <pc:sldMk cId="3171458036" sldId="288"/>
            <ac:spMk id="5" creationId="{04B4F79C-1FD8-649D-A06F-7EB672DC01E4}"/>
          </ac:spMkLst>
        </pc:spChg>
        <pc:spChg chg="mod">
          <ac:chgData name="Marz Steffen" userId="82bc8d54-e274-4a74-a55f-4ca65ccebc5f" providerId="ADAL" clId="{4A952180-A4CC-456B-A8AD-17B770CDF94E}" dt="2025-05-08T17:02:07.876" v="1805" actId="790"/>
          <ac:spMkLst>
            <pc:docMk/>
            <pc:sldMk cId="3171458036" sldId="288"/>
            <ac:spMk id="6" creationId="{47D17E4B-7189-C8E5-CE7A-E69C83CF6D86}"/>
          </ac:spMkLst>
        </pc:spChg>
        <pc:spChg chg="mod">
          <ac:chgData name="Marz Steffen" userId="82bc8d54-e274-4a74-a55f-4ca65ccebc5f" providerId="ADAL" clId="{4A952180-A4CC-456B-A8AD-17B770CDF94E}" dt="2025-05-08T17:02:07.876" v="1805" actId="790"/>
          <ac:spMkLst>
            <pc:docMk/>
            <pc:sldMk cId="3171458036" sldId="288"/>
            <ac:spMk id="8" creationId="{75D8DA99-958D-B5E6-657A-44E6B60CB308}"/>
          </ac:spMkLst>
        </pc:spChg>
      </pc:sldChg>
      <pc:sldChg chg="modSp mod">
        <pc:chgData name="Marz Steffen" userId="82bc8d54-e274-4a74-a55f-4ca65ccebc5f" providerId="ADAL" clId="{4A952180-A4CC-456B-A8AD-17B770CDF94E}" dt="2025-05-08T17:22:00.939" v="2272" actId="1076"/>
        <pc:sldMkLst>
          <pc:docMk/>
          <pc:sldMk cId="3358467459" sldId="289"/>
        </pc:sldMkLst>
        <pc:spChg chg="mod">
          <ac:chgData name="Marz Steffen" userId="82bc8d54-e274-4a74-a55f-4ca65ccebc5f" providerId="ADAL" clId="{4A952180-A4CC-456B-A8AD-17B770CDF94E}" dt="2025-05-08T17:22:00.939" v="2272" actId="1076"/>
          <ac:spMkLst>
            <pc:docMk/>
            <pc:sldMk cId="3358467459" sldId="289"/>
            <ac:spMk id="2" creationId="{240BC696-BA7D-C7CC-4AE7-47D22E3650CD}"/>
          </ac:spMkLst>
        </pc:spChg>
        <pc:spChg chg="mod">
          <ac:chgData name="Marz Steffen" userId="82bc8d54-e274-4a74-a55f-4ca65ccebc5f" providerId="ADAL" clId="{4A952180-A4CC-456B-A8AD-17B770CDF94E}" dt="2025-05-08T17:02:07.876" v="1805" actId="790"/>
          <ac:spMkLst>
            <pc:docMk/>
            <pc:sldMk cId="3358467459" sldId="289"/>
            <ac:spMk id="3" creationId="{FE067D17-58C5-0EA6-D691-05A226C09BA6}"/>
          </ac:spMkLst>
        </pc:spChg>
        <pc:spChg chg="mod">
          <ac:chgData name="Marz Steffen" userId="82bc8d54-e274-4a74-a55f-4ca65ccebc5f" providerId="ADAL" clId="{4A952180-A4CC-456B-A8AD-17B770CDF94E}" dt="2025-05-08T17:02:07.876" v="1805" actId="790"/>
          <ac:spMkLst>
            <pc:docMk/>
            <pc:sldMk cId="3358467459" sldId="289"/>
            <ac:spMk id="4" creationId="{A09EAE55-245E-038F-6930-8B90A26F44C1}"/>
          </ac:spMkLst>
        </pc:spChg>
        <pc:spChg chg="mod">
          <ac:chgData name="Marz Steffen" userId="82bc8d54-e274-4a74-a55f-4ca65ccebc5f" providerId="ADAL" clId="{4A952180-A4CC-456B-A8AD-17B770CDF94E}" dt="2025-05-08T17:02:07.876" v="1805" actId="790"/>
          <ac:spMkLst>
            <pc:docMk/>
            <pc:sldMk cId="3358467459" sldId="289"/>
            <ac:spMk id="5" creationId="{869A8816-E962-B749-EFB3-57A44992C213}"/>
          </ac:spMkLst>
        </pc:spChg>
        <pc:spChg chg="mod">
          <ac:chgData name="Marz Steffen" userId="82bc8d54-e274-4a74-a55f-4ca65ccebc5f" providerId="ADAL" clId="{4A952180-A4CC-456B-A8AD-17B770CDF94E}" dt="2025-05-08T17:02:07.876" v="1805" actId="790"/>
          <ac:spMkLst>
            <pc:docMk/>
            <pc:sldMk cId="3358467459" sldId="289"/>
            <ac:spMk id="6" creationId="{BD5C3A3B-1DED-1AE8-5960-62FA526FFEB0}"/>
          </ac:spMkLst>
        </pc:spChg>
      </pc:sldChg>
      <pc:sldChg chg="del">
        <pc:chgData name="Marz Steffen" userId="82bc8d54-e274-4a74-a55f-4ca65ccebc5f" providerId="ADAL" clId="{4A952180-A4CC-456B-A8AD-17B770CDF94E}" dt="2025-05-08T16:06:29.973" v="273" actId="47"/>
        <pc:sldMkLst>
          <pc:docMk/>
          <pc:sldMk cId="59072996" sldId="290"/>
        </pc:sldMkLst>
      </pc:sldChg>
      <pc:sldChg chg="modSp mod">
        <pc:chgData name="Marz Steffen" userId="82bc8d54-e274-4a74-a55f-4ca65ccebc5f" providerId="ADAL" clId="{4A952180-A4CC-456B-A8AD-17B770CDF94E}" dt="2025-05-08T17:22:20.306" v="2280" actId="1076"/>
        <pc:sldMkLst>
          <pc:docMk/>
          <pc:sldMk cId="2395389718" sldId="291"/>
        </pc:sldMkLst>
        <pc:spChg chg="mod">
          <ac:chgData name="Marz Steffen" userId="82bc8d54-e274-4a74-a55f-4ca65ccebc5f" providerId="ADAL" clId="{4A952180-A4CC-456B-A8AD-17B770CDF94E}" dt="2025-05-08T17:22:18.594" v="2278" actId="1076"/>
          <ac:spMkLst>
            <pc:docMk/>
            <pc:sldMk cId="2395389718" sldId="291"/>
            <ac:spMk id="2" creationId="{14E3C268-3D58-E6E9-66CC-669D3F06B531}"/>
          </ac:spMkLst>
        </pc:spChg>
        <pc:spChg chg="mod">
          <ac:chgData name="Marz Steffen" userId="82bc8d54-e274-4a74-a55f-4ca65ccebc5f" providerId="ADAL" clId="{4A952180-A4CC-456B-A8AD-17B770CDF94E}" dt="2025-05-08T17:22:20.306" v="2280" actId="1076"/>
          <ac:spMkLst>
            <pc:docMk/>
            <pc:sldMk cId="2395389718" sldId="291"/>
            <ac:spMk id="3" creationId="{0BF3EA1B-1460-55D6-9418-D688D18FC705}"/>
          </ac:spMkLst>
        </pc:spChg>
        <pc:spChg chg="mod">
          <ac:chgData name="Marz Steffen" userId="82bc8d54-e274-4a74-a55f-4ca65ccebc5f" providerId="ADAL" clId="{4A952180-A4CC-456B-A8AD-17B770CDF94E}" dt="2025-05-08T17:02:07.876" v="1805" actId="790"/>
          <ac:spMkLst>
            <pc:docMk/>
            <pc:sldMk cId="2395389718" sldId="291"/>
            <ac:spMk id="4" creationId="{A004A7C5-962D-F8C8-2D53-14AE32A239D0}"/>
          </ac:spMkLst>
        </pc:spChg>
        <pc:spChg chg="mod">
          <ac:chgData name="Marz Steffen" userId="82bc8d54-e274-4a74-a55f-4ca65ccebc5f" providerId="ADAL" clId="{4A952180-A4CC-456B-A8AD-17B770CDF94E}" dt="2025-05-08T17:02:07.876" v="1805" actId="790"/>
          <ac:spMkLst>
            <pc:docMk/>
            <pc:sldMk cId="2395389718" sldId="291"/>
            <ac:spMk id="5" creationId="{244526EF-1764-1DFA-69ED-CCBD3903273B}"/>
          </ac:spMkLst>
        </pc:spChg>
        <pc:spChg chg="mod">
          <ac:chgData name="Marz Steffen" userId="82bc8d54-e274-4a74-a55f-4ca65ccebc5f" providerId="ADAL" clId="{4A952180-A4CC-456B-A8AD-17B770CDF94E}" dt="2025-05-08T17:02:07.876" v="1805" actId="790"/>
          <ac:spMkLst>
            <pc:docMk/>
            <pc:sldMk cId="2395389718" sldId="291"/>
            <ac:spMk id="6" creationId="{375C8EAF-5DA1-0C84-C906-9B691866C44A}"/>
          </ac:spMkLst>
        </pc:spChg>
      </pc:sldChg>
      <pc:sldChg chg="modSp mod modShow">
        <pc:chgData name="Marz Steffen" userId="82bc8d54-e274-4a74-a55f-4ca65ccebc5f" providerId="ADAL" clId="{4A952180-A4CC-456B-A8AD-17B770CDF94E}" dt="2025-05-23T20:23:54.413" v="2341" actId="729"/>
        <pc:sldMkLst>
          <pc:docMk/>
          <pc:sldMk cId="714157426" sldId="292"/>
        </pc:sldMkLst>
        <pc:spChg chg="mod">
          <ac:chgData name="Marz Steffen" userId="82bc8d54-e274-4a74-a55f-4ca65ccebc5f" providerId="ADAL" clId="{4A952180-A4CC-456B-A8AD-17B770CDF94E}" dt="2025-05-08T17:02:07.876" v="1805" actId="790"/>
          <ac:spMkLst>
            <pc:docMk/>
            <pc:sldMk cId="714157426" sldId="292"/>
            <ac:spMk id="2" creationId="{DCC8A713-AB95-9241-2D9D-B962E7C3D05B}"/>
          </ac:spMkLst>
        </pc:spChg>
        <pc:spChg chg="mod">
          <ac:chgData name="Marz Steffen" userId="82bc8d54-e274-4a74-a55f-4ca65ccebc5f" providerId="ADAL" clId="{4A952180-A4CC-456B-A8AD-17B770CDF94E}" dt="2025-05-08T17:02:07.876" v="1805" actId="790"/>
          <ac:spMkLst>
            <pc:docMk/>
            <pc:sldMk cId="714157426" sldId="292"/>
            <ac:spMk id="3" creationId="{1C69C4A5-42A1-5F36-7E0A-2EEB17251A0F}"/>
          </ac:spMkLst>
        </pc:spChg>
        <pc:spChg chg="mod">
          <ac:chgData name="Marz Steffen" userId="82bc8d54-e274-4a74-a55f-4ca65ccebc5f" providerId="ADAL" clId="{4A952180-A4CC-456B-A8AD-17B770CDF94E}" dt="2025-05-08T17:02:07.876" v="1805" actId="790"/>
          <ac:spMkLst>
            <pc:docMk/>
            <pc:sldMk cId="714157426" sldId="292"/>
            <ac:spMk id="4" creationId="{134EB5A7-DB8D-94F8-C417-51BA7C461AA4}"/>
          </ac:spMkLst>
        </pc:spChg>
        <pc:spChg chg="mod">
          <ac:chgData name="Marz Steffen" userId="82bc8d54-e274-4a74-a55f-4ca65ccebc5f" providerId="ADAL" clId="{4A952180-A4CC-456B-A8AD-17B770CDF94E}" dt="2025-05-08T17:02:07.876" v="1805" actId="790"/>
          <ac:spMkLst>
            <pc:docMk/>
            <pc:sldMk cId="714157426" sldId="292"/>
            <ac:spMk id="5" creationId="{9A6C91A7-F5D7-36A3-01D0-7A07A3DE2D76}"/>
          </ac:spMkLst>
        </pc:spChg>
        <pc:spChg chg="mod">
          <ac:chgData name="Marz Steffen" userId="82bc8d54-e274-4a74-a55f-4ca65ccebc5f" providerId="ADAL" clId="{4A952180-A4CC-456B-A8AD-17B770CDF94E}" dt="2025-05-08T17:02:07.876" v="1805" actId="790"/>
          <ac:spMkLst>
            <pc:docMk/>
            <pc:sldMk cId="714157426" sldId="292"/>
            <ac:spMk id="6" creationId="{C9323573-5EA7-BF04-AC28-1873DB0AF851}"/>
          </ac:spMkLst>
        </pc:spChg>
      </pc:sldChg>
      <pc:sldChg chg="addSp delSp modSp del mod">
        <pc:chgData name="Marz Steffen" userId="82bc8d54-e274-4a74-a55f-4ca65ccebc5f" providerId="ADAL" clId="{4A952180-A4CC-456B-A8AD-17B770CDF94E}" dt="2025-05-08T16:38:27.588" v="1131" actId="47"/>
        <pc:sldMkLst>
          <pc:docMk/>
          <pc:sldMk cId="3846280256" sldId="293"/>
        </pc:sldMkLst>
      </pc:sldChg>
      <pc:sldChg chg="modSp del mod">
        <pc:chgData name="Marz Steffen" userId="82bc8d54-e274-4a74-a55f-4ca65ccebc5f" providerId="ADAL" clId="{4A952180-A4CC-456B-A8AD-17B770CDF94E}" dt="2025-05-08T17:03:06.193" v="1806" actId="47"/>
        <pc:sldMkLst>
          <pc:docMk/>
          <pc:sldMk cId="748995122" sldId="294"/>
        </pc:sldMkLst>
      </pc:sldChg>
      <pc:sldChg chg="addSp delSp modSp mod modNotesTx">
        <pc:chgData name="Marz Steffen" userId="82bc8d54-e274-4a74-a55f-4ca65ccebc5f" providerId="ADAL" clId="{4A952180-A4CC-456B-A8AD-17B770CDF94E}" dt="2025-05-08T17:06:05.425" v="1852" actId="20577"/>
        <pc:sldMkLst>
          <pc:docMk/>
          <pc:sldMk cId="1837730531" sldId="295"/>
        </pc:sldMkLst>
        <pc:spChg chg="mod">
          <ac:chgData name="Marz Steffen" userId="82bc8d54-e274-4a74-a55f-4ca65ccebc5f" providerId="ADAL" clId="{4A952180-A4CC-456B-A8AD-17B770CDF94E}" dt="2025-05-08T17:02:07.876" v="1805" actId="790"/>
          <ac:spMkLst>
            <pc:docMk/>
            <pc:sldMk cId="1837730531" sldId="295"/>
            <ac:spMk id="2" creationId="{44D2FE04-8C25-A521-27E4-16CB41868D23}"/>
          </ac:spMkLst>
        </pc:spChg>
        <pc:spChg chg="add del mod">
          <ac:chgData name="Marz Steffen" userId="82bc8d54-e274-4a74-a55f-4ca65ccebc5f" providerId="ADAL" clId="{4A952180-A4CC-456B-A8AD-17B770CDF94E}" dt="2025-05-08T17:06:05.425" v="1852" actId="20577"/>
          <ac:spMkLst>
            <pc:docMk/>
            <pc:sldMk cId="1837730531" sldId="295"/>
            <ac:spMk id="3" creationId="{0BD31010-A960-55B2-33F6-27A2033AFF56}"/>
          </ac:spMkLst>
        </pc:spChg>
        <pc:spChg chg="mod">
          <ac:chgData name="Marz Steffen" userId="82bc8d54-e274-4a74-a55f-4ca65ccebc5f" providerId="ADAL" clId="{4A952180-A4CC-456B-A8AD-17B770CDF94E}" dt="2025-05-08T17:02:07.876" v="1805" actId="790"/>
          <ac:spMkLst>
            <pc:docMk/>
            <pc:sldMk cId="1837730531" sldId="295"/>
            <ac:spMk id="4" creationId="{7918CF9F-B53E-DA35-D650-C1484F0863C0}"/>
          </ac:spMkLst>
        </pc:spChg>
        <pc:spChg chg="mod">
          <ac:chgData name="Marz Steffen" userId="82bc8d54-e274-4a74-a55f-4ca65ccebc5f" providerId="ADAL" clId="{4A952180-A4CC-456B-A8AD-17B770CDF94E}" dt="2025-05-08T17:02:07.876" v="1805" actId="790"/>
          <ac:spMkLst>
            <pc:docMk/>
            <pc:sldMk cId="1837730531" sldId="295"/>
            <ac:spMk id="5" creationId="{77D8D0DA-F38E-F4EE-B550-C2C1E4A92207}"/>
          </ac:spMkLst>
        </pc:spChg>
        <pc:spChg chg="mod">
          <ac:chgData name="Marz Steffen" userId="82bc8d54-e274-4a74-a55f-4ca65ccebc5f" providerId="ADAL" clId="{4A952180-A4CC-456B-A8AD-17B770CDF94E}" dt="2025-05-08T17:02:07.876" v="1805" actId="790"/>
          <ac:spMkLst>
            <pc:docMk/>
            <pc:sldMk cId="1837730531" sldId="295"/>
            <ac:spMk id="6" creationId="{3E61FB7D-10E7-4799-0A52-C51DBCDECA63}"/>
          </ac:spMkLst>
        </pc:spChg>
      </pc:sldChg>
      <pc:sldChg chg="addSp delSp modSp mod">
        <pc:chgData name="Marz Steffen" userId="82bc8d54-e274-4a74-a55f-4ca65ccebc5f" providerId="ADAL" clId="{4A952180-A4CC-456B-A8AD-17B770CDF94E}" dt="2025-05-08T17:25:43.398" v="2339" actId="1076"/>
        <pc:sldMkLst>
          <pc:docMk/>
          <pc:sldMk cId="2420629359" sldId="296"/>
        </pc:sldMkLst>
        <pc:spChg chg="mod">
          <ac:chgData name="Marz Steffen" userId="82bc8d54-e274-4a74-a55f-4ca65ccebc5f" providerId="ADAL" clId="{4A952180-A4CC-456B-A8AD-17B770CDF94E}" dt="2025-05-08T17:25:36.699" v="2338" actId="1076"/>
          <ac:spMkLst>
            <pc:docMk/>
            <pc:sldMk cId="2420629359" sldId="296"/>
            <ac:spMk id="2" creationId="{7E3DB227-BD3D-32E5-B05B-3B176D2F481C}"/>
          </ac:spMkLst>
        </pc:spChg>
        <pc:spChg chg="mod">
          <ac:chgData name="Marz Steffen" userId="82bc8d54-e274-4a74-a55f-4ca65ccebc5f" providerId="ADAL" clId="{4A952180-A4CC-456B-A8AD-17B770CDF94E}" dt="2025-05-08T17:25:43.398" v="2339" actId="1076"/>
          <ac:spMkLst>
            <pc:docMk/>
            <pc:sldMk cId="2420629359" sldId="296"/>
            <ac:spMk id="4" creationId="{84BD3EF4-5D75-9858-8601-E4FF8DCB2BAE}"/>
          </ac:spMkLst>
        </pc:spChg>
        <pc:spChg chg="mod">
          <ac:chgData name="Marz Steffen" userId="82bc8d54-e274-4a74-a55f-4ca65ccebc5f" providerId="ADAL" clId="{4A952180-A4CC-456B-A8AD-17B770CDF94E}" dt="2025-05-08T17:25:43.398" v="2339" actId="1076"/>
          <ac:spMkLst>
            <pc:docMk/>
            <pc:sldMk cId="2420629359" sldId="296"/>
            <ac:spMk id="5" creationId="{DC86B247-F654-BC76-220E-8135A8648F5F}"/>
          </ac:spMkLst>
        </pc:spChg>
        <pc:spChg chg="mod">
          <ac:chgData name="Marz Steffen" userId="82bc8d54-e274-4a74-a55f-4ca65ccebc5f" providerId="ADAL" clId="{4A952180-A4CC-456B-A8AD-17B770CDF94E}" dt="2025-05-08T17:25:43.398" v="2339" actId="1076"/>
          <ac:spMkLst>
            <pc:docMk/>
            <pc:sldMk cId="2420629359" sldId="296"/>
            <ac:spMk id="6" creationId="{0B14A029-1148-5F07-D1F1-611768D2327C}"/>
          </ac:spMkLst>
        </pc:spChg>
        <pc:spChg chg="add mod">
          <ac:chgData name="Marz Steffen" userId="82bc8d54-e274-4a74-a55f-4ca65ccebc5f" providerId="ADAL" clId="{4A952180-A4CC-456B-A8AD-17B770CDF94E}" dt="2025-05-08T17:25:43.398" v="2339" actId="1076"/>
          <ac:spMkLst>
            <pc:docMk/>
            <pc:sldMk cId="2420629359" sldId="296"/>
            <ac:spMk id="22" creationId="{B64656DA-0A34-433C-C723-809A220A335C}"/>
          </ac:spMkLst>
        </pc:spChg>
        <pc:spChg chg="add mod">
          <ac:chgData name="Marz Steffen" userId="82bc8d54-e274-4a74-a55f-4ca65ccebc5f" providerId="ADAL" clId="{4A952180-A4CC-456B-A8AD-17B770CDF94E}" dt="2025-05-08T17:25:43.398" v="2339" actId="1076"/>
          <ac:spMkLst>
            <pc:docMk/>
            <pc:sldMk cId="2420629359" sldId="296"/>
            <ac:spMk id="24" creationId="{78A0BE3A-CF9B-CE72-A43E-7A8487531AA3}"/>
          </ac:spMkLst>
        </pc:spChg>
        <pc:spChg chg="add mod">
          <ac:chgData name="Marz Steffen" userId="82bc8d54-e274-4a74-a55f-4ca65ccebc5f" providerId="ADAL" clId="{4A952180-A4CC-456B-A8AD-17B770CDF94E}" dt="2025-05-08T17:25:43.398" v="2339" actId="1076"/>
          <ac:spMkLst>
            <pc:docMk/>
            <pc:sldMk cId="2420629359" sldId="296"/>
            <ac:spMk id="27" creationId="{C8B2B32E-CCB4-5975-4D93-D54BE03716C8}"/>
          </ac:spMkLst>
        </pc:spChg>
        <pc:spChg chg="add mod">
          <ac:chgData name="Marz Steffen" userId="82bc8d54-e274-4a74-a55f-4ca65ccebc5f" providerId="ADAL" clId="{4A952180-A4CC-456B-A8AD-17B770CDF94E}" dt="2025-05-08T17:25:43.398" v="2339" actId="1076"/>
          <ac:spMkLst>
            <pc:docMk/>
            <pc:sldMk cId="2420629359" sldId="296"/>
            <ac:spMk id="29" creationId="{BDFBA2C9-FBC5-6B99-81B1-B97C67194F9B}"/>
          </ac:spMkLst>
        </pc:spChg>
        <pc:spChg chg="add mod">
          <ac:chgData name="Marz Steffen" userId="82bc8d54-e274-4a74-a55f-4ca65ccebc5f" providerId="ADAL" clId="{4A952180-A4CC-456B-A8AD-17B770CDF94E}" dt="2025-05-08T17:25:43.398" v="2339" actId="1076"/>
          <ac:spMkLst>
            <pc:docMk/>
            <pc:sldMk cId="2420629359" sldId="296"/>
            <ac:spMk id="30" creationId="{56427F31-D30A-D857-033C-926D71CE295F}"/>
          </ac:spMkLst>
        </pc:spChg>
        <pc:picChg chg="add mod">
          <ac:chgData name="Marz Steffen" userId="82bc8d54-e274-4a74-a55f-4ca65ccebc5f" providerId="ADAL" clId="{4A952180-A4CC-456B-A8AD-17B770CDF94E}" dt="2025-05-08T17:25:43.398" v="2339" actId="1076"/>
          <ac:picMkLst>
            <pc:docMk/>
            <pc:sldMk cId="2420629359" sldId="296"/>
            <ac:picMk id="16" creationId="{340B1F59-D5ED-8ABF-EF10-23D294D1E8DA}"/>
          </ac:picMkLst>
        </pc:picChg>
      </pc:sldChg>
      <pc:sldChg chg="addSp delSp modSp mod modShow modNotesTx">
        <pc:chgData name="Marz Steffen" userId="82bc8d54-e274-4a74-a55f-4ca65ccebc5f" providerId="ADAL" clId="{4A952180-A4CC-456B-A8AD-17B770CDF94E}" dt="2025-05-23T20:23:52.826" v="2340" actId="729"/>
        <pc:sldMkLst>
          <pc:docMk/>
          <pc:sldMk cId="3590942959" sldId="297"/>
        </pc:sldMkLst>
        <pc:spChg chg="mod">
          <ac:chgData name="Marz Steffen" userId="82bc8d54-e274-4a74-a55f-4ca65ccebc5f" providerId="ADAL" clId="{4A952180-A4CC-456B-A8AD-17B770CDF94E}" dt="2025-05-08T17:02:07.876" v="1805" actId="790"/>
          <ac:spMkLst>
            <pc:docMk/>
            <pc:sldMk cId="3590942959" sldId="297"/>
            <ac:spMk id="2" creationId="{663D61C6-63F4-6717-E5FD-9C811DA56754}"/>
          </ac:spMkLst>
        </pc:spChg>
        <pc:spChg chg="mod">
          <ac:chgData name="Marz Steffen" userId="82bc8d54-e274-4a74-a55f-4ca65ccebc5f" providerId="ADAL" clId="{4A952180-A4CC-456B-A8AD-17B770CDF94E}" dt="2025-05-08T17:02:07.876" v="1805" actId="790"/>
          <ac:spMkLst>
            <pc:docMk/>
            <pc:sldMk cId="3590942959" sldId="297"/>
            <ac:spMk id="4" creationId="{BEC50200-A28E-C616-5844-DF706C5C2B93}"/>
          </ac:spMkLst>
        </pc:spChg>
        <pc:spChg chg="mod">
          <ac:chgData name="Marz Steffen" userId="82bc8d54-e274-4a74-a55f-4ca65ccebc5f" providerId="ADAL" clId="{4A952180-A4CC-456B-A8AD-17B770CDF94E}" dt="2025-05-08T17:02:07.876" v="1805" actId="790"/>
          <ac:spMkLst>
            <pc:docMk/>
            <pc:sldMk cId="3590942959" sldId="297"/>
            <ac:spMk id="5" creationId="{1B4EA593-86A3-CB72-6DAF-2F6EA34EDD8F}"/>
          </ac:spMkLst>
        </pc:spChg>
        <pc:spChg chg="mod">
          <ac:chgData name="Marz Steffen" userId="82bc8d54-e274-4a74-a55f-4ca65ccebc5f" providerId="ADAL" clId="{4A952180-A4CC-456B-A8AD-17B770CDF94E}" dt="2025-05-08T17:02:07.876" v="1805" actId="790"/>
          <ac:spMkLst>
            <pc:docMk/>
            <pc:sldMk cId="3590942959" sldId="297"/>
            <ac:spMk id="6" creationId="{B4E181E9-7D80-53E4-96BD-16A3F1E8377A}"/>
          </ac:spMkLst>
        </pc:spChg>
        <pc:spChg chg="add mod">
          <ac:chgData name="Marz Steffen" userId="82bc8d54-e274-4a74-a55f-4ca65ccebc5f" providerId="ADAL" clId="{4A952180-A4CC-456B-A8AD-17B770CDF94E}" dt="2025-05-08T17:02:07.876" v="1805" actId="790"/>
          <ac:spMkLst>
            <pc:docMk/>
            <pc:sldMk cId="3590942959" sldId="297"/>
            <ac:spMk id="8" creationId="{7C86B14E-7411-E25E-BE54-F0165B46B15B}"/>
          </ac:spMkLst>
        </pc:spChg>
      </pc:sldChg>
      <pc:sldChg chg="modSp del mod">
        <pc:chgData name="Marz Steffen" userId="82bc8d54-e274-4a74-a55f-4ca65ccebc5f" providerId="ADAL" clId="{4A952180-A4CC-456B-A8AD-17B770CDF94E}" dt="2025-05-08T16:15:52.941" v="509" actId="47"/>
        <pc:sldMkLst>
          <pc:docMk/>
          <pc:sldMk cId="706445229" sldId="298"/>
        </pc:sldMkLst>
      </pc:sldChg>
      <pc:sldChg chg="addSp delSp modSp mod modShow">
        <pc:chgData name="Marz Steffen" userId="82bc8d54-e274-4a74-a55f-4ca65ccebc5f" providerId="ADAL" clId="{4A952180-A4CC-456B-A8AD-17B770CDF94E}" dt="2025-05-23T20:24:06.129" v="2346" actId="729"/>
        <pc:sldMkLst>
          <pc:docMk/>
          <pc:sldMk cId="1600516138" sldId="299"/>
        </pc:sldMkLst>
        <pc:spChg chg="mod">
          <ac:chgData name="Marz Steffen" userId="82bc8d54-e274-4a74-a55f-4ca65ccebc5f" providerId="ADAL" clId="{4A952180-A4CC-456B-A8AD-17B770CDF94E}" dt="2025-05-08T17:02:07.876" v="1805" actId="790"/>
          <ac:spMkLst>
            <pc:docMk/>
            <pc:sldMk cId="1600516138" sldId="299"/>
            <ac:spMk id="2" creationId="{72A51B41-4159-4157-2CEA-A6539E3824F5}"/>
          </ac:spMkLst>
        </pc:spChg>
        <pc:spChg chg="mod">
          <ac:chgData name="Marz Steffen" userId="82bc8d54-e274-4a74-a55f-4ca65ccebc5f" providerId="ADAL" clId="{4A952180-A4CC-456B-A8AD-17B770CDF94E}" dt="2025-05-08T17:02:07.876" v="1805" actId="790"/>
          <ac:spMkLst>
            <pc:docMk/>
            <pc:sldMk cId="1600516138" sldId="299"/>
            <ac:spMk id="4" creationId="{E6EE51B1-D31E-525C-D5CD-C4A7060ED177}"/>
          </ac:spMkLst>
        </pc:spChg>
        <pc:spChg chg="mod">
          <ac:chgData name="Marz Steffen" userId="82bc8d54-e274-4a74-a55f-4ca65ccebc5f" providerId="ADAL" clId="{4A952180-A4CC-456B-A8AD-17B770CDF94E}" dt="2025-05-08T17:02:07.876" v="1805" actId="790"/>
          <ac:spMkLst>
            <pc:docMk/>
            <pc:sldMk cId="1600516138" sldId="299"/>
            <ac:spMk id="5" creationId="{1B665C2B-AACA-44A7-E1A1-CB520AEB54C0}"/>
          </ac:spMkLst>
        </pc:spChg>
        <pc:spChg chg="mod">
          <ac:chgData name="Marz Steffen" userId="82bc8d54-e274-4a74-a55f-4ca65ccebc5f" providerId="ADAL" clId="{4A952180-A4CC-456B-A8AD-17B770CDF94E}" dt="2025-05-08T17:02:07.876" v="1805" actId="790"/>
          <ac:spMkLst>
            <pc:docMk/>
            <pc:sldMk cId="1600516138" sldId="299"/>
            <ac:spMk id="6" creationId="{976A5E97-A6F7-BCCB-3569-F06507C735F9}"/>
          </ac:spMkLst>
        </pc:spChg>
        <pc:spChg chg="add mod">
          <ac:chgData name="Marz Steffen" userId="82bc8d54-e274-4a74-a55f-4ca65ccebc5f" providerId="ADAL" clId="{4A952180-A4CC-456B-A8AD-17B770CDF94E}" dt="2025-05-08T17:02:07.876" v="1805" actId="790"/>
          <ac:spMkLst>
            <pc:docMk/>
            <pc:sldMk cId="1600516138" sldId="299"/>
            <ac:spMk id="7" creationId="{7430A63E-345F-C36F-A6D9-F2A408043270}"/>
          </ac:spMkLst>
        </pc:spChg>
      </pc:sldChg>
      <pc:sldChg chg="modSp mod modNotesTx">
        <pc:chgData name="Marz Steffen" userId="82bc8d54-e274-4a74-a55f-4ca65ccebc5f" providerId="ADAL" clId="{4A952180-A4CC-456B-A8AD-17B770CDF94E}" dt="2025-05-08T17:02:07.876" v="1805" actId="790"/>
        <pc:sldMkLst>
          <pc:docMk/>
          <pc:sldMk cId="1148936158" sldId="300"/>
        </pc:sldMkLst>
        <pc:spChg chg="mod">
          <ac:chgData name="Marz Steffen" userId="82bc8d54-e274-4a74-a55f-4ca65ccebc5f" providerId="ADAL" clId="{4A952180-A4CC-456B-A8AD-17B770CDF94E}" dt="2025-05-08T17:02:07.876" v="1805" actId="790"/>
          <ac:spMkLst>
            <pc:docMk/>
            <pc:sldMk cId="1148936158" sldId="300"/>
            <ac:spMk id="2" creationId="{53A42D97-899C-02C3-FF55-4756EF9BAA37}"/>
          </ac:spMkLst>
        </pc:spChg>
        <pc:spChg chg="mod">
          <ac:chgData name="Marz Steffen" userId="82bc8d54-e274-4a74-a55f-4ca65ccebc5f" providerId="ADAL" clId="{4A952180-A4CC-456B-A8AD-17B770CDF94E}" dt="2025-05-08T17:02:07.876" v="1805" actId="790"/>
          <ac:spMkLst>
            <pc:docMk/>
            <pc:sldMk cId="1148936158" sldId="300"/>
            <ac:spMk id="3" creationId="{771531B0-9FD1-0D05-6FE5-9C2FF8EE7F44}"/>
          </ac:spMkLst>
        </pc:spChg>
        <pc:spChg chg="mod">
          <ac:chgData name="Marz Steffen" userId="82bc8d54-e274-4a74-a55f-4ca65ccebc5f" providerId="ADAL" clId="{4A952180-A4CC-456B-A8AD-17B770CDF94E}" dt="2025-05-08T17:02:07.876" v="1805" actId="790"/>
          <ac:spMkLst>
            <pc:docMk/>
            <pc:sldMk cId="1148936158" sldId="300"/>
            <ac:spMk id="4" creationId="{165E4001-726F-92B5-A824-4D2DC5825FFF}"/>
          </ac:spMkLst>
        </pc:spChg>
        <pc:spChg chg="mod">
          <ac:chgData name="Marz Steffen" userId="82bc8d54-e274-4a74-a55f-4ca65ccebc5f" providerId="ADAL" clId="{4A952180-A4CC-456B-A8AD-17B770CDF94E}" dt="2025-05-08T17:02:07.876" v="1805" actId="790"/>
          <ac:spMkLst>
            <pc:docMk/>
            <pc:sldMk cId="1148936158" sldId="300"/>
            <ac:spMk id="5" creationId="{35AA8806-545C-D866-3251-F635624CDE41}"/>
          </ac:spMkLst>
        </pc:spChg>
        <pc:spChg chg="mod">
          <ac:chgData name="Marz Steffen" userId="82bc8d54-e274-4a74-a55f-4ca65ccebc5f" providerId="ADAL" clId="{4A952180-A4CC-456B-A8AD-17B770CDF94E}" dt="2025-05-08T17:02:07.876" v="1805" actId="790"/>
          <ac:spMkLst>
            <pc:docMk/>
            <pc:sldMk cId="1148936158" sldId="300"/>
            <ac:spMk id="6" creationId="{BEEE582F-B9AD-8321-F547-451DC96E33B8}"/>
          </ac:spMkLst>
        </pc:spChg>
      </pc:sldChg>
      <pc:sldChg chg="addSp modSp mod modNotesTx">
        <pc:chgData name="Marz Steffen" userId="82bc8d54-e274-4a74-a55f-4ca65ccebc5f" providerId="ADAL" clId="{4A952180-A4CC-456B-A8AD-17B770CDF94E}" dt="2025-05-08T17:05:09.762" v="1851" actId="20577"/>
        <pc:sldMkLst>
          <pc:docMk/>
          <pc:sldMk cId="4183009509" sldId="301"/>
        </pc:sldMkLst>
        <pc:spChg chg="mod">
          <ac:chgData name="Marz Steffen" userId="82bc8d54-e274-4a74-a55f-4ca65ccebc5f" providerId="ADAL" clId="{4A952180-A4CC-456B-A8AD-17B770CDF94E}" dt="2025-05-08T17:02:07.876" v="1805" actId="790"/>
          <ac:spMkLst>
            <pc:docMk/>
            <pc:sldMk cId="4183009509" sldId="301"/>
            <ac:spMk id="2" creationId="{7085BC4B-DE91-5161-A24C-BA40B638AA16}"/>
          </ac:spMkLst>
        </pc:spChg>
        <pc:spChg chg="mod">
          <ac:chgData name="Marz Steffen" userId="82bc8d54-e274-4a74-a55f-4ca65ccebc5f" providerId="ADAL" clId="{4A952180-A4CC-456B-A8AD-17B770CDF94E}" dt="2025-05-08T17:02:07.876" v="1805" actId="790"/>
          <ac:spMkLst>
            <pc:docMk/>
            <pc:sldMk cId="4183009509" sldId="301"/>
            <ac:spMk id="3" creationId="{618C2C0A-0790-A447-4B15-2612519947FB}"/>
          </ac:spMkLst>
        </pc:spChg>
        <pc:spChg chg="mod">
          <ac:chgData name="Marz Steffen" userId="82bc8d54-e274-4a74-a55f-4ca65ccebc5f" providerId="ADAL" clId="{4A952180-A4CC-456B-A8AD-17B770CDF94E}" dt="2025-05-08T17:02:07.876" v="1805" actId="790"/>
          <ac:spMkLst>
            <pc:docMk/>
            <pc:sldMk cId="4183009509" sldId="301"/>
            <ac:spMk id="4" creationId="{1042DC21-1AF4-C05A-3BF3-C87EC2D665CC}"/>
          </ac:spMkLst>
        </pc:spChg>
        <pc:spChg chg="mod">
          <ac:chgData name="Marz Steffen" userId="82bc8d54-e274-4a74-a55f-4ca65ccebc5f" providerId="ADAL" clId="{4A952180-A4CC-456B-A8AD-17B770CDF94E}" dt="2025-05-08T17:02:07.876" v="1805" actId="790"/>
          <ac:spMkLst>
            <pc:docMk/>
            <pc:sldMk cId="4183009509" sldId="301"/>
            <ac:spMk id="5" creationId="{8D0307CC-41EA-01E0-D7B1-02DF6CB799F8}"/>
          </ac:spMkLst>
        </pc:spChg>
        <pc:spChg chg="mod">
          <ac:chgData name="Marz Steffen" userId="82bc8d54-e274-4a74-a55f-4ca65ccebc5f" providerId="ADAL" clId="{4A952180-A4CC-456B-A8AD-17B770CDF94E}" dt="2025-05-08T17:02:07.876" v="1805" actId="790"/>
          <ac:spMkLst>
            <pc:docMk/>
            <pc:sldMk cId="4183009509" sldId="301"/>
            <ac:spMk id="6" creationId="{9115C72D-09AB-1237-AA20-2A4ABFDF2607}"/>
          </ac:spMkLst>
        </pc:spChg>
      </pc:sldChg>
      <pc:sldChg chg="modSp mod">
        <pc:chgData name="Marz Steffen" userId="82bc8d54-e274-4a74-a55f-4ca65ccebc5f" providerId="ADAL" clId="{4A952180-A4CC-456B-A8AD-17B770CDF94E}" dt="2025-05-08T17:21:47.153" v="2270" actId="1076"/>
        <pc:sldMkLst>
          <pc:docMk/>
          <pc:sldMk cId="3410078267" sldId="302"/>
        </pc:sldMkLst>
        <pc:spChg chg="mod">
          <ac:chgData name="Marz Steffen" userId="82bc8d54-e274-4a74-a55f-4ca65ccebc5f" providerId="ADAL" clId="{4A952180-A4CC-456B-A8AD-17B770CDF94E}" dt="2025-05-08T17:21:43.448" v="2269" actId="1076"/>
          <ac:spMkLst>
            <pc:docMk/>
            <pc:sldMk cId="3410078267" sldId="302"/>
            <ac:spMk id="2" creationId="{2DB30CC5-260C-E670-EC44-80AD70585B75}"/>
          </ac:spMkLst>
        </pc:spChg>
        <pc:spChg chg="mod">
          <ac:chgData name="Marz Steffen" userId="82bc8d54-e274-4a74-a55f-4ca65ccebc5f" providerId="ADAL" clId="{4A952180-A4CC-456B-A8AD-17B770CDF94E}" dt="2025-05-08T17:21:47.153" v="2270" actId="1076"/>
          <ac:spMkLst>
            <pc:docMk/>
            <pc:sldMk cId="3410078267" sldId="302"/>
            <ac:spMk id="3" creationId="{C02EACD3-9EB1-DB3F-1835-8F48CDED87B4}"/>
          </ac:spMkLst>
        </pc:spChg>
        <pc:spChg chg="mod">
          <ac:chgData name="Marz Steffen" userId="82bc8d54-e274-4a74-a55f-4ca65ccebc5f" providerId="ADAL" clId="{4A952180-A4CC-456B-A8AD-17B770CDF94E}" dt="2025-05-08T17:02:07.876" v="1805" actId="790"/>
          <ac:spMkLst>
            <pc:docMk/>
            <pc:sldMk cId="3410078267" sldId="302"/>
            <ac:spMk id="4" creationId="{9AA4199F-28D7-6BA3-6DE4-45F554609B76}"/>
          </ac:spMkLst>
        </pc:spChg>
        <pc:spChg chg="mod">
          <ac:chgData name="Marz Steffen" userId="82bc8d54-e274-4a74-a55f-4ca65ccebc5f" providerId="ADAL" clId="{4A952180-A4CC-456B-A8AD-17B770CDF94E}" dt="2025-05-08T17:02:07.876" v="1805" actId="790"/>
          <ac:spMkLst>
            <pc:docMk/>
            <pc:sldMk cId="3410078267" sldId="302"/>
            <ac:spMk id="5" creationId="{40F6F4A5-B086-C583-A51A-241288DC401E}"/>
          </ac:spMkLst>
        </pc:spChg>
        <pc:spChg chg="mod">
          <ac:chgData name="Marz Steffen" userId="82bc8d54-e274-4a74-a55f-4ca65ccebc5f" providerId="ADAL" clId="{4A952180-A4CC-456B-A8AD-17B770CDF94E}" dt="2025-05-08T17:02:07.876" v="1805" actId="790"/>
          <ac:spMkLst>
            <pc:docMk/>
            <pc:sldMk cId="3410078267" sldId="302"/>
            <ac:spMk id="6" creationId="{AEC0E859-1233-EC02-AD1E-8CA288E36207}"/>
          </ac:spMkLst>
        </pc:spChg>
      </pc:sldChg>
      <pc:sldChg chg="modSp mod">
        <pc:chgData name="Marz Steffen" userId="82bc8d54-e274-4a74-a55f-4ca65ccebc5f" providerId="ADAL" clId="{4A952180-A4CC-456B-A8AD-17B770CDF94E}" dt="2025-05-08T17:21:56.567" v="2271" actId="1076"/>
        <pc:sldMkLst>
          <pc:docMk/>
          <pc:sldMk cId="2957854408" sldId="303"/>
        </pc:sldMkLst>
        <pc:spChg chg="mod">
          <ac:chgData name="Marz Steffen" userId="82bc8d54-e274-4a74-a55f-4ca65ccebc5f" providerId="ADAL" clId="{4A952180-A4CC-456B-A8AD-17B770CDF94E}" dt="2025-05-08T17:21:56.567" v="2271" actId="1076"/>
          <ac:spMkLst>
            <pc:docMk/>
            <pc:sldMk cId="2957854408" sldId="303"/>
            <ac:spMk id="2" creationId="{8C0D6766-E108-F91B-E227-864E7FFF423B}"/>
          </ac:spMkLst>
        </pc:spChg>
        <pc:spChg chg="mod">
          <ac:chgData name="Marz Steffen" userId="82bc8d54-e274-4a74-a55f-4ca65ccebc5f" providerId="ADAL" clId="{4A952180-A4CC-456B-A8AD-17B770CDF94E}" dt="2025-05-08T17:02:07.876" v="1805" actId="790"/>
          <ac:spMkLst>
            <pc:docMk/>
            <pc:sldMk cId="2957854408" sldId="303"/>
            <ac:spMk id="3" creationId="{6CF2AF47-F711-9209-D81C-2DABE8BDB5DD}"/>
          </ac:spMkLst>
        </pc:spChg>
        <pc:spChg chg="mod">
          <ac:chgData name="Marz Steffen" userId="82bc8d54-e274-4a74-a55f-4ca65ccebc5f" providerId="ADAL" clId="{4A952180-A4CC-456B-A8AD-17B770CDF94E}" dt="2025-05-08T17:02:07.876" v="1805" actId="790"/>
          <ac:spMkLst>
            <pc:docMk/>
            <pc:sldMk cId="2957854408" sldId="303"/>
            <ac:spMk id="4" creationId="{75E72896-0B16-9814-7E47-E753F2E43D22}"/>
          </ac:spMkLst>
        </pc:spChg>
        <pc:spChg chg="mod">
          <ac:chgData name="Marz Steffen" userId="82bc8d54-e274-4a74-a55f-4ca65ccebc5f" providerId="ADAL" clId="{4A952180-A4CC-456B-A8AD-17B770CDF94E}" dt="2025-05-08T17:02:07.876" v="1805" actId="790"/>
          <ac:spMkLst>
            <pc:docMk/>
            <pc:sldMk cId="2957854408" sldId="303"/>
            <ac:spMk id="5" creationId="{8F25F413-1EDE-A5CE-494E-2DDDA91A880C}"/>
          </ac:spMkLst>
        </pc:spChg>
        <pc:spChg chg="mod">
          <ac:chgData name="Marz Steffen" userId="82bc8d54-e274-4a74-a55f-4ca65ccebc5f" providerId="ADAL" clId="{4A952180-A4CC-456B-A8AD-17B770CDF94E}" dt="2025-05-08T17:02:07.876" v="1805" actId="790"/>
          <ac:spMkLst>
            <pc:docMk/>
            <pc:sldMk cId="2957854408" sldId="303"/>
            <ac:spMk id="6" creationId="{01F840A1-C7CD-E3A4-467E-53BEEC51E768}"/>
          </ac:spMkLst>
        </pc:spChg>
      </pc:sldChg>
      <pc:sldChg chg="modSp mod modShow">
        <pc:chgData name="Marz Steffen" userId="82bc8d54-e274-4a74-a55f-4ca65ccebc5f" providerId="ADAL" clId="{4A952180-A4CC-456B-A8AD-17B770CDF94E}" dt="2025-05-23T20:26:10.096" v="2362" actId="729"/>
        <pc:sldMkLst>
          <pc:docMk/>
          <pc:sldMk cId="4116312214" sldId="304"/>
        </pc:sldMkLst>
        <pc:spChg chg="mod">
          <ac:chgData name="Marz Steffen" userId="82bc8d54-e274-4a74-a55f-4ca65ccebc5f" providerId="ADAL" clId="{4A952180-A4CC-456B-A8AD-17B770CDF94E}" dt="2025-05-08T17:02:07.876" v="1805" actId="790"/>
          <ac:spMkLst>
            <pc:docMk/>
            <pc:sldMk cId="4116312214" sldId="304"/>
            <ac:spMk id="2" creationId="{CA0E7F2B-E48C-FBEA-A869-74C518313498}"/>
          </ac:spMkLst>
        </pc:spChg>
        <pc:spChg chg="mod">
          <ac:chgData name="Marz Steffen" userId="82bc8d54-e274-4a74-a55f-4ca65ccebc5f" providerId="ADAL" clId="{4A952180-A4CC-456B-A8AD-17B770CDF94E}" dt="2025-05-08T17:02:07.876" v="1805" actId="790"/>
          <ac:spMkLst>
            <pc:docMk/>
            <pc:sldMk cId="4116312214" sldId="304"/>
            <ac:spMk id="3" creationId="{3E1A261A-635B-84B5-298C-DBB531FE5F53}"/>
          </ac:spMkLst>
        </pc:spChg>
        <pc:spChg chg="mod">
          <ac:chgData name="Marz Steffen" userId="82bc8d54-e274-4a74-a55f-4ca65ccebc5f" providerId="ADAL" clId="{4A952180-A4CC-456B-A8AD-17B770CDF94E}" dt="2025-05-08T17:02:07.876" v="1805" actId="790"/>
          <ac:spMkLst>
            <pc:docMk/>
            <pc:sldMk cId="4116312214" sldId="304"/>
            <ac:spMk id="4" creationId="{FFC89CE8-4A5D-42C3-18F4-D9ECF6878473}"/>
          </ac:spMkLst>
        </pc:spChg>
        <pc:spChg chg="mod">
          <ac:chgData name="Marz Steffen" userId="82bc8d54-e274-4a74-a55f-4ca65ccebc5f" providerId="ADAL" clId="{4A952180-A4CC-456B-A8AD-17B770CDF94E}" dt="2025-05-08T17:02:07.876" v="1805" actId="790"/>
          <ac:spMkLst>
            <pc:docMk/>
            <pc:sldMk cId="4116312214" sldId="304"/>
            <ac:spMk id="5" creationId="{281DBF4B-32A4-3097-5B7B-76E377362989}"/>
          </ac:spMkLst>
        </pc:spChg>
        <pc:spChg chg="mod">
          <ac:chgData name="Marz Steffen" userId="82bc8d54-e274-4a74-a55f-4ca65ccebc5f" providerId="ADAL" clId="{4A952180-A4CC-456B-A8AD-17B770CDF94E}" dt="2025-05-08T17:02:07.876" v="1805" actId="790"/>
          <ac:spMkLst>
            <pc:docMk/>
            <pc:sldMk cId="4116312214" sldId="304"/>
            <ac:spMk id="6" creationId="{DD7AB7C0-7F42-B998-AAE3-4A82BDF88763}"/>
          </ac:spMkLst>
        </pc:spChg>
      </pc:sldChg>
      <pc:sldChg chg="modSp mod">
        <pc:chgData name="Marz Steffen" userId="82bc8d54-e274-4a74-a55f-4ca65ccebc5f" providerId="ADAL" clId="{4A952180-A4CC-456B-A8AD-17B770CDF94E}" dt="2025-05-08T17:02:07.876" v="1805" actId="790"/>
        <pc:sldMkLst>
          <pc:docMk/>
          <pc:sldMk cId="968579501" sldId="305"/>
        </pc:sldMkLst>
        <pc:spChg chg="mod">
          <ac:chgData name="Marz Steffen" userId="82bc8d54-e274-4a74-a55f-4ca65ccebc5f" providerId="ADAL" clId="{4A952180-A4CC-456B-A8AD-17B770CDF94E}" dt="2025-05-08T17:02:07.876" v="1805" actId="790"/>
          <ac:spMkLst>
            <pc:docMk/>
            <pc:sldMk cId="968579501" sldId="305"/>
            <ac:spMk id="2" creationId="{B94A444A-2BA4-8DF0-3A1A-683D4D1A205A}"/>
          </ac:spMkLst>
        </pc:spChg>
        <pc:spChg chg="mod">
          <ac:chgData name="Marz Steffen" userId="82bc8d54-e274-4a74-a55f-4ca65ccebc5f" providerId="ADAL" clId="{4A952180-A4CC-456B-A8AD-17B770CDF94E}" dt="2025-05-08T17:02:07.876" v="1805" actId="790"/>
          <ac:spMkLst>
            <pc:docMk/>
            <pc:sldMk cId="968579501" sldId="305"/>
            <ac:spMk id="3" creationId="{1FACDA89-0CFF-25D9-D118-DA4A352901C8}"/>
          </ac:spMkLst>
        </pc:spChg>
        <pc:spChg chg="mod">
          <ac:chgData name="Marz Steffen" userId="82bc8d54-e274-4a74-a55f-4ca65ccebc5f" providerId="ADAL" clId="{4A952180-A4CC-456B-A8AD-17B770CDF94E}" dt="2025-05-08T17:02:07.876" v="1805" actId="790"/>
          <ac:spMkLst>
            <pc:docMk/>
            <pc:sldMk cId="968579501" sldId="305"/>
            <ac:spMk id="4" creationId="{BD5E78AE-FA20-08AE-11FD-A61E7743119A}"/>
          </ac:spMkLst>
        </pc:spChg>
        <pc:spChg chg="mod">
          <ac:chgData name="Marz Steffen" userId="82bc8d54-e274-4a74-a55f-4ca65ccebc5f" providerId="ADAL" clId="{4A952180-A4CC-456B-A8AD-17B770CDF94E}" dt="2025-05-08T17:02:07.876" v="1805" actId="790"/>
          <ac:spMkLst>
            <pc:docMk/>
            <pc:sldMk cId="968579501" sldId="305"/>
            <ac:spMk id="5" creationId="{0517B71F-ECAB-709D-2AE9-A152803ABA94}"/>
          </ac:spMkLst>
        </pc:spChg>
        <pc:spChg chg="mod">
          <ac:chgData name="Marz Steffen" userId="82bc8d54-e274-4a74-a55f-4ca65ccebc5f" providerId="ADAL" clId="{4A952180-A4CC-456B-A8AD-17B770CDF94E}" dt="2025-05-08T17:02:07.876" v="1805" actId="790"/>
          <ac:spMkLst>
            <pc:docMk/>
            <pc:sldMk cId="968579501" sldId="305"/>
            <ac:spMk id="6" creationId="{1187E8C4-F97A-C396-97F7-98B58B62D309}"/>
          </ac:spMkLst>
        </pc:spChg>
      </pc:sldChg>
      <pc:sldChg chg="modSp mod">
        <pc:chgData name="Marz Steffen" userId="82bc8d54-e274-4a74-a55f-4ca65ccebc5f" providerId="ADAL" clId="{4A952180-A4CC-456B-A8AD-17B770CDF94E}" dt="2025-05-08T17:02:07.876" v="1805" actId="790"/>
        <pc:sldMkLst>
          <pc:docMk/>
          <pc:sldMk cId="1476771343" sldId="306"/>
        </pc:sldMkLst>
        <pc:spChg chg="mod">
          <ac:chgData name="Marz Steffen" userId="82bc8d54-e274-4a74-a55f-4ca65ccebc5f" providerId="ADAL" clId="{4A952180-A4CC-456B-A8AD-17B770CDF94E}" dt="2025-05-08T17:02:07.876" v="1805" actId="790"/>
          <ac:spMkLst>
            <pc:docMk/>
            <pc:sldMk cId="1476771343" sldId="306"/>
            <ac:spMk id="2" creationId="{73877969-5ADE-E568-770C-6B1591C63B2D}"/>
          </ac:spMkLst>
        </pc:spChg>
        <pc:spChg chg="mod">
          <ac:chgData name="Marz Steffen" userId="82bc8d54-e274-4a74-a55f-4ca65ccebc5f" providerId="ADAL" clId="{4A952180-A4CC-456B-A8AD-17B770CDF94E}" dt="2025-05-08T17:02:07.876" v="1805" actId="790"/>
          <ac:spMkLst>
            <pc:docMk/>
            <pc:sldMk cId="1476771343" sldId="306"/>
            <ac:spMk id="3" creationId="{A8324680-3338-AF49-AF54-2846F0AAFC9E}"/>
          </ac:spMkLst>
        </pc:spChg>
        <pc:spChg chg="mod">
          <ac:chgData name="Marz Steffen" userId="82bc8d54-e274-4a74-a55f-4ca65ccebc5f" providerId="ADAL" clId="{4A952180-A4CC-456B-A8AD-17B770CDF94E}" dt="2025-05-08T17:02:07.876" v="1805" actId="790"/>
          <ac:spMkLst>
            <pc:docMk/>
            <pc:sldMk cId="1476771343" sldId="306"/>
            <ac:spMk id="4" creationId="{20EC5994-4D19-871B-7547-41801B03C7D5}"/>
          </ac:spMkLst>
        </pc:spChg>
        <pc:spChg chg="mod">
          <ac:chgData name="Marz Steffen" userId="82bc8d54-e274-4a74-a55f-4ca65ccebc5f" providerId="ADAL" clId="{4A952180-A4CC-456B-A8AD-17B770CDF94E}" dt="2025-05-08T17:02:07.876" v="1805" actId="790"/>
          <ac:spMkLst>
            <pc:docMk/>
            <pc:sldMk cId="1476771343" sldId="306"/>
            <ac:spMk id="5" creationId="{81E5E6B2-2768-BF84-4280-3750F98DF813}"/>
          </ac:spMkLst>
        </pc:spChg>
        <pc:spChg chg="mod">
          <ac:chgData name="Marz Steffen" userId="82bc8d54-e274-4a74-a55f-4ca65ccebc5f" providerId="ADAL" clId="{4A952180-A4CC-456B-A8AD-17B770CDF94E}" dt="2025-05-08T17:02:07.876" v="1805" actId="790"/>
          <ac:spMkLst>
            <pc:docMk/>
            <pc:sldMk cId="1476771343" sldId="306"/>
            <ac:spMk id="6" creationId="{4FC2CFD8-5BD2-2654-AA82-662810AC4AEA}"/>
          </ac:spMkLst>
        </pc:spChg>
      </pc:sldChg>
      <pc:sldChg chg="modSp mod modShow">
        <pc:chgData name="Marz Steffen" userId="82bc8d54-e274-4a74-a55f-4ca65ccebc5f" providerId="ADAL" clId="{4A952180-A4CC-456B-A8AD-17B770CDF94E}" dt="2025-05-23T20:28:27.894" v="2441" actId="20577"/>
        <pc:sldMkLst>
          <pc:docMk/>
          <pc:sldMk cId="2576544508" sldId="307"/>
        </pc:sldMkLst>
        <pc:spChg chg="mod">
          <ac:chgData name="Marz Steffen" userId="82bc8d54-e274-4a74-a55f-4ca65ccebc5f" providerId="ADAL" clId="{4A952180-A4CC-456B-A8AD-17B770CDF94E}" dt="2025-05-08T17:02:07.876" v="1805" actId="790"/>
          <ac:spMkLst>
            <pc:docMk/>
            <pc:sldMk cId="2576544508" sldId="307"/>
            <ac:spMk id="4" creationId="{2DD58357-4D4C-767C-CB35-37E7788128CE}"/>
          </ac:spMkLst>
        </pc:spChg>
        <pc:spChg chg="mod">
          <ac:chgData name="Marz Steffen" userId="82bc8d54-e274-4a74-a55f-4ca65ccebc5f" providerId="ADAL" clId="{4A952180-A4CC-456B-A8AD-17B770CDF94E}" dt="2025-05-08T17:02:07.876" v="1805" actId="790"/>
          <ac:spMkLst>
            <pc:docMk/>
            <pc:sldMk cId="2576544508" sldId="307"/>
            <ac:spMk id="5" creationId="{8269A3C8-3B35-D051-06F6-5A6C66BD1948}"/>
          </ac:spMkLst>
        </pc:spChg>
        <pc:spChg chg="mod">
          <ac:chgData name="Marz Steffen" userId="82bc8d54-e274-4a74-a55f-4ca65ccebc5f" providerId="ADAL" clId="{4A952180-A4CC-456B-A8AD-17B770CDF94E}" dt="2025-05-08T17:02:07.876" v="1805" actId="790"/>
          <ac:spMkLst>
            <pc:docMk/>
            <pc:sldMk cId="2576544508" sldId="307"/>
            <ac:spMk id="6" creationId="{CD347004-4723-1B61-1B51-3231FE600F8A}"/>
          </ac:spMkLst>
        </pc:spChg>
        <pc:spChg chg="mod">
          <ac:chgData name="Marz Steffen" userId="82bc8d54-e274-4a74-a55f-4ca65ccebc5f" providerId="ADAL" clId="{4A952180-A4CC-456B-A8AD-17B770CDF94E}" dt="2025-05-23T20:27:40.971" v="2399" actId="6549"/>
          <ac:spMkLst>
            <pc:docMk/>
            <pc:sldMk cId="2576544508" sldId="307"/>
            <ac:spMk id="11" creationId="{7712546A-9516-4123-CEF2-8E59E34908C6}"/>
          </ac:spMkLst>
        </pc:spChg>
        <pc:spChg chg="mod">
          <ac:chgData name="Marz Steffen" userId="82bc8d54-e274-4a74-a55f-4ca65ccebc5f" providerId="ADAL" clId="{4A952180-A4CC-456B-A8AD-17B770CDF94E}" dt="2025-05-23T20:28:27.894" v="2441" actId="20577"/>
          <ac:spMkLst>
            <pc:docMk/>
            <pc:sldMk cId="2576544508" sldId="307"/>
            <ac:spMk id="19" creationId="{03C08699-CF10-EBD0-C5DE-BA3EA7EDA0DF}"/>
          </ac:spMkLst>
        </pc:spChg>
      </pc:sldChg>
      <pc:sldChg chg="modSp mod modShow">
        <pc:chgData name="Marz Steffen" userId="82bc8d54-e274-4a74-a55f-4ca65ccebc5f" providerId="ADAL" clId="{4A952180-A4CC-456B-A8AD-17B770CDF94E}" dt="2025-05-23T20:26:38.170" v="2369" actId="729"/>
        <pc:sldMkLst>
          <pc:docMk/>
          <pc:sldMk cId="2777678582" sldId="308"/>
        </pc:sldMkLst>
        <pc:spChg chg="mod">
          <ac:chgData name="Marz Steffen" userId="82bc8d54-e274-4a74-a55f-4ca65ccebc5f" providerId="ADAL" clId="{4A952180-A4CC-456B-A8AD-17B770CDF94E}" dt="2025-05-08T17:02:07.876" v="1805" actId="790"/>
          <ac:spMkLst>
            <pc:docMk/>
            <pc:sldMk cId="2777678582" sldId="308"/>
            <ac:spMk id="2" creationId="{CFADF428-5A05-D46E-D728-3D1F95A0DA8B}"/>
          </ac:spMkLst>
        </pc:spChg>
        <pc:spChg chg="mod">
          <ac:chgData name="Marz Steffen" userId="82bc8d54-e274-4a74-a55f-4ca65ccebc5f" providerId="ADAL" clId="{4A952180-A4CC-456B-A8AD-17B770CDF94E}" dt="2025-05-08T17:02:07.876" v="1805" actId="790"/>
          <ac:spMkLst>
            <pc:docMk/>
            <pc:sldMk cId="2777678582" sldId="308"/>
            <ac:spMk id="3" creationId="{C1CFFD83-6C65-CC3D-442E-E9B16A49BEFC}"/>
          </ac:spMkLst>
        </pc:spChg>
        <pc:spChg chg="mod">
          <ac:chgData name="Marz Steffen" userId="82bc8d54-e274-4a74-a55f-4ca65ccebc5f" providerId="ADAL" clId="{4A952180-A4CC-456B-A8AD-17B770CDF94E}" dt="2025-05-08T17:02:07.876" v="1805" actId="790"/>
          <ac:spMkLst>
            <pc:docMk/>
            <pc:sldMk cId="2777678582" sldId="308"/>
            <ac:spMk id="4" creationId="{906CE5BF-189B-DEEF-CB86-9FEBB79BAE4F}"/>
          </ac:spMkLst>
        </pc:spChg>
        <pc:spChg chg="mod">
          <ac:chgData name="Marz Steffen" userId="82bc8d54-e274-4a74-a55f-4ca65ccebc5f" providerId="ADAL" clId="{4A952180-A4CC-456B-A8AD-17B770CDF94E}" dt="2025-05-08T17:02:07.876" v="1805" actId="790"/>
          <ac:spMkLst>
            <pc:docMk/>
            <pc:sldMk cId="2777678582" sldId="308"/>
            <ac:spMk id="5" creationId="{6A81E76B-AE47-20D1-2A8C-CA44E30A549C}"/>
          </ac:spMkLst>
        </pc:spChg>
        <pc:spChg chg="mod">
          <ac:chgData name="Marz Steffen" userId="82bc8d54-e274-4a74-a55f-4ca65ccebc5f" providerId="ADAL" clId="{4A952180-A4CC-456B-A8AD-17B770CDF94E}" dt="2025-05-08T17:02:07.876" v="1805" actId="790"/>
          <ac:spMkLst>
            <pc:docMk/>
            <pc:sldMk cId="2777678582" sldId="308"/>
            <ac:spMk id="6" creationId="{21C3A911-621B-D324-278F-624B804D6E5B}"/>
          </ac:spMkLst>
        </pc:spChg>
      </pc:sldChg>
      <pc:sldChg chg="modSp mod modShow">
        <pc:chgData name="Marz Steffen" userId="82bc8d54-e274-4a74-a55f-4ca65ccebc5f" providerId="ADAL" clId="{4A952180-A4CC-456B-A8AD-17B770CDF94E}" dt="2025-05-23T20:26:36.264" v="2368" actId="729"/>
        <pc:sldMkLst>
          <pc:docMk/>
          <pc:sldMk cId="3726670774" sldId="309"/>
        </pc:sldMkLst>
        <pc:spChg chg="mod">
          <ac:chgData name="Marz Steffen" userId="82bc8d54-e274-4a74-a55f-4ca65ccebc5f" providerId="ADAL" clId="{4A952180-A4CC-456B-A8AD-17B770CDF94E}" dt="2025-05-08T17:02:07.876" v="1805" actId="790"/>
          <ac:spMkLst>
            <pc:docMk/>
            <pc:sldMk cId="3726670774" sldId="309"/>
            <ac:spMk id="2" creationId="{D7EB623E-683D-4A32-4BDD-E0FE536F9697}"/>
          </ac:spMkLst>
        </pc:spChg>
        <pc:spChg chg="mod">
          <ac:chgData name="Marz Steffen" userId="82bc8d54-e274-4a74-a55f-4ca65ccebc5f" providerId="ADAL" clId="{4A952180-A4CC-456B-A8AD-17B770CDF94E}" dt="2025-05-08T17:02:07.876" v="1805" actId="790"/>
          <ac:spMkLst>
            <pc:docMk/>
            <pc:sldMk cId="3726670774" sldId="309"/>
            <ac:spMk id="3" creationId="{B93FF98F-C492-10FD-1490-8508069EB37D}"/>
          </ac:spMkLst>
        </pc:spChg>
        <pc:spChg chg="mod">
          <ac:chgData name="Marz Steffen" userId="82bc8d54-e274-4a74-a55f-4ca65ccebc5f" providerId="ADAL" clId="{4A952180-A4CC-456B-A8AD-17B770CDF94E}" dt="2025-05-08T17:02:07.876" v="1805" actId="790"/>
          <ac:spMkLst>
            <pc:docMk/>
            <pc:sldMk cId="3726670774" sldId="309"/>
            <ac:spMk id="4" creationId="{454CD4EA-A4F5-DAE3-F81D-B3BDC88247AF}"/>
          </ac:spMkLst>
        </pc:spChg>
        <pc:spChg chg="mod">
          <ac:chgData name="Marz Steffen" userId="82bc8d54-e274-4a74-a55f-4ca65ccebc5f" providerId="ADAL" clId="{4A952180-A4CC-456B-A8AD-17B770CDF94E}" dt="2025-05-08T17:02:07.876" v="1805" actId="790"/>
          <ac:spMkLst>
            <pc:docMk/>
            <pc:sldMk cId="3726670774" sldId="309"/>
            <ac:spMk id="5" creationId="{B3CE401A-1AB5-1016-79A6-8B03EE32CBC2}"/>
          </ac:spMkLst>
        </pc:spChg>
        <pc:spChg chg="mod">
          <ac:chgData name="Marz Steffen" userId="82bc8d54-e274-4a74-a55f-4ca65ccebc5f" providerId="ADAL" clId="{4A952180-A4CC-456B-A8AD-17B770CDF94E}" dt="2025-05-08T17:02:07.876" v="1805" actId="790"/>
          <ac:spMkLst>
            <pc:docMk/>
            <pc:sldMk cId="3726670774" sldId="309"/>
            <ac:spMk id="6" creationId="{821CEBE0-BE06-E2E2-D811-4752A6A924FF}"/>
          </ac:spMkLst>
        </pc:spChg>
      </pc:sldChg>
      <pc:sldChg chg="modSp mod modShow">
        <pc:chgData name="Marz Steffen" userId="82bc8d54-e274-4a74-a55f-4ca65ccebc5f" providerId="ADAL" clId="{4A952180-A4CC-456B-A8AD-17B770CDF94E}" dt="2025-05-23T20:26:34.402" v="2367" actId="729"/>
        <pc:sldMkLst>
          <pc:docMk/>
          <pc:sldMk cId="2128505170" sldId="310"/>
        </pc:sldMkLst>
        <pc:spChg chg="mod">
          <ac:chgData name="Marz Steffen" userId="82bc8d54-e274-4a74-a55f-4ca65ccebc5f" providerId="ADAL" clId="{4A952180-A4CC-456B-A8AD-17B770CDF94E}" dt="2025-05-08T17:02:07.876" v="1805" actId="790"/>
          <ac:spMkLst>
            <pc:docMk/>
            <pc:sldMk cId="2128505170" sldId="310"/>
            <ac:spMk id="2" creationId="{5DF67757-B8FA-15D0-1F09-5624502438AE}"/>
          </ac:spMkLst>
        </pc:spChg>
        <pc:spChg chg="mod">
          <ac:chgData name="Marz Steffen" userId="82bc8d54-e274-4a74-a55f-4ca65ccebc5f" providerId="ADAL" clId="{4A952180-A4CC-456B-A8AD-17B770CDF94E}" dt="2025-05-08T17:02:07.876" v="1805" actId="790"/>
          <ac:spMkLst>
            <pc:docMk/>
            <pc:sldMk cId="2128505170" sldId="310"/>
            <ac:spMk id="3" creationId="{899EEAB2-0B0E-4AE0-DFB0-F7BE50322D36}"/>
          </ac:spMkLst>
        </pc:spChg>
        <pc:spChg chg="mod">
          <ac:chgData name="Marz Steffen" userId="82bc8d54-e274-4a74-a55f-4ca65ccebc5f" providerId="ADAL" clId="{4A952180-A4CC-456B-A8AD-17B770CDF94E}" dt="2025-05-08T17:02:07.876" v="1805" actId="790"/>
          <ac:spMkLst>
            <pc:docMk/>
            <pc:sldMk cId="2128505170" sldId="310"/>
            <ac:spMk id="4" creationId="{C95A5B9B-F0E3-7848-6659-4B1F8D24EA52}"/>
          </ac:spMkLst>
        </pc:spChg>
        <pc:spChg chg="mod">
          <ac:chgData name="Marz Steffen" userId="82bc8d54-e274-4a74-a55f-4ca65ccebc5f" providerId="ADAL" clId="{4A952180-A4CC-456B-A8AD-17B770CDF94E}" dt="2025-05-08T17:02:07.876" v="1805" actId="790"/>
          <ac:spMkLst>
            <pc:docMk/>
            <pc:sldMk cId="2128505170" sldId="310"/>
            <ac:spMk id="5" creationId="{D4CF9619-E026-CD57-2F0D-49FDC225A29F}"/>
          </ac:spMkLst>
        </pc:spChg>
        <pc:spChg chg="mod">
          <ac:chgData name="Marz Steffen" userId="82bc8d54-e274-4a74-a55f-4ca65ccebc5f" providerId="ADAL" clId="{4A952180-A4CC-456B-A8AD-17B770CDF94E}" dt="2025-05-08T17:02:07.876" v="1805" actId="790"/>
          <ac:spMkLst>
            <pc:docMk/>
            <pc:sldMk cId="2128505170" sldId="310"/>
            <ac:spMk id="6" creationId="{66A22000-F447-0D31-C4BA-B768853200FC}"/>
          </ac:spMkLst>
        </pc:spChg>
      </pc:sldChg>
      <pc:sldChg chg="modSp mod modShow">
        <pc:chgData name="Marz Steffen" userId="82bc8d54-e274-4a74-a55f-4ca65ccebc5f" providerId="ADAL" clId="{4A952180-A4CC-456B-A8AD-17B770CDF94E}" dt="2025-05-23T20:26:32.990" v="2366" actId="729"/>
        <pc:sldMkLst>
          <pc:docMk/>
          <pc:sldMk cId="967709956" sldId="311"/>
        </pc:sldMkLst>
        <pc:spChg chg="mod">
          <ac:chgData name="Marz Steffen" userId="82bc8d54-e274-4a74-a55f-4ca65ccebc5f" providerId="ADAL" clId="{4A952180-A4CC-456B-A8AD-17B770CDF94E}" dt="2025-05-08T17:02:07.876" v="1805" actId="790"/>
          <ac:spMkLst>
            <pc:docMk/>
            <pc:sldMk cId="967709956" sldId="311"/>
            <ac:spMk id="2" creationId="{35F69793-64AB-1975-4ACE-33976A4DDA23}"/>
          </ac:spMkLst>
        </pc:spChg>
        <pc:spChg chg="mod">
          <ac:chgData name="Marz Steffen" userId="82bc8d54-e274-4a74-a55f-4ca65ccebc5f" providerId="ADAL" clId="{4A952180-A4CC-456B-A8AD-17B770CDF94E}" dt="2025-05-08T17:02:07.876" v="1805" actId="790"/>
          <ac:spMkLst>
            <pc:docMk/>
            <pc:sldMk cId="967709956" sldId="311"/>
            <ac:spMk id="3" creationId="{CFACD595-7543-AF3D-6997-227587F5ED19}"/>
          </ac:spMkLst>
        </pc:spChg>
        <pc:spChg chg="mod">
          <ac:chgData name="Marz Steffen" userId="82bc8d54-e274-4a74-a55f-4ca65ccebc5f" providerId="ADAL" clId="{4A952180-A4CC-456B-A8AD-17B770CDF94E}" dt="2025-05-08T17:02:07.876" v="1805" actId="790"/>
          <ac:spMkLst>
            <pc:docMk/>
            <pc:sldMk cId="967709956" sldId="311"/>
            <ac:spMk id="4" creationId="{F36DEED7-6383-EC36-49F4-5F5949B4741E}"/>
          </ac:spMkLst>
        </pc:spChg>
        <pc:spChg chg="mod">
          <ac:chgData name="Marz Steffen" userId="82bc8d54-e274-4a74-a55f-4ca65ccebc5f" providerId="ADAL" clId="{4A952180-A4CC-456B-A8AD-17B770CDF94E}" dt="2025-05-08T17:02:07.876" v="1805" actId="790"/>
          <ac:spMkLst>
            <pc:docMk/>
            <pc:sldMk cId="967709956" sldId="311"/>
            <ac:spMk id="5" creationId="{46A87BBB-3541-50F8-D384-F946EA4FC431}"/>
          </ac:spMkLst>
        </pc:spChg>
        <pc:spChg chg="mod">
          <ac:chgData name="Marz Steffen" userId="82bc8d54-e274-4a74-a55f-4ca65ccebc5f" providerId="ADAL" clId="{4A952180-A4CC-456B-A8AD-17B770CDF94E}" dt="2025-05-08T17:02:07.876" v="1805" actId="790"/>
          <ac:spMkLst>
            <pc:docMk/>
            <pc:sldMk cId="967709956" sldId="311"/>
            <ac:spMk id="6" creationId="{88E7BC80-0A30-12A2-04D2-663C119581C0}"/>
          </ac:spMkLst>
        </pc:spChg>
      </pc:sldChg>
      <pc:sldChg chg="modSp mod modShow">
        <pc:chgData name="Marz Steffen" userId="82bc8d54-e274-4a74-a55f-4ca65ccebc5f" providerId="ADAL" clId="{4A952180-A4CC-456B-A8AD-17B770CDF94E}" dt="2025-05-23T20:26:31.315" v="2365" actId="729"/>
        <pc:sldMkLst>
          <pc:docMk/>
          <pc:sldMk cId="1367890824" sldId="313"/>
        </pc:sldMkLst>
        <pc:spChg chg="mod">
          <ac:chgData name="Marz Steffen" userId="82bc8d54-e274-4a74-a55f-4ca65ccebc5f" providerId="ADAL" clId="{4A952180-A4CC-456B-A8AD-17B770CDF94E}" dt="2025-05-08T17:02:07.876" v="1805" actId="790"/>
          <ac:spMkLst>
            <pc:docMk/>
            <pc:sldMk cId="1367890824" sldId="313"/>
            <ac:spMk id="2" creationId="{775F915C-8B4D-619E-6A38-4C7C147A0411}"/>
          </ac:spMkLst>
        </pc:spChg>
        <pc:spChg chg="mod">
          <ac:chgData name="Marz Steffen" userId="82bc8d54-e274-4a74-a55f-4ca65ccebc5f" providerId="ADAL" clId="{4A952180-A4CC-456B-A8AD-17B770CDF94E}" dt="2025-05-08T17:02:07.876" v="1805" actId="790"/>
          <ac:spMkLst>
            <pc:docMk/>
            <pc:sldMk cId="1367890824" sldId="313"/>
            <ac:spMk id="3" creationId="{5519F84B-69A1-B96A-BBEA-B038670E4CD6}"/>
          </ac:spMkLst>
        </pc:spChg>
        <pc:spChg chg="mod">
          <ac:chgData name="Marz Steffen" userId="82bc8d54-e274-4a74-a55f-4ca65ccebc5f" providerId="ADAL" clId="{4A952180-A4CC-456B-A8AD-17B770CDF94E}" dt="2025-05-08T17:02:07.876" v="1805" actId="790"/>
          <ac:spMkLst>
            <pc:docMk/>
            <pc:sldMk cId="1367890824" sldId="313"/>
            <ac:spMk id="4" creationId="{0FE487DD-1E28-2BF6-C7BB-BAD9E218685C}"/>
          </ac:spMkLst>
        </pc:spChg>
        <pc:spChg chg="mod">
          <ac:chgData name="Marz Steffen" userId="82bc8d54-e274-4a74-a55f-4ca65ccebc5f" providerId="ADAL" clId="{4A952180-A4CC-456B-A8AD-17B770CDF94E}" dt="2025-05-08T17:02:07.876" v="1805" actId="790"/>
          <ac:spMkLst>
            <pc:docMk/>
            <pc:sldMk cId="1367890824" sldId="313"/>
            <ac:spMk id="5" creationId="{B88CA18C-C07F-F52E-C533-8FE6E128B63F}"/>
          </ac:spMkLst>
        </pc:spChg>
        <pc:spChg chg="mod">
          <ac:chgData name="Marz Steffen" userId="82bc8d54-e274-4a74-a55f-4ca65ccebc5f" providerId="ADAL" clId="{4A952180-A4CC-456B-A8AD-17B770CDF94E}" dt="2025-05-08T17:02:07.876" v="1805" actId="790"/>
          <ac:spMkLst>
            <pc:docMk/>
            <pc:sldMk cId="1367890824" sldId="313"/>
            <ac:spMk id="6" creationId="{EF576E53-B8EB-1D3B-E4CF-DB444BF0DA7B}"/>
          </ac:spMkLst>
        </pc:spChg>
      </pc:sldChg>
      <pc:sldChg chg="modSp mod modShow">
        <pc:chgData name="Marz Steffen" userId="82bc8d54-e274-4a74-a55f-4ca65ccebc5f" providerId="ADAL" clId="{4A952180-A4CC-456B-A8AD-17B770CDF94E}" dt="2025-05-23T20:26:28.869" v="2364" actId="729"/>
        <pc:sldMkLst>
          <pc:docMk/>
          <pc:sldMk cId="2539255424" sldId="314"/>
        </pc:sldMkLst>
        <pc:spChg chg="mod">
          <ac:chgData name="Marz Steffen" userId="82bc8d54-e274-4a74-a55f-4ca65ccebc5f" providerId="ADAL" clId="{4A952180-A4CC-456B-A8AD-17B770CDF94E}" dt="2025-05-08T17:02:07.876" v="1805" actId="790"/>
          <ac:spMkLst>
            <pc:docMk/>
            <pc:sldMk cId="2539255424" sldId="314"/>
            <ac:spMk id="2" creationId="{27F2D6B1-ADF8-21BD-DE89-F32820B9B950}"/>
          </ac:spMkLst>
        </pc:spChg>
        <pc:spChg chg="mod">
          <ac:chgData name="Marz Steffen" userId="82bc8d54-e274-4a74-a55f-4ca65ccebc5f" providerId="ADAL" clId="{4A952180-A4CC-456B-A8AD-17B770CDF94E}" dt="2025-05-08T17:02:07.876" v="1805" actId="790"/>
          <ac:spMkLst>
            <pc:docMk/>
            <pc:sldMk cId="2539255424" sldId="314"/>
            <ac:spMk id="3" creationId="{411CB500-E9D5-78AD-AE72-ADA7CBC1E9C9}"/>
          </ac:spMkLst>
        </pc:spChg>
        <pc:spChg chg="mod">
          <ac:chgData name="Marz Steffen" userId="82bc8d54-e274-4a74-a55f-4ca65ccebc5f" providerId="ADAL" clId="{4A952180-A4CC-456B-A8AD-17B770CDF94E}" dt="2025-05-08T17:02:07.876" v="1805" actId="790"/>
          <ac:spMkLst>
            <pc:docMk/>
            <pc:sldMk cId="2539255424" sldId="314"/>
            <ac:spMk id="4" creationId="{5F6698BF-BFA4-5FFD-4C65-4ED1FBFED8F5}"/>
          </ac:spMkLst>
        </pc:spChg>
        <pc:spChg chg="mod">
          <ac:chgData name="Marz Steffen" userId="82bc8d54-e274-4a74-a55f-4ca65ccebc5f" providerId="ADAL" clId="{4A952180-A4CC-456B-A8AD-17B770CDF94E}" dt="2025-05-08T17:02:07.876" v="1805" actId="790"/>
          <ac:spMkLst>
            <pc:docMk/>
            <pc:sldMk cId="2539255424" sldId="314"/>
            <ac:spMk id="5" creationId="{99B53536-B1AB-710B-3076-A1CD60A1395E}"/>
          </ac:spMkLst>
        </pc:spChg>
        <pc:spChg chg="mod">
          <ac:chgData name="Marz Steffen" userId="82bc8d54-e274-4a74-a55f-4ca65ccebc5f" providerId="ADAL" clId="{4A952180-A4CC-456B-A8AD-17B770CDF94E}" dt="2025-05-08T17:02:07.876" v="1805" actId="790"/>
          <ac:spMkLst>
            <pc:docMk/>
            <pc:sldMk cId="2539255424" sldId="314"/>
            <ac:spMk id="6" creationId="{B457AFAA-3CF6-B7F4-4AF8-D84A0AA4E0D3}"/>
          </ac:spMkLst>
        </pc:spChg>
      </pc:sldChg>
      <pc:sldChg chg="modSp mod modShow">
        <pc:chgData name="Marz Steffen" userId="82bc8d54-e274-4a74-a55f-4ca65ccebc5f" providerId="ADAL" clId="{4A952180-A4CC-456B-A8AD-17B770CDF94E}" dt="2025-05-23T20:27:24.604" v="2379" actId="729"/>
        <pc:sldMkLst>
          <pc:docMk/>
          <pc:sldMk cId="299607091" sldId="315"/>
        </pc:sldMkLst>
        <pc:spChg chg="mod">
          <ac:chgData name="Marz Steffen" userId="82bc8d54-e274-4a74-a55f-4ca65ccebc5f" providerId="ADAL" clId="{4A952180-A4CC-456B-A8AD-17B770CDF94E}" dt="2025-05-08T17:02:07.876" v="1805" actId="790"/>
          <ac:spMkLst>
            <pc:docMk/>
            <pc:sldMk cId="299607091" sldId="315"/>
            <ac:spMk id="3" creationId="{179FC6D6-EBA6-6059-ADE8-8FE9B0B0CC5F}"/>
          </ac:spMkLst>
        </pc:spChg>
        <pc:spChg chg="mod">
          <ac:chgData name="Marz Steffen" userId="82bc8d54-e274-4a74-a55f-4ca65ccebc5f" providerId="ADAL" clId="{4A952180-A4CC-456B-A8AD-17B770CDF94E}" dt="2025-05-08T17:02:07.876" v="1805" actId="790"/>
          <ac:spMkLst>
            <pc:docMk/>
            <pc:sldMk cId="299607091" sldId="315"/>
            <ac:spMk id="4" creationId="{3B7DDAA7-68E3-3590-C239-43425CB747B2}"/>
          </ac:spMkLst>
        </pc:spChg>
        <pc:spChg chg="mod">
          <ac:chgData name="Marz Steffen" userId="82bc8d54-e274-4a74-a55f-4ca65ccebc5f" providerId="ADAL" clId="{4A952180-A4CC-456B-A8AD-17B770CDF94E}" dt="2025-05-08T17:02:07.876" v="1805" actId="790"/>
          <ac:spMkLst>
            <pc:docMk/>
            <pc:sldMk cId="299607091" sldId="315"/>
            <ac:spMk id="5" creationId="{E61906E9-621B-3416-E222-F06F00B5769B}"/>
          </ac:spMkLst>
        </pc:spChg>
        <pc:spChg chg="mod">
          <ac:chgData name="Marz Steffen" userId="82bc8d54-e274-4a74-a55f-4ca65ccebc5f" providerId="ADAL" clId="{4A952180-A4CC-456B-A8AD-17B770CDF94E}" dt="2025-05-08T17:02:07.876" v="1805" actId="790"/>
          <ac:spMkLst>
            <pc:docMk/>
            <pc:sldMk cId="299607091" sldId="315"/>
            <ac:spMk id="6" creationId="{1E2C2019-069E-3523-FD54-F2D80A45145A}"/>
          </ac:spMkLst>
        </pc:spChg>
      </pc:sldChg>
      <pc:sldChg chg="modSp mod">
        <pc:chgData name="Marz Steffen" userId="82bc8d54-e274-4a74-a55f-4ca65ccebc5f" providerId="ADAL" clId="{4A952180-A4CC-456B-A8AD-17B770CDF94E}" dt="2025-05-08T17:02:07.876" v="1805" actId="790"/>
        <pc:sldMkLst>
          <pc:docMk/>
          <pc:sldMk cId="3922521269" sldId="316"/>
        </pc:sldMkLst>
        <pc:spChg chg="mod">
          <ac:chgData name="Marz Steffen" userId="82bc8d54-e274-4a74-a55f-4ca65ccebc5f" providerId="ADAL" clId="{4A952180-A4CC-456B-A8AD-17B770CDF94E}" dt="2025-05-08T17:02:07.876" v="1805" actId="790"/>
          <ac:spMkLst>
            <pc:docMk/>
            <pc:sldMk cId="3922521269" sldId="316"/>
            <ac:spMk id="2" creationId="{424390FE-5A67-4F85-B540-7AFAF2022DC4}"/>
          </ac:spMkLst>
        </pc:spChg>
        <pc:spChg chg="mod">
          <ac:chgData name="Marz Steffen" userId="82bc8d54-e274-4a74-a55f-4ca65ccebc5f" providerId="ADAL" clId="{4A952180-A4CC-456B-A8AD-17B770CDF94E}" dt="2025-05-08T17:02:07.876" v="1805" actId="790"/>
          <ac:spMkLst>
            <pc:docMk/>
            <pc:sldMk cId="3922521269" sldId="316"/>
            <ac:spMk id="4" creationId="{9DC3B60C-C9CA-E9B7-0B2A-B98BA50C8804}"/>
          </ac:spMkLst>
        </pc:spChg>
        <pc:spChg chg="mod">
          <ac:chgData name="Marz Steffen" userId="82bc8d54-e274-4a74-a55f-4ca65ccebc5f" providerId="ADAL" clId="{4A952180-A4CC-456B-A8AD-17B770CDF94E}" dt="2025-05-08T17:02:07.876" v="1805" actId="790"/>
          <ac:spMkLst>
            <pc:docMk/>
            <pc:sldMk cId="3922521269" sldId="316"/>
            <ac:spMk id="5" creationId="{8533D44C-7F3C-1842-72FC-4A7B30AEEFAD}"/>
          </ac:spMkLst>
        </pc:spChg>
        <pc:spChg chg="mod">
          <ac:chgData name="Marz Steffen" userId="82bc8d54-e274-4a74-a55f-4ca65ccebc5f" providerId="ADAL" clId="{4A952180-A4CC-456B-A8AD-17B770CDF94E}" dt="2025-05-08T17:02:07.876" v="1805" actId="790"/>
          <ac:spMkLst>
            <pc:docMk/>
            <pc:sldMk cId="3922521269" sldId="316"/>
            <ac:spMk id="6" creationId="{A59C3AE1-6EB2-F0FC-2FDF-E3C99576F235}"/>
          </ac:spMkLst>
        </pc:spChg>
        <pc:graphicFrameChg chg="modGraphic">
          <ac:chgData name="Marz Steffen" userId="82bc8d54-e274-4a74-a55f-4ca65ccebc5f" providerId="ADAL" clId="{4A952180-A4CC-456B-A8AD-17B770CDF94E}" dt="2025-05-08T17:02:07.876" v="1805" actId="790"/>
          <ac:graphicFrameMkLst>
            <pc:docMk/>
            <pc:sldMk cId="3922521269" sldId="316"/>
            <ac:graphicFrameMk id="7" creationId="{DDBBAF0F-2DDC-F3AB-6BF9-D383B2D3D5F5}"/>
          </ac:graphicFrameMkLst>
        </pc:graphicFrameChg>
      </pc:sldChg>
      <pc:sldChg chg="modSp mod">
        <pc:chgData name="Marz Steffen" userId="82bc8d54-e274-4a74-a55f-4ca65ccebc5f" providerId="ADAL" clId="{4A952180-A4CC-456B-A8AD-17B770CDF94E}" dt="2025-05-23T20:26:19.992" v="2363" actId="12"/>
        <pc:sldMkLst>
          <pc:docMk/>
          <pc:sldMk cId="1911869399" sldId="317"/>
        </pc:sldMkLst>
        <pc:spChg chg="mod">
          <ac:chgData name="Marz Steffen" userId="82bc8d54-e274-4a74-a55f-4ca65ccebc5f" providerId="ADAL" clId="{4A952180-A4CC-456B-A8AD-17B770CDF94E}" dt="2025-05-08T17:02:07.876" v="1805" actId="790"/>
          <ac:spMkLst>
            <pc:docMk/>
            <pc:sldMk cId="1911869399" sldId="317"/>
            <ac:spMk id="2" creationId="{92B09524-C47E-43C8-9E1D-2CC25603CE1B}"/>
          </ac:spMkLst>
        </pc:spChg>
        <pc:spChg chg="mod">
          <ac:chgData name="Marz Steffen" userId="82bc8d54-e274-4a74-a55f-4ca65ccebc5f" providerId="ADAL" clId="{4A952180-A4CC-456B-A8AD-17B770CDF94E}" dt="2025-05-08T17:02:07.876" v="1805" actId="790"/>
          <ac:spMkLst>
            <pc:docMk/>
            <pc:sldMk cId="1911869399" sldId="317"/>
            <ac:spMk id="4" creationId="{FAAB2841-06C2-2A73-E82B-E77B2A92B076}"/>
          </ac:spMkLst>
        </pc:spChg>
        <pc:spChg chg="mod">
          <ac:chgData name="Marz Steffen" userId="82bc8d54-e274-4a74-a55f-4ca65ccebc5f" providerId="ADAL" clId="{4A952180-A4CC-456B-A8AD-17B770CDF94E}" dt="2025-05-08T17:02:07.876" v="1805" actId="790"/>
          <ac:spMkLst>
            <pc:docMk/>
            <pc:sldMk cId="1911869399" sldId="317"/>
            <ac:spMk id="5" creationId="{8D3C8456-34B4-DE15-2623-A9957B0EE4BE}"/>
          </ac:spMkLst>
        </pc:spChg>
        <pc:spChg chg="mod">
          <ac:chgData name="Marz Steffen" userId="82bc8d54-e274-4a74-a55f-4ca65ccebc5f" providerId="ADAL" clId="{4A952180-A4CC-456B-A8AD-17B770CDF94E}" dt="2025-05-08T17:02:07.876" v="1805" actId="790"/>
          <ac:spMkLst>
            <pc:docMk/>
            <pc:sldMk cId="1911869399" sldId="317"/>
            <ac:spMk id="6" creationId="{148843A8-766D-EC31-1565-5BB99236CD01}"/>
          </ac:spMkLst>
        </pc:spChg>
        <pc:spChg chg="mod">
          <ac:chgData name="Marz Steffen" userId="82bc8d54-e274-4a74-a55f-4ca65ccebc5f" providerId="ADAL" clId="{4A952180-A4CC-456B-A8AD-17B770CDF94E}" dt="2025-05-23T20:26:19.992" v="2363" actId="12"/>
          <ac:spMkLst>
            <pc:docMk/>
            <pc:sldMk cId="1911869399" sldId="317"/>
            <ac:spMk id="10" creationId="{6CB4947C-8222-CA8D-FB7B-E964347F2190}"/>
          </ac:spMkLst>
        </pc:spChg>
      </pc:sldChg>
      <pc:sldChg chg="modSp mod">
        <pc:chgData name="Marz Steffen" userId="82bc8d54-e274-4a74-a55f-4ca65ccebc5f" providerId="ADAL" clId="{4A952180-A4CC-456B-A8AD-17B770CDF94E}" dt="2025-05-08T17:02:07.876" v="1805" actId="790"/>
        <pc:sldMkLst>
          <pc:docMk/>
          <pc:sldMk cId="2614491506" sldId="318"/>
        </pc:sldMkLst>
        <pc:spChg chg="mod">
          <ac:chgData name="Marz Steffen" userId="82bc8d54-e274-4a74-a55f-4ca65ccebc5f" providerId="ADAL" clId="{4A952180-A4CC-456B-A8AD-17B770CDF94E}" dt="2025-05-08T17:02:07.876" v="1805" actId="790"/>
          <ac:spMkLst>
            <pc:docMk/>
            <pc:sldMk cId="2614491506" sldId="318"/>
            <ac:spMk id="2" creationId="{E30049FA-4BDD-932C-4E50-CBDD5F2F44A9}"/>
          </ac:spMkLst>
        </pc:spChg>
        <pc:spChg chg="mod">
          <ac:chgData name="Marz Steffen" userId="82bc8d54-e274-4a74-a55f-4ca65ccebc5f" providerId="ADAL" clId="{4A952180-A4CC-456B-A8AD-17B770CDF94E}" dt="2025-05-08T17:02:07.876" v="1805" actId="790"/>
          <ac:spMkLst>
            <pc:docMk/>
            <pc:sldMk cId="2614491506" sldId="318"/>
            <ac:spMk id="4" creationId="{81A7231F-4ED7-FEFF-4630-6ED48B419339}"/>
          </ac:spMkLst>
        </pc:spChg>
        <pc:spChg chg="mod">
          <ac:chgData name="Marz Steffen" userId="82bc8d54-e274-4a74-a55f-4ca65ccebc5f" providerId="ADAL" clId="{4A952180-A4CC-456B-A8AD-17B770CDF94E}" dt="2025-05-08T17:02:07.876" v="1805" actId="790"/>
          <ac:spMkLst>
            <pc:docMk/>
            <pc:sldMk cId="2614491506" sldId="318"/>
            <ac:spMk id="5" creationId="{D9654905-C0E3-CE83-3E55-412A91BE3D60}"/>
          </ac:spMkLst>
        </pc:spChg>
        <pc:spChg chg="mod">
          <ac:chgData name="Marz Steffen" userId="82bc8d54-e274-4a74-a55f-4ca65ccebc5f" providerId="ADAL" clId="{4A952180-A4CC-456B-A8AD-17B770CDF94E}" dt="2025-05-08T17:02:07.876" v="1805" actId="790"/>
          <ac:spMkLst>
            <pc:docMk/>
            <pc:sldMk cId="2614491506" sldId="318"/>
            <ac:spMk id="6" creationId="{7AFCCA74-E20D-E4A9-55FA-2325643B74D5}"/>
          </ac:spMkLst>
        </pc:spChg>
        <pc:spChg chg="mod">
          <ac:chgData name="Marz Steffen" userId="82bc8d54-e274-4a74-a55f-4ca65ccebc5f" providerId="ADAL" clId="{4A952180-A4CC-456B-A8AD-17B770CDF94E}" dt="2025-05-08T17:02:07.876" v="1805" actId="790"/>
          <ac:spMkLst>
            <pc:docMk/>
            <pc:sldMk cId="2614491506" sldId="318"/>
            <ac:spMk id="7" creationId="{7D1C419D-E64E-B561-9B39-2C9793CF1FA2}"/>
          </ac:spMkLst>
        </pc:spChg>
      </pc:sldChg>
      <pc:sldChg chg="addSp delSp modSp add mod modShow">
        <pc:chgData name="Marz Steffen" userId="82bc8d54-e274-4a74-a55f-4ca65ccebc5f" providerId="ADAL" clId="{4A952180-A4CC-456B-A8AD-17B770CDF94E}" dt="2025-05-23T20:23:55.920" v="2342" actId="729"/>
        <pc:sldMkLst>
          <pc:docMk/>
          <pc:sldMk cId="1351906222" sldId="319"/>
        </pc:sldMkLst>
        <pc:spChg chg="mod">
          <ac:chgData name="Marz Steffen" userId="82bc8d54-e274-4a74-a55f-4ca65ccebc5f" providerId="ADAL" clId="{4A952180-A4CC-456B-A8AD-17B770CDF94E}" dt="2025-05-08T17:02:07.876" v="1805" actId="790"/>
          <ac:spMkLst>
            <pc:docMk/>
            <pc:sldMk cId="1351906222" sldId="319"/>
            <ac:spMk id="2" creationId="{998FD5CE-6DD2-4436-9F50-A58BE8BBF2D7}"/>
          </ac:spMkLst>
        </pc:spChg>
        <pc:spChg chg="mod">
          <ac:chgData name="Marz Steffen" userId="82bc8d54-e274-4a74-a55f-4ca65ccebc5f" providerId="ADAL" clId="{4A952180-A4CC-456B-A8AD-17B770CDF94E}" dt="2025-05-08T17:02:07.876" v="1805" actId="790"/>
          <ac:spMkLst>
            <pc:docMk/>
            <pc:sldMk cId="1351906222" sldId="319"/>
            <ac:spMk id="3" creationId="{C32E3518-8E3C-C55E-C37E-2C20FDD5FE67}"/>
          </ac:spMkLst>
        </pc:spChg>
        <pc:spChg chg="mod">
          <ac:chgData name="Marz Steffen" userId="82bc8d54-e274-4a74-a55f-4ca65ccebc5f" providerId="ADAL" clId="{4A952180-A4CC-456B-A8AD-17B770CDF94E}" dt="2025-05-08T17:02:07.876" v="1805" actId="790"/>
          <ac:spMkLst>
            <pc:docMk/>
            <pc:sldMk cId="1351906222" sldId="319"/>
            <ac:spMk id="4" creationId="{27EDF83C-6231-A7F9-67E7-B5D2391B21C8}"/>
          </ac:spMkLst>
        </pc:spChg>
        <pc:spChg chg="mod">
          <ac:chgData name="Marz Steffen" userId="82bc8d54-e274-4a74-a55f-4ca65ccebc5f" providerId="ADAL" clId="{4A952180-A4CC-456B-A8AD-17B770CDF94E}" dt="2025-05-08T17:02:07.876" v="1805" actId="790"/>
          <ac:spMkLst>
            <pc:docMk/>
            <pc:sldMk cId="1351906222" sldId="319"/>
            <ac:spMk id="5" creationId="{633EAD3B-9986-8E54-200D-784D7C5453B6}"/>
          </ac:spMkLst>
        </pc:spChg>
        <pc:spChg chg="mod">
          <ac:chgData name="Marz Steffen" userId="82bc8d54-e274-4a74-a55f-4ca65ccebc5f" providerId="ADAL" clId="{4A952180-A4CC-456B-A8AD-17B770CDF94E}" dt="2025-05-08T17:02:07.876" v="1805" actId="790"/>
          <ac:spMkLst>
            <pc:docMk/>
            <pc:sldMk cId="1351906222" sldId="319"/>
            <ac:spMk id="6" creationId="{BF891A6E-A02C-3F3B-69FD-8E21E451A584}"/>
          </ac:spMkLst>
        </pc:spChg>
      </pc:sldChg>
      <pc:sldChg chg="addSp delSp modSp add mod modShow">
        <pc:chgData name="Marz Steffen" userId="82bc8d54-e274-4a74-a55f-4ca65ccebc5f" providerId="ADAL" clId="{4A952180-A4CC-456B-A8AD-17B770CDF94E}" dt="2025-05-23T20:23:58.846" v="2343" actId="729"/>
        <pc:sldMkLst>
          <pc:docMk/>
          <pc:sldMk cId="1701920918" sldId="320"/>
        </pc:sldMkLst>
        <pc:spChg chg="mod">
          <ac:chgData name="Marz Steffen" userId="82bc8d54-e274-4a74-a55f-4ca65ccebc5f" providerId="ADAL" clId="{4A952180-A4CC-456B-A8AD-17B770CDF94E}" dt="2025-05-08T17:02:07.876" v="1805" actId="790"/>
          <ac:spMkLst>
            <pc:docMk/>
            <pc:sldMk cId="1701920918" sldId="320"/>
            <ac:spMk id="2" creationId="{2DDD18C0-40B8-408D-D3FE-FEDFA5539CA6}"/>
          </ac:spMkLst>
        </pc:spChg>
        <pc:spChg chg="mod">
          <ac:chgData name="Marz Steffen" userId="82bc8d54-e274-4a74-a55f-4ca65ccebc5f" providerId="ADAL" clId="{4A952180-A4CC-456B-A8AD-17B770CDF94E}" dt="2025-05-08T17:02:07.876" v="1805" actId="790"/>
          <ac:spMkLst>
            <pc:docMk/>
            <pc:sldMk cId="1701920918" sldId="320"/>
            <ac:spMk id="3" creationId="{D2593F32-3747-43A5-B6CE-53C04AE619F8}"/>
          </ac:spMkLst>
        </pc:spChg>
        <pc:spChg chg="mod">
          <ac:chgData name="Marz Steffen" userId="82bc8d54-e274-4a74-a55f-4ca65ccebc5f" providerId="ADAL" clId="{4A952180-A4CC-456B-A8AD-17B770CDF94E}" dt="2025-05-08T17:02:07.876" v="1805" actId="790"/>
          <ac:spMkLst>
            <pc:docMk/>
            <pc:sldMk cId="1701920918" sldId="320"/>
            <ac:spMk id="4" creationId="{8C71CC3E-3C4F-A421-6B27-1CFF1F8F13ED}"/>
          </ac:spMkLst>
        </pc:spChg>
        <pc:spChg chg="mod">
          <ac:chgData name="Marz Steffen" userId="82bc8d54-e274-4a74-a55f-4ca65ccebc5f" providerId="ADAL" clId="{4A952180-A4CC-456B-A8AD-17B770CDF94E}" dt="2025-05-08T17:02:07.876" v="1805" actId="790"/>
          <ac:spMkLst>
            <pc:docMk/>
            <pc:sldMk cId="1701920918" sldId="320"/>
            <ac:spMk id="5" creationId="{633F4F38-826C-61DE-556E-CEF6797A38C8}"/>
          </ac:spMkLst>
        </pc:spChg>
        <pc:spChg chg="mod">
          <ac:chgData name="Marz Steffen" userId="82bc8d54-e274-4a74-a55f-4ca65ccebc5f" providerId="ADAL" clId="{4A952180-A4CC-456B-A8AD-17B770CDF94E}" dt="2025-05-08T17:02:07.876" v="1805" actId="790"/>
          <ac:spMkLst>
            <pc:docMk/>
            <pc:sldMk cId="1701920918" sldId="320"/>
            <ac:spMk id="6" creationId="{4075739E-45C4-99E6-D2B6-7816D2E1DE42}"/>
          </ac:spMkLst>
        </pc:spChg>
      </pc:sldChg>
      <pc:sldChg chg="add del">
        <pc:chgData name="Marz Steffen" userId="82bc8d54-e274-4a74-a55f-4ca65ccebc5f" providerId="ADAL" clId="{4A952180-A4CC-456B-A8AD-17B770CDF94E}" dt="2025-05-08T16:20:18.620" v="641" actId="2890"/>
        <pc:sldMkLst>
          <pc:docMk/>
          <pc:sldMk cId="1730575289" sldId="321"/>
        </pc:sldMkLst>
      </pc:sldChg>
      <pc:sldChg chg="addSp delSp modSp add mod modShow">
        <pc:chgData name="Marz Steffen" userId="82bc8d54-e274-4a74-a55f-4ca65ccebc5f" providerId="ADAL" clId="{4A952180-A4CC-456B-A8AD-17B770CDF94E}" dt="2025-05-23T20:24:02.430" v="2344" actId="729"/>
        <pc:sldMkLst>
          <pc:docMk/>
          <pc:sldMk cId="1810871906" sldId="321"/>
        </pc:sldMkLst>
        <pc:spChg chg="mod">
          <ac:chgData name="Marz Steffen" userId="82bc8d54-e274-4a74-a55f-4ca65ccebc5f" providerId="ADAL" clId="{4A952180-A4CC-456B-A8AD-17B770CDF94E}" dt="2025-05-08T17:02:07.876" v="1805" actId="790"/>
          <ac:spMkLst>
            <pc:docMk/>
            <pc:sldMk cId="1810871906" sldId="321"/>
            <ac:spMk id="2" creationId="{98DB2F23-247C-5EF5-A3AE-A00463EB80DF}"/>
          </ac:spMkLst>
        </pc:spChg>
        <pc:spChg chg="mod">
          <ac:chgData name="Marz Steffen" userId="82bc8d54-e274-4a74-a55f-4ca65ccebc5f" providerId="ADAL" clId="{4A952180-A4CC-456B-A8AD-17B770CDF94E}" dt="2025-05-08T17:02:07.876" v="1805" actId="790"/>
          <ac:spMkLst>
            <pc:docMk/>
            <pc:sldMk cId="1810871906" sldId="321"/>
            <ac:spMk id="3" creationId="{57644E1F-25F3-A68F-8239-633C0589CD67}"/>
          </ac:spMkLst>
        </pc:spChg>
        <pc:spChg chg="mod">
          <ac:chgData name="Marz Steffen" userId="82bc8d54-e274-4a74-a55f-4ca65ccebc5f" providerId="ADAL" clId="{4A952180-A4CC-456B-A8AD-17B770CDF94E}" dt="2025-05-08T17:02:07.876" v="1805" actId="790"/>
          <ac:spMkLst>
            <pc:docMk/>
            <pc:sldMk cId="1810871906" sldId="321"/>
            <ac:spMk id="4" creationId="{9A33F9F6-6557-15F0-9AD9-1EC3C309FBD1}"/>
          </ac:spMkLst>
        </pc:spChg>
        <pc:spChg chg="mod">
          <ac:chgData name="Marz Steffen" userId="82bc8d54-e274-4a74-a55f-4ca65ccebc5f" providerId="ADAL" clId="{4A952180-A4CC-456B-A8AD-17B770CDF94E}" dt="2025-05-08T17:02:07.876" v="1805" actId="790"/>
          <ac:spMkLst>
            <pc:docMk/>
            <pc:sldMk cId="1810871906" sldId="321"/>
            <ac:spMk id="5" creationId="{7DFEE842-27F6-0BB4-F882-D585D13A3B56}"/>
          </ac:spMkLst>
        </pc:spChg>
        <pc:spChg chg="mod">
          <ac:chgData name="Marz Steffen" userId="82bc8d54-e274-4a74-a55f-4ca65ccebc5f" providerId="ADAL" clId="{4A952180-A4CC-456B-A8AD-17B770CDF94E}" dt="2025-05-08T17:02:07.876" v="1805" actId="790"/>
          <ac:spMkLst>
            <pc:docMk/>
            <pc:sldMk cId="1810871906" sldId="321"/>
            <ac:spMk id="6" creationId="{FE4FDC77-1CA8-04EF-5A85-AD0E0AF50CF0}"/>
          </ac:spMkLst>
        </pc:spChg>
      </pc:sldChg>
      <pc:sldChg chg="addSp delSp modSp add mod modShow">
        <pc:chgData name="Marz Steffen" userId="82bc8d54-e274-4a74-a55f-4ca65ccebc5f" providerId="ADAL" clId="{4A952180-A4CC-456B-A8AD-17B770CDF94E}" dt="2025-05-23T20:24:04.332" v="2345" actId="729"/>
        <pc:sldMkLst>
          <pc:docMk/>
          <pc:sldMk cId="3522762265" sldId="322"/>
        </pc:sldMkLst>
        <pc:spChg chg="mod">
          <ac:chgData name="Marz Steffen" userId="82bc8d54-e274-4a74-a55f-4ca65ccebc5f" providerId="ADAL" clId="{4A952180-A4CC-456B-A8AD-17B770CDF94E}" dt="2025-05-08T17:02:07.876" v="1805" actId="790"/>
          <ac:spMkLst>
            <pc:docMk/>
            <pc:sldMk cId="3522762265" sldId="322"/>
            <ac:spMk id="2" creationId="{C7E549D6-7C87-105F-9F10-CA70AA8F83A3}"/>
          </ac:spMkLst>
        </pc:spChg>
        <pc:spChg chg="mod">
          <ac:chgData name="Marz Steffen" userId="82bc8d54-e274-4a74-a55f-4ca65ccebc5f" providerId="ADAL" clId="{4A952180-A4CC-456B-A8AD-17B770CDF94E}" dt="2025-05-08T17:02:07.876" v="1805" actId="790"/>
          <ac:spMkLst>
            <pc:docMk/>
            <pc:sldMk cId="3522762265" sldId="322"/>
            <ac:spMk id="3" creationId="{427D1541-2F43-8A91-AEEE-661D0C8F0E05}"/>
          </ac:spMkLst>
        </pc:spChg>
        <pc:spChg chg="mod">
          <ac:chgData name="Marz Steffen" userId="82bc8d54-e274-4a74-a55f-4ca65ccebc5f" providerId="ADAL" clId="{4A952180-A4CC-456B-A8AD-17B770CDF94E}" dt="2025-05-08T17:02:07.876" v="1805" actId="790"/>
          <ac:spMkLst>
            <pc:docMk/>
            <pc:sldMk cId="3522762265" sldId="322"/>
            <ac:spMk id="4" creationId="{DD2C1B8E-BACF-316B-0BB1-E74E9026F748}"/>
          </ac:spMkLst>
        </pc:spChg>
        <pc:spChg chg="mod">
          <ac:chgData name="Marz Steffen" userId="82bc8d54-e274-4a74-a55f-4ca65ccebc5f" providerId="ADAL" clId="{4A952180-A4CC-456B-A8AD-17B770CDF94E}" dt="2025-05-08T17:02:07.876" v="1805" actId="790"/>
          <ac:spMkLst>
            <pc:docMk/>
            <pc:sldMk cId="3522762265" sldId="322"/>
            <ac:spMk id="5" creationId="{C8E7BF42-F89F-05DC-800C-4DEC81BA528F}"/>
          </ac:spMkLst>
        </pc:spChg>
        <pc:spChg chg="mod">
          <ac:chgData name="Marz Steffen" userId="82bc8d54-e274-4a74-a55f-4ca65ccebc5f" providerId="ADAL" clId="{4A952180-A4CC-456B-A8AD-17B770CDF94E}" dt="2025-05-08T17:02:07.876" v="1805" actId="790"/>
          <ac:spMkLst>
            <pc:docMk/>
            <pc:sldMk cId="3522762265" sldId="322"/>
            <ac:spMk id="6" creationId="{78294EF4-3984-C0BB-52EF-7B101EA572F8}"/>
          </ac:spMkLst>
        </pc:spChg>
      </pc:sldChg>
      <pc:sldChg chg="modSp add mod">
        <pc:chgData name="Marz Steffen" userId="82bc8d54-e274-4a74-a55f-4ca65ccebc5f" providerId="ADAL" clId="{4A952180-A4CC-456B-A8AD-17B770CDF94E}" dt="2025-05-08T17:02:07.876" v="1805" actId="790"/>
        <pc:sldMkLst>
          <pc:docMk/>
          <pc:sldMk cId="3842904580" sldId="323"/>
        </pc:sldMkLst>
        <pc:spChg chg="mod">
          <ac:chgData name="Marz Steffen" userId="82bc8d54-e274-4a74-a55f-4ca65ccebc5f" providerId="ADAL" clId="{4A952180-A4CC-456B-A8AD-17B770CDF94E}" dt="2025-05-08T17:02:07.876" v="1805" actId="790"/>
          <ac:spMkLst>
            <pc:docMk/>
            <pc:sldMk cId="3842904580" sldId="323"/>
            <ac:spMk id="2" creationId="{59E2510B-EC38-AEC2-F09A-C421C12FB233}"/>
          </ac:spMkLst>
        </pc:spChg>
        <pc:spChg chg="mod">
          <ac:chgData name="Marz Steffen" userId="82bc8d54-e274-4a74-a55f-4ca65ccebc5f" providerId="ADAL" clId="{4A952180-A4CC-456B-A8AD-17B770CDF94E}" dt="2025-05-08T17:02:07.876" v="1805" actId="790"/>
          <ac:spMkLst>
            <pc:docMk/>
            <pc:sldMk cId="3842904580" sldId="323"/>
            <ac:spMk id="4" creationId="{7422DAD4-D391-F6E2-61CC-603BA6507113}"/>
          </ac:spMkLst>
        </pc:spChg>
        <pc:spChg chg="mod">
          <ac:chgData name="Marz Steffen" userId="82bc8d54-e274-4a74-a55f-4ca65ccebc5f" providerId="ADAL" clId="{4A952180-A4CC-456B-A8AD-17B770CDF94E}" dt="2025-05-08T17:02:07.876" v="1805" actId="790"/>
          <ac:spMkLst>
            <pc:docMk/>
            <pc:sldMk cId="3842904580" sldId="323"/>
            <ac:spMk id="5" creationId="{5CF6E49E-D6DF-747B-CB6B-4C05B3CBE497}"/>
          </ac:spMkLst>
        </pc:spChg>
        <pc:spChg chg="mod">
          <ac:chgData name="Marz Steffen" userId="82bc8d54-e274-4a74-a55f-4ca65ccebc5f" providerId="ADAL" clId="{4A952180-A4CC-456B-A8AD-17B770CDF94E}" dt="2025-05-08T17:02:07.876" v="1805" actId="790"/>
          <ac:spMkLst>
            <pc:docMk/>
            <pc:sldMk cId="3842904580" sldId="323"/>
            <ac:spMk id="6" creationId="{45A6E682-E807-84B9-698E-0B7C33AAC7F7}"/>
          </ac:spMkLst>
        </pc:spChg>
        <pc:spChg chg="mod">
          <ac:chgData name="Marz Steffen" userId="82bc8d54-e274-4a74-a55f-4ca65ccebc5f" providerId="ADAL" clId="{4A952180-A4CC-456B-A8AD-17B770CDF94E}" dt="2025-05-08T17:02:07.876" v="1805" actId="790"/>
          <ac:spMkLst>
            <pc:docMk/>
            <pc:sldMk cId="3842904580" sldId="323"/>
            <ac:spMk id="8" creationId="{5B02A6BC-17D7-696D-8B67-8E6737DB4E6E}"/>
          </ac:spMkLst>
        </pc:spChg>
      </pc:sldChg>
      <pc:sldChg chg="addSp delSp modSp add mod modShow">
        <pc:chgData name="Marz Steffen" userId="82bc8d54-e274-4a74-a55f-4ca65ccebc5f" providerId="ADAL" clId="{4A952180-A4CC-456B-A8AD-17B770CDF94E}" dt="2025-05-23T20:24:08.016" v="2347" actId="729"/>
        <pc:sldMkLst>
          <pc:docMk/>
          <pc:sldMk cId="3007637679" sldId="324"/>
        </pc:sldMkLst>
        <pc:spChg chg="mod">
          <ac:chgData name="Marz Steffen" userId="82bc8d54-e274-4a74-a55f-4ca65ccebc5f" providerId="ADAL" clId="{4A952180-A4CC-456B-A8AD-17B770CDF94E}" dt="2025-05-08T17:02:07.876" v="1805" actId="790"/>
          <ac:spMkLst>
            <pc:docMk/>
            <pc:sldMk cId="3007637679" sldId="324"/>
            <ac:spMk id="2" creationId="{7A512C6C-3DE8-F2CB-3F4C-0D2F75B97012}"/>
          </ac:spMkLst>
        </pc:spChg>
        <pc:spChg chg="mod">
          <ac:chgData name="Marz Steffen" userId="82bc8d54-e274-4a74-a55f-4ca65ccebc5f" providerId="ADAL" clId="{4A952180-A4CC-456B-A8AD-17B770CDF94E}" dt="2025-05-08T17:02:07.876" v="1805" actId="790"/>
          <ac:spMkLst>
            <pc:docMk/>
            <pc:sldMk cId="3007637679" sldId="324"/>
            <ac:spMk id="4" creationId="{3661A823-523B-E81A-A2BF-E676406507FD}"/>
          </ac:spMkLst>
        </pc:spChg>
        <pc:spChg chg="mod">
          <ac:chgData name="Marz Steffen" userId="82bc8d54-e274-4a74-a55f-4ca65ccebc5f" providerId="ADAL" clId="{4A952180-A4CC-456B-A8AD-17B770CDF94E}" dt="2025-05-08T17:02:07.876" v="1805" actId="790"/>
          <ac:spMkLst>
            <pc:docMk/>
            <pc:sldMk cId="3007637679" sldId="324"/>
            <ac:spMk id="5" creationId="{FF1BFE35-EB03-EB23-EA74-43E739402EF5}"/>
          </ac:spMkLst>
        </pc:spChg>
        <pc:spChg chg="mod">
          <ac:chgData name="Marz Steffen" userId="82bc8d54-e274-4a74-a55f-4ca65ccebc5f" providerId="ADAL" clId="{4A952180-A4CC-456B-A8AD-17B770CDF94E}" dt="2025-05-08T17:02:07.876" v="1805" actId="790"/>
          <ac:spMkLst>
            <pc:docMk/>
            <pc:sldMk cId="3007637679" sldId="324"/>
            <ac:spMk id="6" creationId="{54CAF3FA-8157-9371-EC88-3CA560ABEFAE}"/>
          </ac:spMkLst>
        </pc:spChg>
        <pc:spChg chg="mod">
          <ac:chgData name="Marz Steffen" userId="82bc8d54-e274-4a74-a55f-4ca65ccebc5f" providerId="ADAL" clId="{4A952180-A4CC-456B-A8AD-17B770CDF94E}" dt="2025-05-08T17:02:07.876" v="1805" actId="790"/>
          <ac:spMkLst>
            <pc:docMk/>
            <pc:sldMk cId="3007637679" sldId="324"/>
            <ac:spMk id="7" creationId="{63D7A852-5F32-B8C0-E8F3-D17D86CE79A8}"/>
          </ac:spMkLst>
        </pc:spChg>
      </pc:sldChg>
      <pc:sldChg chg="addSp modSp add mod modShow">
        <pc:chgData name="Marz Steffen" userId="82bc8d54-e274-4a74-a55f-4ca65ccebc5f" providerId="ADAL" clId="{4A952180-A4CC-456B-A8AD-17B770CDF94E}" dt="2025-05-23T20:24:09.752" v="2348" actId="729"/>
        <pc:sldMkLst>
          <pc:docMk/>
          <pc:sldMk cId="4153353621" sldId="325"/>
        </pc:sldMkLst>
        <pc:spChg chg="mod">
          <ac:chgData name="Marz Steffen" userId="82bc8d54-e274-4a74-a55f-4ca65ccebc5f" providerId="ADAL" clId="{4A952180-A4CC-456B-A8AD-17B770CDF94E}" dt="2025-05-08T17:02:07.876" v="1805" actId="790"/>
          <ac:spMkLst>
            <pc:docMk/>
            <pc:sldMk cId="4153353621" sldId="325"/>
            <ac:spMk id="2" creationId="{2A5DBF85-8CBB-EB1A-B24D-7FAECD951E58}"/>
          </ac:spMkLst>
        </pc:spChg>
        <pc:spChg chg="mod">
          <ac:chgData name="Marz Steffen" userId="82bc8d54-e274-4a74-a55f-4ca65ccebc5f" providerId="ADAL" clId="{4A952180-A4CC-456B-A8AD-17B770CDF94E}" dt="2025-05-08T17:02:07.876" v="1805" actId="790"/>
          <ac:spMkLst>
            <pc:docMk/>
            <pc:sldMk cId="4153353621" sldId="325"/>
            <ac:spMk id="4" creationId="{A1FA7EEB-7CC9-4E73-438B-FF8E7D2E8AA4}"/>
          </ac:spMkLst>
        </pc:spChg>
        <pc:spChg chg="mod">
          <ac:chgData name="Marz Steffen" userId="82bc8d54-e274-4a74-a55f-4ca65ccebc5f" providerId="ADAL" clId="{4A952180-A4CC-456B-A8AD-17B770CDF94E}" dt="2025-05-08T17:02:07.876" v="1805" actId="790"/>
          <ac:spMkLst>
            <pc:docMk/>
            <pc:sldMk cId="4153353621" sldId="325"/>
            <ac:spMk id="5" creationId="{A213B7CE-C2BF-9737-AE4D-B2372FBDC747}"/>
          </ac:spMkLst>
        </pc:spChg>
        <pc:spChg chg="mod">
          <ac:chgData name="Marz Steffen" userId="82bc8d54-e274-4a74-a55f-4ca65ccebc5f" providerId="ADAL" clId="{4A952180-A4CC-456B-A8AD-17B770CDF94E}" dt="2025-05-08T17:02:07.876" v="1805" actId="790"/>
          <ac:spMkLst>
            <pc:docMk/>
            <pc:sldMk cId="4153353621" sldId="325"/>
            <ac:spMk id="6" creationId="{FF76D6CC-34DF-CA35-4B4A-5E42A78BE9CE}"/>
          </ac:spMkLst>
        </pc:spChg>
        <pc:spChg chg="mod">
          <ac:chgData name="Marz Steffen" userId="82bc8d54-e274-4a74-a55f-4ca65ccebc5f" providerId="ADAL" clId="{4A952180-A4CC-456B-A8AD-17B770CDF94E}" dt="2025-05-08T17:02:07.876" v="1805" actId="790"/>
          <ac:spMkLst>
            <pc:docMk/>
            <pc:sldMk cId="4153353621" sldId="325"/>
            <ac:spMk id="7" creationId="{1BE6229C-0C0C-E5FC-708B-0E9A157E8963}"/>
          </ac:spMkLst>
        </pc:spChg>
      </pc:sldChg>
      <pc:sldChg chg="addSp delSp modSp add mod modShow">
        <pc:chgData name="Marz Steffen" userId="82bc8d54-e274-4a74-a55f-4ca65ccebc5f" providerId="ADAL" clId="{4A952180-A4CC-456B-A8AD-17B770CDF94E}" dt="2025-05-23T20:24:10.928" v="2349" actId="729"/>
        <pc:sldMkLst>
          <pc:docMk/>
          <pc:sldMk cId="1612479923" sldId="326"/>
        </pc:sldMkLst>
        <pc:spChg chg="mod">
          <ac:chgData name="Marz Steffen" userId="82bc8d54-e274-4a74-a55f-4ca65ccebc5f" providerId="ADAL" clId="{4A952180-A4CC-456B-A8AD-17B770CDF94E}" dt="2025-05-08T17:02:07.876" v="1805" actId="790"/>
          <ac:spMkLst>
            <pc:docMk/>
            <pc:sldMk cId="1612479923" sldId="326"/>
            <ac:spMk id="2" creationId="{F5D72C69-5BE9-6243-B2A6-75AA80E81B58}"/>
          </ac:spMkLst>
        </pc:spChg>
        <pc:spChg chg="mod">
          <ac:chgData name="Marz Steffen" userId="82bc8d54-e274-4a74-a55f-4ca65ccebc5f" providerId="ADAL" clId="{4A952180-A4CC-456B-A8AD-17B770CDF94E}" dt="2025-05-08T17:02:07.876" v="1805" actId="790"/>
          <ac:spMkLst>
            <pc:docMk/>
            <pc:sldMk cId="1612479923" sldId="326"/>
            <ac:spMk id="4" creationId="{8A6F3B63-02D7-537C-94AC-8A7A3604637E}"/>
          </ac:spMkLst>
        </pc:spChg>
        <pc:spChg chg="mod">
          <ac:chgData name="Marz Steffen" userId="82bc8d54-e274-4a74-a55f-4ca65ccebc5f" providerId="ADAL" clId="{4A952180-A4CC-456B-A8AD-17B770CDF94E}" dt="2025-05-08T17:02:07.876" v="1805" actId="790"/>
          <ac:spMkLst>
            <pc:docMk/>
            <pc:sldMk cId="1612479923" sldId="326"/>
            <ac:spMk id="5" creationId="{332C1694-83F3-0B51-062D-55379BB8F5F4}"/>
          </ac:spMkLst>
        </pc:spChg>
        <pc:spChg chg="mod">
          <ac:chgData name="Marz Steffen" userId="82bc8d54-e274-4a74-a55f-4ca65ccebc5f" providerId="ADAL" clId="{4A952180-A4CC-456B-A8AD-17B770CDF94E}" dt="2025-05-08T17:02:07.876" v="1805" actId="790"/>
          <ac:spMkLst>
            <pc:docMk/>
            <pc:sldMk cId="1612479923" sldId="326"/>
            <ac:spMk id="6" creationId="{31971B34-58DC-AE1A-ACBA-B293209CF290}"/>
          </ac:spMkLst>
        </pc:spChg>
        <pc:spChg chg="mod">
          <ac:chgData name="Marz Steffen" userId="82bc8d54-e274-4a74-a55f-4ca65ccebc5f" providerId="ADAL" clId="{4A952180-A4CC-456B-A8AD-17B770CDF94E}" dt="2025-05-08T17:02:07.876" v="1805" actId="790"/>
          <ac:spMkLst>
            <pc:docMk/>
            <pc:sldMk cId="1612479923" sldId="326"/>
            <ac:spMk id="7" creationId="{4E3AEA0F-9169-E006-4FE7-003201DB428A}"/>
          </ac:spMkLst>
        </pc:spChg>
      </pc:sldChg>
      <pc:sldChg chg="addSp delSp modSp add mod modShow">
        <pc:chgData name="Marz Steffen" userId="82bc8d54-e274-4a74-a55f-4ca65ccebc5f" providerId="ADAL" clId="{4A952180-A4CC-456B-A8AD-17B770CDF94E}" dt="2025-05-23T20:24:12.287" v="2350" actId="729"/>
        <pc:sldMkLst>
          <pc:docMk/>
          <pc:sldMk cId="727177683" sldId="327"/>
        </pc:sldMkLst>
        <pc:spChg chg="mod">
          <ac:chgData name="Marz Steffen" userId="82bc8d54-e274-4a74-a55f-4ca65ccebc5f" providerId="ADAL" clId="{4A952180-A4CC-456B-A8AD-17B770CDF94E}" dt="2025-05-08T17:02:07.876" v="1805" actId="790"/>
          <ac:spMkLst>
            <pc:docMk/>
            <pc:sldMk cId="727177683" sldId="327"/>
            <ac:spMk id="2" creationId="{69273299-E76A-0141-99D6-B2C017108F52}"/>
          </ac:spMkLst>
        </pc:spChg>
        <pc:spChg chg="mod">
          <ac:chgData name="Marz Steffen" userId="82bc8d54-e274-4a74-a55f-4ca65ccebc5f" providerId="ADAL" clId="{4A952180-A4CC-456B-A8AD-17B770CDF94E}" dt="2025-05-08T17:02:07.876" v="1805" actId="790"/>
          <ac:spMkLst>
            <pc:docMk/>
            <pc:sldMk cId="727177683" sldId="327"/>
            <ac:spMk id="4" creationId="{6839F6F0-05E8-2DD8-E824-6B2D771E636E}"/>
          </ac:spMkLst>
        </pc:spChg>
        <pc:spChg chg="mod">
          <ac:chgData name="Marz Steffen" userId="82bc8d54-e274-4a74-a55f-4ca65ccebc5f" providerId="ADAL" clId="{4A952180-A4CC-456B-A8AD-17B770CDF94E}" dt="2025-05-08T17:02:07.876" v="1805" actId="790"/>
          <ac:spMkLst>
            <pc:docMk/>
            <pc:sldMk cId="727177683" sldId="327"/>
            <ac:spMk id="5" creationId="{0E6909CB-B619-B8E2-DD55-32C0B2549BAE}"/>
          </ac:spMkLst>
        </pc:spChg>
        <pc:spChg chg="mod">
          <ac:chgData name="Marz Steffen" userId="82bc8d54-e274-4a74-a55f-4ca65ccebc5f" providerId="ADAL" clId="{4A952180-A4CC-456B-A8AD-17B770CDF94E}" dt="2025-05-08T17:02:07.876" v="1805" actId="790"/>
          <ac:spMkLst>
            <pc:docMk/>
            <pc:sldMk cId="727177683" sldId="327"/>
            <ac:spMk id="6" creationId="{A905A1EA-CFC4-3AD4-4499-C6C6A2134272}"/>
          </ac:spMkLst>
        </pc:spChg>
        <pc:spChg chg="mod">
          <ac:chgData name="Marz Steffen" userId="82bc8d54-e274-4a74-a55f-4ca65ccebc5f" providerId="ADAL" clId="{4A952180-A4CC-456B-A8AD-17B770CDF94E}" dt="2025-05-08T17:02:07.876" v="1805" actId="790"/>
          <ac:spMkLst>
            <pc:docMk/>
            <pc:sldMk cId="727177683" sldId="327"/>
            <ac:spMk id="7" creationId="{13842D48-CB35-9840-60B3-806035657990}"/>
          </ac:spMkLst>
        </pc:spChg>
      </pc:sldChg>
      <pc:sldChg chg="modSp add mod modNotesTx">
        <pc:chgData name="Marz Steffen" userId="82bc8d54-e274-4a74-a55f-4ca65ccebc5f" providerId="ADAL" clId="{4A952180-A4CC-456B-A8AD-17B770CDF94E}" dt="2025-05-08T17:03:19.438" v="1810" actId="403"/>
        <pc:sldMkLst>
          <pc:docMk/>
          <pc:sldMk cId="681155821" sldId="328"/>
        </pc:sldMkLst>
        <pc:spChg chg="mod">
          <ac:chgData name="Marz Steffen" userId="82bc8d54-e274-4a74-a55f-4ca65ccebc5f" providerId="ADAL" clId="{4A952180-A4CC-456B-A8AD-17B770CDF94E}" dt="2025-05-08T17:02:07.876" v="1805" actId="790"/>
          <ac:spMkLst>
            <pc:docMk/>
            <pc:sldMk cId="681155821" sldId="328"/>
            <ac:spMk id="2" creationId="{17754877-81D4-BC11-F337-C7C834841490}"/>
          </ac:spMkLst>
        </pc:spChg>
        <pc:spChg chg="mod">
          <ac:chgData name="Marz Steffen" userId="82bc8d54-e274-4a74-a55f-4ca65ccebc5f" providerId="ADAL" clId="{4A952180-A4CC-456B-A8AD-17B770CDF94E}" dt="2025-05-08T17:02:07.876" v="1805" actId="790"/>
          <ac:spMkLst>
            <pc:docMk/>
            <pc:sldMk cId="681155821" sldId="328"/>
            <ac:spMk id="4" creationId="{7D999F18-0224-08E6-89D1-87CCF5A5BFEE}"/>
          </ac:spMkLst>
        </pc:spChg>
        <pc:spChg chg="mod">
          <ac:chgData name="Marz Steffen" userId="82bc8d54-e274-4a74-a55f-4ca65ccebc5f" providerId="ADAL" clId="{4A952180-A4CC-456B-A8AD-17B770CDF94E}" dt="2025-05-08T17:02:07.876" v="1805" actId="790"/>
          <ac:spMkLst>
            <pc:docMk/>
            <pc:sldMk cId="681155821" sldId="328"/>
            <ac:spMk id="5" creationId="{B5C8EE02-6D39-1107-0CDA-F323D31B3915}"/>
          </ac:spMkLst>
        </pc:spChg>
        <pc:spChg chg="mod">
          <ac:chgData name="Marz Steffen" userId="82bc8d54-e274-4a74-a55f-4ca65ccebc5f" providerId="ADAL" clId="{4A952180-A4CC-456B-A8AD-17B770CDF94E}" dt="2025-05-08T17:02:07.876" v="1805" actId="790"/>
          <ac:spMkLst>
            <pc:docMk/>
            <pc:sldMk cId="681155821" sldId="328"/>
            <ac:spMk id="6" creationId="{5D522407-8198-8603-7007-29027EE9447E}"/>
          </ac:spMkLst>
        </pc:spChg>
        <pc:spChg chg="mod">
          <ac:chgData name="Marz Steffen" userId="82bc8d54-e274-4a74-a55f-4ca65ccebc5f" providerId="ADAL" clId="{4A952180-A4CC-456B-A8AD-17B770CDF94E}" dt="2025-05-08T17:03:19.438" v="1810" actId="403"/>
          <ac:spMkLst>
            <pc:docMk/>
            <pc:sldMk cId="681155821" sldId="328"/>
            <ac:spMk id="8" creationId="{02BD0C60-7AFB-0959-338F-2A4C8D2D607C}"/>
          </ac:spMkLst>
        </pc:spChg>
      </pc:sldChg>
      <pc:sldChg chg="addSp delSp modSp new mod modShow">
        <pc:chgData name="Marz Steffen" userId="82bc8d54-e274-4a74-a55f-4ca65ccebc5f" providerId="ADAL" clId="{4A952180-A4CC-456B-A8AD-17B770CDF94E}" dt="2025-05-23T20:24:15.155" v="2351" actId="729"/>
        <pc:sldMkLst>
          <pc:docMk/>
          <pc:sldMk cId="1766495058" sldId="329"/>
        </pc:sldMkLst>
        <pc:spChg chg="mod">
          <ac:chgData name="Marz Steffen" userId="82bc8d54-e274-4a74-a55f-4ca65ccebc5f" providerId="ADAL" clId="{4A952180-A4CC-456B-A8AD-17B770CDF94E}" dt="2025-05-08T17:02:07.876" v="1805" actId="790"/>
          <ac:spMkLst>
            <pc:docMk/>
            <pc:sldMk cId="1766495058" sldId="329"/>
            <ac:spMk id="2" creationId="{47763ABD-7087-7EC8-A71A-25D0A5841E7F}"/>
          </ac:spMkLst>
        </pc:spChg>
        <pc:spChg chg="add del mod">
          <ac:chgData name="Marz Steffen" userId="82bc8d54-e274-4a74-a55f-4ca65ccebc5f" providerId="ADAL" clId="{4A952180-A4CC-456B-A8AD-17B770CDF94E}" dt="2025-05-08T17:02:07.876" v="1805" actId="790"/>
          <ac:spMkLst>
            <pc:docMk/>
            <pc:sldMk cId="1766495058" sldId="329"/>
            <ac:spMk id="3" creationId="{9790CC2D-0CC1-0EDB-D058-3893EA63DB9A}"/>
          </ac:spMkLst>
        </pc:spChg>
        <pc:spChg chg="mod">
          <ac:chgData name="Marz Steffen" userId="82bc8d54-e274-4a74-a55f-4ca65ccebc5f" providerId="ADAL" clId="{4A952180-A4CC-456B-A8AD-17B770CDF94E}" dt="2025-05-08T17:02:07.876" v="1805" actId="790"/>
          <ac:spMkLst>
            <pc:docMk/>
            <pc:sldMk cId="1766495058" sldId="329"/>
            <ac:spMk id="4" creationId="{312F9D81-347F-6338-5BB1-E49BD5AFACB7}"/>
          </ac:spMkLst>
        </pc:spChg>
        <pc:spChg chg="mod">
          <ac:chgData name="Marz Steffen" userId="82bc8d54-e274-4a74-a55f-4ca65ccebc5f" providerId="ADAL" clId="{4A952180-A4CC-456B-A8AD-17B770CDF94E}" dt="2025-05-08T17:02:07.876" v="1805" actId="790"/>
          <ac:spMkLst>
            <pc:docMk/>
            <pc:sldMk cId="1766495058" sldId="329"/>
            <ac:spMk id="5" creationId="{BA0085D8-BA51-E75A-02DF-FA2DE2D8145B}"/>
          </ac:spMkLst>
        </pc:spChg>
        <pc:spChg chg="mod">
          <ac:chgData name="Marz Steffen" userId="82bc8d54-e274-4a74-a55f-4ca65ccebc5f" providerId="ADAL" clId="{4A952180-A4CC-456B-A8AD-17B770CDF94E}" dt="2025-05-08T17:02:07.876" v="1805" actId="790"/>
          <ac:spMkLst>
            <pc:docMk/>
            <pc:sldMk cId="1766495058" sldId="329"/>
            <ac:spMk id="6" creationId="{04BE1367-9D94-DDC2-3792-BD982DABDB1B}"/>
          </ac:spMkLst>
        </pc:spChg>
      </pc:sldChg>
      <pc:sldChg chg="addSp delSp modSp add mod modShow">
        <pc:chgData name="Marz Steffen" userId="82bc8d54-e274-4a74-a55f-4ca65ccebc5f" providerId="ADAL" clId="{4A952180-A4CC-456B-A8AD-17B770CDF94E}" dt="2025-05-23T20:24:17.758" v="2352" actId="729"/>
        <pc:sldMkLst>
          <pc:docMk/>
          <pc:sldMk cId="3623620715" sldId="330"/>
        </pc:sldMkLst>
        <pc:spChg chg="mod">
          <ac:chgData name="Marz Steffen" userId="82bc8d54-e274-4a74-a55f-4ca65ccebc5f" providerId="ADAL" clId="{4A952180-A4CC-456B-A8AD-17B770CDF94E}" dt="2025-05-08T17:02:07.876" v="1805" actId="790"/>
          <ac:spMkLst>
            <pc:docMk/>
            <pc:sldMk cId="3623620715" sldId="330"/>
            <ac:spMk id="2" creationId="{33F01831-5781-04F1-5A34-9A7257A93E13}"/>
          </ac:spMkLst>
        </pc:spChg>
        <pc:spChg chg="mod">
          <ac:chgData name="Marz Steffen" userId="82bc8d54-e274-4a74-a55f-4ca65ccebc5f" providerId="ADAL" clId="{4A952180-A4CC-456B-A8AD-17B770CDF94E}" dt="2025-05-08T17:02:07.876" v="1805" actId="790"/>
          <ac:spMkLst>
            <pc:docMk/>
            <pc:sldMk cId="3623620715" sldId="330"/>
            <ac:spMk id="3" creationId="{963BCDA5-A7BD-4F89-6C35-A828E3146E53}"/>
          </ac:spMkLst>
        </pc:spChg>
        <pc:spChg chg="mod">
          <ac:chgData name="Marz Steffen" userId="82bc8d54-e274-4a74-a55f-4ca65ccebc5f" providerId="ADAL" clId="{4A952180-A4CC-456B-A8AD-17B770CDF94E}" dt="2025-05-08T17:02:07.876" v="1805" actId="790"/>
          <ac:spMkLst>
            <pc:docMk/>
            <pc:sldMk cId="3623620715" sldId="330"/>
            <ac:spMk id="4" creationId="{7FE7188E-FEF6-14BF-9257-B5D1A3403705}"/>
          </ac:spMkLst>
        </pc:spChg>
        <pc:spChg chg="mod">
          <ac:chgData name="Marz Steffen" userId="82bc8d54-e274-4a74-a55f-4ca65ccebc5f" providerId="ADAL" clId="{4A952180-A4CC-456B-A8AD-17B770CDF94E}" dt="2025-05-08T17:02:07.876" v="1805" actId="790"/>
          <ac:spMkLst>
            <pc:docMk/>
            <pc:sldMk cId="3623620715" sldId="330"/>
            <ac:spMk id="5" creationId="{AFED0DB1-5197-00F0-DCED-4D6855D8C3AD}"/>
          </ac:spMkLst>
        </pc:spChg>
        <pc:spChg chg="mod">
          <ac:chgData name="Marz Steffen" userId="82bc8d54-e274-4a74-a55f-4ca65ccebc5f" providerId="ADAL" clId="{4A952180-A4CC-456B-A8AD-17B770CDF94E}" dt="2025-05-08T17:02:07.876" v="1805" actId="790"/>
          <ac:spMkLst>
            <pc:docMk/>
            <pc:sldMk cId="3623620715" sldId="330"/>
            <ac:spMk id="6" creationId="{5C758ADA-7FD4-690B-1A88-8C4DF25B839E}"/>
          </ac:spMkLst>
        </pc:spChg>
      </pc:sldChg>
      <pc:sldChg chg="addSp delSp modSp add mod modShow">
        <pc:chgData name="Marz Steffen" userId="82bc8d54-e274-4a74-a55f-4ca65ccebc5f" providerId="ADAL" clId="{4A952180-A4CC-456B-A8AD-17B770CDF94E}" dt="2025-05-23T20:24:18.914" v="2353" actId="729"/>
        <pc:sldMkLst>
          <pc:docMk/>
          <pc:sldMk cId="901823023" sldId="331"/>
        </pc:sldMkLst>
        <pc:spChg chg="mod">
          <ac:chgData name="Marz Steffen" userId="82bc8d54-e274-4a74-a55f-4ca65ccebc5f" providerId="ADAL" clId="{4A952180-A4CC-456B-A8AD-17B770CDF94E}" dt="2025-05-08T17:02:07.876" v="1805" actId="790"/>
          <ac:spMkLst>
            <pc:docMk/>
            <pc:sldMk cId="901823023" sldId="331"/>
            <ac:spMk id="2" creationId="{03A3DB7D-12D8-EBB1-1F5E-BE7F371A9463}"/>
          </ac:spMkLst>
        </pc:spChg>
        <pc:spChg chg="mod">
          <ac:chgData name="Marz Steffen" userId="82bc8d54-e274-4a74-a55f-4ca65ccebc5f" providerId="ADAL" clId="{4A952180-A4CC-456B-A8AD-17B770CDF94E}" dt="2025-05-08T17:02:07.876" v="1805" actId="790"/>
          <ac:spMkLst>
            <pc:docMk/>
            <pc:sldMk cId="901823023" sldId="331"/>
            <ac:spMk id="3" creationId="{77370511-8EAA-0098-9D24-A8890B2EB10A}"/>
          </ac:spMkLst>
        </pc:spChg>
        <pc:spChg chg="mod">
          <ac:chgData name="Marz Steffen" userId="82bc8d54-e274-4a74-a55f-4ca65ccebc5f" providerId="ADAL" clId="{4A952180-A4CC-456B-A8AD-17B770CDF94E}" dt="2025-05-08T17:02:07.876" v="1805" actId="790"/>
          <ac:spMkLst>
            <pc:docMk/>
            <pc:sldMk cId="901823023" sldId="331"/>
            <ac:spMk id="4" creationId="{2750D529-CD21-310A-4F12-3BFC0D7FF058}"/>
          </ac:spMkLst>
        </pc:spChg>
        <pc:spChg chg="mod">
          <ac:chgData name="Marz Steffen" userId="82bc8d54-e274-4a74-a55f-4ca65ccebc5f" providerId="ADAL" clId="{4A952180-A4CC-456B-A8AD-17B770CDF94E}" dt="2025-05-08T17:02:07.876" v="1805" actId="790"/>
          <ac:spMkLst>
            <pc:docMk/>
            <pc:sldMk cId="901823023" sldId="331"/>
            <ac:spMk id="5" creationId="{00BB7645-5011-7F57-B1B5-08A51C81CFDD}"/>
          </ac:spMkLst>
        </pc:spChg>
        <pc:spChg chg="mod">
          <ac:chgData name="Marz Steffen" userId="82bc8d54-e274-4a74-a55f-4ca65ccebc5f" providerId="ADAL" clId="{4A952180-A4CC-456B-A8AD-17B770CDF94E}" dt="2025-05-08T17:02:07.876" v="1805" actId="790"/>
          <ac:spMkLst>
            <pc:docMk/>
            <pc:sldMk cId="901823023" sldId="331"/>
            <ac:spMk id="6" creationId="{0A0BAB3A-8BBF-0196-CC12-4690FEB25A68}"/>
          </ac:spMkLst>
        </pc:spChg>
      </pc:sldChg>
      <pc:sldChg chg="addSp delSp modSp add mod modShow">
        <pc:chgData name="Marz Steffen" userId="82bc8d54-e274-4a74-a55f-4ca65ccebc5f" providerId="ADAL" clId="{4A952180-A4CC-456B-A8AD-17B770CDF94E}" dt="2025-05-23T20:24:20.966" v="2354" actId="729"/>
        <pc:sldMkLst>
          <pc:docMk/>
          <pc:sldMk cId="430916744" sldId="332"/>
        </pc:sldMkLst>
        <pc:spChg chg="mod">
          <ac:chgData name="Marz Steffen" userId="82bc8d54-e274-4a74-a55f-4ca65ccebc5f" providerId="ADAL" clId="{4A952180-A4CC-456B-A8AD-17B770CDF94E}" dt="2025-05-08T17:02:07.876" v="1805" actId="790"/>
          <ac:spMkLst>
            <pc:docMk/>
            <pc:sldMk cId="430916744" sldId="332"/>
            <ac:spMk id="2" creationId="{F1369A69-DDA0-1D19-C769-BA37BA482BF5}"/>
          </ac:spMkLst>
        </pc:spChg>
        <pc:spChg chg="mod">
          <ac:chgData name="Marz Steffen" userId="82bc8d54-e274-4a74-a55f-4ca65ccebc5f" providerId="ADAL" clId="{4A952180-A4CC-456B-A8AD-17B770CDF94E}" dt="2025-05-08T17:02:07.876" v="1805" actId="790"/>
          <ac:spMkLst>
            <pc:docMk/>
            <pc:sldMk cId="430916744" sldId="332"/>
            <ac:spMk id="3" creationId="{DD2F10D9-CB2E-5FA9-0773-8DE3B63F174B}"/>
          </ac:spMkLst>
        </pc:spChg>
        <pc:spChg chg="mod">
          <ac:chgData name="Marz Steffen" userId="82bc8d54-e274-4a74-a55f-4ca65ccebc5f" providerId="ADAL" clId="{4A952180-A4CC-456B-A8AD-17B770CDF94E}" dt="2025-05-08T17:02:07.876" v="1805" actId="790"/>
          <ac:spMkLst>
            <pc:docMk/>
            <pc:sldMk cId="430916744" sldId="332"/>
            <ac:spMk id="4" creationId="{06A72B9F-B7B6-7535-446C-2ABFF09B126B}"/>
          </ac:spMkLst>
        </pc:spChg>
        <pc:spChg chg="mod">
          <ac:chgData name="Marz Steffen" userId="82bc8d54-e274-4a74-a55f-4ca65ccebc5f" providerId="ADAL" clId="{4A952180-A4CC-456B-A8AD-17B770CDF94E}" dt="2025-05-08T17:02:07.876" v="1805" actId="790"/>
          <ac:spMkLst>
            <pc:docMk/>
            <pc:sldMk cId="430916744" sldId="332"/>
            <ac:spMk id="5" creationId="{1F4E4BF9-E540-9230-708F-2589EA4D4FD2}"/>
          </ac:spMkLst>
        </pc:spChg>
        <pc:spChg chg="mod">
          <ac:chgData name="Marz Steffen" userId="82bc8d54-e274-4a74-a55f-4ca65ccebc5f" providerId="ADAL" clId="{4A952180-A4CC-456B-A8AD-17B770CDF94E}" dt="2025-05-08T17:02:07.876" v="1805" actId="790"/>
          <ac:spMkLst>
            <pc:docMk/>
            <pc:sldMk cId="430916744" sldId="332"/>
            <ac:spMk id="6" creationId="{3D47C8B3-CAEC-9EA7-5028-2C494182879A}"/>
          </ac:spMkLst>
        </pc:spChg>
      </pc:sldChg>
      <pc:sldChg chg="addSp delSp modSp add mod ord modShow">
        <pc:chgData name="Marz Steffen" userId="82bc8d54-e274-4a74-a55f-4ca65ccebc5f" providerId="ADAL" clId="{4A952180-A4CC-456B-A8AD-17B770CDF94E}" dt="2025-05-23T20:24:23.045" v="2355" actId="729"/>
        <pc:sldMkLst>
          <pc:docMk/>
          <pc:sldMk cId="3584938300" sldId="333"/>
        </pc:sldMkLst>
        <pc:spChg chg="mod">
          <ac:chgData name="Marz Steffen" userId="82bc8d54-e274-4a74-a55f-4ca65ccebc5f" providerId="ADAL" clId="{4A952180-A4CC-456B-A8AD-17B770CDF94E}" dt="2025-05-08T17:02:07.876" v="1805" actId="790"/>
          <ac:spMkLst>
            <pc:docMk/>
            <pc:sldMk cId="3584938300" sldId="333"/>
            <ac:spMk id="2" creationId="{C9EE22CF-7654-60E3-F972-25AA6418D775}"/>
          </ac:spMkLst>
        </pc:spChg>
        <pc:spChg chg="mod">
          <ac:chgData name="Marz Steffen" userId="82bc8d54-e274-4a74-a55f-4ca65ccebc5f" providerId="ADAL" clId="{4A952180-A4CC-456B-A8AD-17B770CDF94E}" dt="2025-05-08T17:02:07.876" v="1805" actId="790"/>
          <ac:spMkLst>
            <pc:docMk/>
            <pc:sldMk cId="3584938300" sldId="333"/>
            <ac:spMk id="3" creationId="{6149C23E-0873-A788-844A-3B65FFBE5F4E}"/>
          </ac:spMkLst>
        </pc:spChg>
        <pc:spChg chg="mod">
          <ac:chgData name="Marz Steffen" userId="82bc8d54-e274-4a74-a55f-4ca65ccebc5f" providerId="ADAL" clId="{4A952180-A4CC-456B-A8AD-17B770CDF94E}" dt="2025-05-08T17:02:07.876" v="1805" actId="790"/>
          <ac:spMkLst>
            <pc:docMk/>
            <pc:sldMk cId="3584938300" sldId="333"/>
            <ac:spMk id="4" creationId="{28EABD22-F65E-F864-878B-D5EBC30D4995}"/>
          </ac:spMkLst>
        </pc:spChg>
        <pc:spChg chg="mod">
          <ac:chgData name="Marz Steffen" userId="82bc8d54-e274-4a74-a55f-4ca65ccebc5f" providerId="ADAL" clId="{4A952180-A4CC-456B-A8AD-17B770CDF94E}" dt="2025-05-08T17:02:07.876" v="1805" actId="790"/>
          <ac:spMkLst>
            <pc:docMk/>
            <pc:sldMk cId="3584938300" sldId="333"/>
            <ac:spMk id="5" creationId="{4032F691-6A68-E715-B950-8B3270343A8C}"/>
          </ac:spMkLst>
        </pc:spChg>
        <pc:spChg chg="mod">
          <ac:chgData name="Marz Steffen" userId="82bc8d54-e274-4a74-a55f-4ca65ccebc5f" providerId="ADAL" clId="{4A952180-A4CC-456B-A8AD-17B770CDF94E}" dt="2025-05-08T17:02:07.876" v="1805" actId="790"/>
          <ac:spMkLst>
            <pc:docMk/>
            <pc:sldMk cId="3584938300" sldId="333"/>
            <ac:spMk id="6" creationId="{913256A2-529B-F684-A88A-ECA188867B5A}"/>
          </ac:spMkLst>
        </pc:spChg>
      </pc:sldChg>
      <pc:sldChg chg="modSp new del mod modShow">
        <pc:chgData name="Marz Steffen" userId="82bc8d54-e274-4a74-a55f-4ca65ccebc5f" providerId="ADAL" clId="{4A952180-A4CC-456B-A8AD-17B770CDF94E}" dt="2025-05-23T20:25:47.087" v="2356" actId="47"/>
        <pc:sldMkLst>
          <pc:docMk/>
          <pc:sldMk cId="1421094918" sldId="334"/>
        </pc:sldMkLst>
      </pc:sldChg>
      <pc:sldChg chg="modSp new mod modNotesTx">
        <pc:chgData name="Marz Steffen" userId="82bc8d54-e274-4a74-a55f-4ca65ccebc5f" providerId="ADAL" clId="{4A952180-A4CC-456B-A8AD-17B770CDF94E}" dt="2025-05-08T17:21:01.069" v="2268" actId="20577"/>
        <pc:sldMkLst>
          <pc:docMk/>
          <pc:sldMk cId="1291394778" sldId="335"/>
        </pc:sldMkLst>
        <pc:spChg chg="mod">
          <ac:chgData name="Marz Steffen" userId="82bc8d54-e274-4a74-a55f-4ca65ccebc5f" providerId="ADAL" clId="{4A952180-A4CC-456B-A8AD-17B770CDF94E}" dt="2025-05-08T17:12:46.917" v="1939" actId="1076"/>
          <ac:spMkLst>
            <pc:docMk/>
            <pc:sldMk cId="1291394778" sldId="335"/>
            <ac:spMk id="2" creationId="{8541D39A-D85E-29DD-58B0-CA3FC7C7F48B}"/>
          </ac:spMkLst>
        </pc:spChg>
        <pc:spChg chg="mod">
          <ac:chgData name="Marz Steffen" userId="82bc8d54-e274-4a74-a55f-4ca65ccebc5f" providerId="ADAL" clId="{4A952180-A4CC-456B-A8AD-17B770CDF94E}" dt="2025-05-08T17:20:00.144" v="2251" actId="27636"/>
          <ac:spMkLst>
            <pc:docMk/>
            <pc:sldMk cId="1291394778" sldId="335"/>
            <ac:spMk id="3" creationId="{D2B9D042-A0CB-F10D-397F-F5E59F75BAB1}"/>
          </ac:spMkLst>
        </pc:spChg>
      </pc:sldChg>
      <pc:sldChg chg="addSp delSp modSp new mod">
        <pc:chgData name="Marz Steffen" userId="82bc8d54-e274-4a74-a55f-4ca65ccebc5f" providerId="ADAL" clId="{4A952180-A4CC-456B-A8AD-17B770CDF94E}" dt="2025-05-23T20:32:07.363" v="2450" actId="478"/>
        <pc:sldMkLst>
          <pc:docMk/>
          <pc:sldMk cId="928379996" sldId="336"/>
        </pc:sldMkLst>
        <pc:spChg chg="del">
          <ac:chgData name="Marz Steffen" userId="82bc8d54-e274-4a74-a55f-4ca65ccebc5f" providerId="ADAL" clId="{4A952180-A4CC-456B-A8AD-17B770CDF94E}" dt="2025-05-23T20:31:58.655" v="2445" actId="478"/>
          <ac:spMkLst>
            <pc:docMk/>
            <pc:sldMk cId="928379996" sldId="336"/>
            <ac:spMk id="2" creationId="{B9FD03E4-F49F-9658-62AF-7FE2801A92B5}"/>
          </ac:spMkLst>
        </pc:spChg>
        <pc:spChg chg="del">
          <ac:chgData name="Marz Steffen" userId="82bc8d54-e274-4a74-a55f-4ca65ccebc5f" providerId="ADAL" clId="{4A952180-A4CC-456B-A8AD-17B770CDF94E}" dt="2025-05-23T20:31:57.810" v="2444" actId="478"/>
          <ac:spMkLst>
            <pc:docMk/>
            <pc:sldMk cId="928379996" sldId="336"/>
            <ac:spMk id="3" creationId="{545D9BC6-B841-A3F1-451C-4EC1967611C0}"/>
          </ac:spMkLst>
        </pc:spChg>
        <pc:picChg chg="add del mod">
          <ac:chgData name="Marz Steffen" userId="82bc8d54-e274-4a74-a55f-4ca65ccebc5f" providerId="ADAL" clId="{4A952180-A4CC-456B-A8AD-17B770CDF94E}" dt="2025-05-23T20:32:07.363" v="2450" actId="478"/>
          <ac:picMkLst>
            <pc:docMk/>
            <pc:sldMk cId="928379996" sldId="336"/>
            <ac:picMk id="8" creationId="{F4A54803-7B74-2E2D-7129-38A9AC7E87F3}"/>
          </ac:picMkLst>
        </pc:picChg>
      </pc:sldChg>
    </pc:docChg>
  </pc:docChgLst>
  <pc:docChgLst>
    <pc:chgData name="Taupe Alexander" userId="39b69bc6-38f7-484a-be12-cc28e25da89d" providerId="ADAL" clId="{833A896E-E7D6-4076-B512-0E6F25E92AFA}"/>
    <pc:docChg chg="undo custSel addSld delSld modSld sldOrd">
      <pc:chgData name="Taupe Alexander" userId="39b69bc6-38f7-484a-be12-cc28e25da89d" providerId="ADAL" clId="{833A896E-E7D6-4076-B512-0E6F25E92AFA}" dt="2025-05-08T14:32:51.699" v="543" actId="108"/>
      <pc:docMkLst>
        <pc:docMk/>
      </pc:docMkLst>
      <pc:sldChg chg="addSp delSp modSp mod">
        <pc:chgData name="Taupe Alexander" userId="39b69bc6-38f7-484a-be12-cc28e25da89d" providerId="ADAL" clId="{833A896E-E7D6-4076-B512-0E6F25E92AFA}" dt="2025-05-08T12:14:50.515" v="69"/>
        <pc:sldMkLst>
          <pc:docMk/>
          <pc:sldMk cId="3137632187" sldId="258"/>
        </pc:sldMkLst>
        <pc:spChg chg="mod">
          <ac:chgData name="Taupe Alexander" userId="39b69bc6-38f7-484a-be12-cc28e25da89d" providerId="ADAL" clId="{833A896E-E7D6-4076-B512-0E6F25E92AFA}" dt="2025-05-08T12:12:04.289" v="49" actId="20577"/>
          <ac:spMkLst>
            <pc:docMk/>
            <pc:sldMk cId="3137632187" sldId="258"/>
            <ac:spMk id="2" creationId="{0E278D65-3ABB-BC79-757F-836EDAE4341C}"/>
          </ac:spMkLst>
        </pc:spChg>
        <pc:spChg chg="add mod">
          <ac:chgData name="Taupe Alexander" userId="39b69bc6-38f7-484a-be12-cc28e25da89d" providerId="ADAL" clId="{833A896E-E7D6-4076-B512-0E6F25E92AFA}" dt="2025-05-08T12:14:50.515" v="69"/>
          <ac:spMkLst>
            <pc:docMk/>
            <pc:sldMk cId="3137632187" sldId="258"/>
            <ac:spMk id="7" creationId="{EADED362-F020-F494-7B46-82842F9515D6}"/>
          </ac:spMkLst>
        </pc:spChg>
      </pc:sldChg>
      <pc:sldChg chg="modSp mod">
        <pc:chgData name="Taupe Alexander" userId="39b69bc6-38f7-484a-be12-cc28e25da89d" providerId="ADAL" clId="{833A896E-E7D6-4076-B512-0E6F25E92AFA}" dt="2025-05-08T13:28:46.046" v="103" actId="20577"/>
        <pc:sldMkLst>
          <pc:docMk/>
          <pc:sldMk cId="1422621403" sldId="260"/>
        </pc:sldMkLst>
        <pc:spChg chg="mod">
          <ac:chgData name="Taupe Alexander" userId="39b69bc6-38f7-484a-be12-cc28e25da89d" providerId="ADAL" clId="{833A896E-E7D6-4076-B512-0E6F25E92AFA}" dt="2025-05-08T13:28:27.648" v="101"/>
          <ac:spMkLst>
            <pc:docMk/>
            <pc:sldMk cId="1422621403" sldId="260"/>
            <ac:spMk id="2" creationId="{758641A5-D50F-BF17-BE53-9735239F7AFD}"/>
          </ac:spMkLst>
        </pc:spChg>
        <pc:spChg chg="mod">
          <ac:chgData name="Taupe Alexander" userId="39b69bc6-38f7-484a-be12-cc28e25da89d" providerId="ADAL" clId="{833A896E-E7D6-4076-B512-0E6F25E92AFA}" dt="2025-05-08T13:28:46.046" v="103" actId="20577"/>
          <ac:spMkLst>
            <pc:docMk/>
            <pc:sldMk cId="1422621403" sldId="260"/>
            <ac:spMk id="3" creationId="{298952D8-3FDA-04FF-803B-8D2EF9B9B137}"/>
          </ac:spMkLst>
        </pc:spChg>
      </pc:sldChg>
      <pc:sldChg chg="modSp mod">
        <pc:chgData name="Taupe Alexander" userId="39b69bc6-38f7-484a-be12-cc28e25da89d" providerId="ADAL" clId="{833A896E-E7D6-4076-B512-0E6F25E92AFA}" dt="2025-05-08T13:48:01.177" v="409" actId="6549"/>
        <pc:sldMkLst>
          <pc:docMk/>
          <pc:sldMk cId="1033814948" sldId="262"/>
        </pc:sldMkLst>
        <pc:spChg chg="mod">
          <ac:chgData name="Taupe Alexander" userId="39b69bc6-38f7-484a-be12-cc28e25da89d" providerId="ADAL" clId="{833A896E-E7D6-4076-B512-0E6F25E92AFA}" dt="2025-05-08T13:48:01.177" v="409" actId="6549"/>
          <ac:spMkLst>
            <pc:docMk/>
            <pc:sldMk cId="1033814948" sldId="262"/>
            <ac:spMk id="9" creationId="{C76DA83C-0B72-F9FC-AAEE-00AA0FCE14DC}"/>
          </ac:spMkLst>
        </pc:spChg>
      </pc:sldChg>
      <pc:sldChg chg="modSp add mod ord">
        <pc:chgData name="Taupe Alexander" userId="39b69bc6-38f7-484a-be12-cc28e25da89d" providerId="ADAL" clId="{833A896E-E7D6-4076-B512-0E6F25E92AFA}" dt="2025-05-08T12:09:17.104" v="18" actId="20577"/>
        <pc:sldMkLst>
          <pc:docMk/>
          <pc:sldMk cId="3331441022" sldId="265"/>
        </pc:sldMkLst>
        <pc:spChg chg="mod">
          <ac:chgData name="Taupe Alexander" userId="39b69bc6-38f7-484a-be12-cc28e25da89d" providerId="ADAL" clId="{833A896E-E7D6-4076-B512-0E6F25E92AFA}" dt="2025-05-08T12:09:17.104" v="18" actId="20577"/>
          <ac:spMkLst>
            <pc:docMk/>
            <pc:sldMk cId="3331441022" sldId="265"/>
            <ac:spMk id="7" creationId="{E4FD791A-D5F5-1D4B-B66C-120D7892107F}"/>
          </ac:spMkLst>
        </pc:spChg>
      </pc:sldChg>
      <pc:sldChg chg="modSp add mod">
        <pc:chgData name="Taupe Alexander" userId="39b69bc6-38f7-484a-be12-cc28e25da89d" providerId="ADAL" clId="{833A896E-E7D6-4076-B512-0E6F25E92AFA}" dt="2025-05-08T12:18:20.542" v="84" actId="1076"/>
        <pc:sldMkLst>
          <pc:docMk/>
          <pc:sldMk cId="3767460714" sldId="266"/>
        </pc:sldMkLst>
        <pc:spChg chg="mod">
          <ac:chgData name="Taupe Alexander" userId="39b69bc6-38f7-484a-be12-cc28e25da89d" providerId="ADAL" clId="{833A896E-E7D6-4076-B512-0E6F25E92AFA}" dt="2025-05-08T12:15:28.476" v="71"/>
          <ac:spMkLst>
            <pc:docMk/>
            <pc:sldMk cId="3767460714" sldId="266"/>
            <ac:spMk id="2" creationId="{1423D9BB-5D52-265E-C0E4-DC75C3222F62}"/>
          </ac:spMkLst>
        </pc:spChg>
        <pc:spChg chg="mod">
          <ac:chgData name="Taupe Alexander" userId="39b69bc6-38f7-484a-be12-cc28e25da89d" providerId="ADAL" clId="{833A896E-E7D6-4076-B512-0E6F25E92AFA}" dt="2025-05-08T12:18:20.542" v="84" actId="1076"/>
          <ac:spMkLst>
            <pc:docMk/>
            <pc:sldMk cId="3767460714" sldId="266"/>
            <ac:spMk id="7" creationId="{372D0A92-D398-3732-6FDD-E208B047822E}"/>
          </ac:spMkLst>
        </pc:spChg>
      </pc:sldChg>
      <pc:sldChg chg="modSp add mod">
        <pc:chgData name="Taupe Alexander" userId="39b69bc6-38f7-484a-be12-cc28e25da89d" providerId="ADAL" clId="{833A896E-E7D6-4076-B512-0E6F25E92AFA}" dt="2025-05-08T12:21:45.630" v="97" actId="1076"/>
        <pc:sldMkLst>
          <pc:docMk/>
          <pc:sldMk cId="1984123130" sldId="268"/>
        </pc:sldMkLst>
        <pc:spChg chg="mod">
          <ac:chgData name="Taupe Alexander" userId="39b69bc6-38f7-484a-be12-cc28e25da89d" providerId="ADAL" clId="{833A896E-E7D6-4076-B512-0E6F25E92AFA}" dt="2025-05-08T12:21:45.630" v="97" actId="1076"/>
          <ac:spMkLst>
            <pc:docMk/>
            <pc:sldMk cId="1984123130" sldId="268"/>
            <ac:spMk id="7" creationId="{0379E28F-E883-B14F-71E0-AA32094DF507}"/>
          </ac:spMkLst>
        </pc:spChg>
      </pc:sldChg>
      <pc:sldChg chg="modSp add mod">
        <pc:chgData name="Taupe Alexander" userId="39b69bc6-38f7-484a-be12-cc28e25da89d" providerId="ADAL" clId="{833A896E-E7D6-4076-B512-0E6F25E92AFA}" dt="2025-05-08T12:24:13.477" v="100"/>
        <pc:sldMkLst>
          <pc:docMk/>
          <pc:sldMk cId="1518505498" sldId="269"/>
        </pc:sldMkLst>
        <pc:spChg chg="mod">
          <ac:chgData name="Taupe Alexander" userId="39b69bc6-38f7-484a-be12-cc28e25da89d" providerId="ADAL" clId="{833A896E-E7D6-4076-B512-0E6F25E92AFA}" dt="2025-05-08T12:23:48.767" v="99"/>
          <ac:spMkLst>
            <pc:docMk/>
            <pc:sldMk cId="1518505498" sldId="269"/>
            <ac:spMk id="2" creationId="{7C893243-0AC4-EA5D-6A8E-53792AF3E4AF}"/>
          </ac:spMkLst>
        </pc:spChg>
        <pc:spChg chg="mod">
          <ac:chgData name="Taupe Alexander" userId="39b69bc6-38f7-484a-be12-cc28e25da89d" providerId="ADAL" clId="{833A896E-E7D6-4076-B512-0E6F25E92AFA}" dt="2025-05-08T12:24:13.477" v="100"/>
          <ac:spMkLst>
            <pc:docMk/>
            <pc:sldMk cId="1518505498" sldId="269"/>
            <ac:spMk id="7" creationId="{F295FB01-7CFF-4FF2-23B4-76AF9440060E}"/>
          </ac:spMkLst>
        </pc:spChg>
      </pc:sldChg>
      <pc:sldChg chg="modSp mod">
        <pc:chgData name="Taupe Alexander" userId="39b69bc6-38f7-484a-be12-cc28e25da89d" providerId="ADAL" clId="{833A896E-E7D6-4076-B512-0E6F25E92AFA}" dt="2025-05-08T14:16:15.670" v="413" actId="255"/>
        <pc:sldMkLst>
          <pc:docMk/>
          <pc:sldMk cId="2125101166" sldId="270"/>
        </pc:sldMkLst>
        <pc:spChg chg="mod">
          <ac:chgData name="Taupe Alexander" userId="39b69bc6-38f7-484a-be12-cc28e25da89d" providerId="ADAL" clId="{833A896E-E7D6-4076-B512-0E6F25E92AFA}" dt="2025-05-08T14:16:15.670" v="413" actId="255"/>
          <ac:spMkLst>
            <pc:docMk/>
            <pc:sldMk cId="2125101166" sldId="270"/>
            <ac:spMk id="20" creationId="{2B7CBC4E-6EBD-B702-2024-C5B7E6C0D939}"/>
          </ac:spMkLst>
        </pc:spChg>
      </pc:sldChg>
      <pc:sldChg chg="modSp add mod">
        <pc:chgData name="Taupe Alexander" userId="39b69bc6-38f7-484a-be12-cc28e25da89d" providerId="ADAL" clId="{833A896E-E7D6-4076-B512-0E6F25E92AFA}" dt="2025-05-08T13:29:10.510" v="107" actId="20577"/>
        <pc:sldMkLst>
          <pc:docMk/>
          <pc:sldMk cId="3946546588" sldId="275"/>
        </pc:sldMkLst>
        <pc:spChg chg="mod">
          <ac:chgData name="Taupe Alexander" userId="39b69bc6-38f7-484a-be12-cc28e25da89d" providerId="ADAL" clId="{833A896E-E7D6-4076-B512-0E6F25E92AFA}" dt="2025-05-08T13:29:10.510" v="107" actId="20577"/>
          <ac:spMkLst>
            <pc:docMk/>
            <pc:sldMk cId="3946546588" sldId="275"/>
            <ac:spMk id="3" creationId="{D2D0C38A-F5D8-E623-74B7-91F2D1979B71}"/>
          </ac:spMkLst>
        </pc:spChg>
      </pc:sldChg>
      <pc:sldChg chg="modSp add mod">
        <pc:chgData name="Taupe Alexander" userId="39b69bc6-38f7-484a-be12-cc28e25da89d" providerId="ADAL" clId="{833A896E-E7D6-4076-B512-0E6F25E92AFA}" dt="2025-05-08T13:29:56.740" v="109" actId="20577"/>
        <pc:sldMkLst>
          <pc:docMk/>
          <pc:sldMk cId="1577886270" sldId="276"/>
        </pc:sldMkLst>
        <pc:spChg chg="mod">
          <ac:chgData name="Taupe Alexander" userId="39b69bc6-38f7-484a-be12-cc28e25da89d" providerId="ADAL" clId="{833A896E-E7D6-4076-B512-0E6F25E92AFA}" dt="2025-05-08T13:29:56.740" v="109" actId="20577"/>
          <ac:spMkLst>
            <pc:docMk/>
            <pc:sldMk cId="1577886270" sldId="276"/>
            <ac:spMk id="3" creationId="{C347F9B3-0678-B75A-1B2C-27A30F7A514F}"/>
          </ac:spMkLst>
        </pc:spChg>
      </pc:sldChg>
      <pc:sldChg chg="modSp add mod ord">
        <pc:chgData name="Taupe Alexander" userId="39b69bc6-38f7-484a-be12-cc28e25da89d" providerId="ADAL" clId="{833A896E-E7D6-4076-B512-0E6F25E92AFA}" dt="2025-05-08T13:36:30.647" v="324" actId="20577"/>
        <pc:sldMkLst>
          <pc:docMk/>
          <pc:sldMk cId="2133592746" sldId="277"/>
        </pc:sldMkLst>
        <pc:spChg chg="mod">
          <ac:chgData name="Taupe Alexander" userId="39b69bc6-38f7-484a-be12-cc28e25da89d" providerId="ADAL" clId="{833A896E-E7D6-4076-B512-0E6F25E92AFA}" dt="2025-05-08T13:36:30.647" v="324" actId="20577"/>
          <ac:spMkLst>
            <pc:docMk/>
            <pc:sldMk cId="2133592746" sldId="277"/>
            <ac:spMk id="7" creationId="{6A8BBC3E-6422-A692-324F-5717A78B64B8}"/>
          </ac:spMkLst>
        </pc:spChg>
      </pc:sldChg>
      <pc:sldChg chg="addSp delSp modSp add del mod ord">
        <pc:chgData name="Taupe Alexander" userId="39b69bc6-38f7-484a-be12-cc28e25da89d" providerId="ADAL" clId="{833A896E-E7D6-4076-B512-0E6F25E92AFA}" dt="2025-05-08T13:34:55.813" v="245" actId="2696"/>
        <pc:sldMkLst>
          <pc:docMk/>
          <pc:sldMk cId="3857622906" sldId="277"/>
        </pc:sldMkLst>
      </pc:sldChg>
      <pc:sldChg chg="modSp add mod ord">
        <pc:chgData name="Taupe Alexander" userId="39b69bc6-38f7-484a-be12-cc28e25da89d" providerId="ADAL" clId="{833A896E-E7D6-4076-B512-0E6F25E92AFA}" dt="2025-05-08T14:20:17.316" v="417" actId="113"/>
        <pc:sldMkLst>
          <pc:docMk/>
          <pc:sldMk cId="2459947133" sldId="278"/>
        </pc:sldMkLst>
        <pc:spChg chg="mod">
          <ac:chgData name="Taupe Alexander" userId="39b69bc6-38f7-484a-be12-cc28e25da89d" providerId="ADAL" clId="{833A896E-E7D6-4076-B512-0E6F25E92AFA}" dt="2025-05-08T14:12:38.701" v="412"/>
          <ac:spMkLst>
            <pc:docMk/>
            <pc:sldMk cId="2459947133" sldId="278"/>
            <ac:spMk id="2" creationId="{8B976B67-6F10-3C90-CA4D-7F71F196EC1A}"/>
          </ac:spMkLst>
        </pc:spChg>
        <pc:spChg chg="mod">
          <ac:chgData name="Taupe Alexander" userId="39b69bc6-38f7-484a-be12-cc28e25da89d" providerId="ADAL" clId="{833A896E-E7D6-4076-B512-0E6F25E92AFA}" dt="2025-05-08T14:20:17.316" v="417" actId="113"/>
          <ac:spMkLst>
            <pc:docMk/>
            <pc:sldMk cId="2459947133" sldId="278"/>
            <ac:spMk id="3" creationId="{FCC3A245-DE12-1C62-9DD9-D3CF0D992774}"/>
          </ac:spMkLst>
        </pc:spChg>
      </pc:sldChg>
      <pc:sldChg chg="modSp add mod">
        <pc:chgData name="Taupe Alexander" userId="39b69bc6-38f7-484a-be12-cc28e25da89d" providerId="ADAL" clId="{833A896E-E7D6-4076-B512-0E6F25E92AFA}" dt="2025-05-08T13:37:30.486" v="337" actId="20577"/>
        <pc:sldMkLst>
          <pc:docMk/>
          <pc:sldMk cId="472370415" sldId="279"/>
        </pc:sldMkLst>
        <pc:spChg chg="mod">
          <ac:chgData name="Taupe Alexander" userId="39b69bc6-38f7-484a-be12-cc28e25da89d" providerId="ADAL" clId="{833A896E-E7D6-4076-B512-0E6F25E92AFA}" dt="2025-05-08T13:37:30.486" v="337" actId="20577"/>
          <ac:spMkLst>
            <pc:docMk/>
            <pc:sldMk cId="472370415" sldId="279"/>
            <ac:spMk id="2" creationId="{A7ACFE70-B8AC-A366-B603-C0F1C19C4E0F}"/>
          </ac:spMkLst>
        </pc:spChg>
        <pc:spChg chg="mod">
          <ac:chgData name="Taupe Alexander" userId="39b69bc6-38f7-484a-be12-cc28e25da89d" providerId="ADAL" clId="{833A896E-E7D6-4076-B512-0E6F25E92AFA}" dt="2025-05-08T13:37:24.175" v="332" actId="20577"/>
          <ac:spMkLst>
            <pc:docMk/>
            <pc:sldMk cId="472370415" sldId="279"/>
            <ac:spMk id="3" creationId="{63445967-877D-B12A-D493-2956863DDD2B}"/>
          </ac:spMkLst>
        </pc:spChg>
      </pc:sldChg>
      <pc:sldChg chg="modSp add mod">
        <pc:chgData name="Taupe Alexander" userId="39b69bc6-38f7-484a-be12-cc28e25da89d" providerId="ADAL" clId="{833A896E-E7D6-4076-B512-0E6F25E92AFA}" dt="2025-05-08T13:41:57.752" v="345" actId="27636"/>
        <pc:sldMkLst>
          <pc:docMk/>
          <pc:sldMk cId="270357519" sldId="282"/>
        </pc:sldMkLst>
        <pc:spChg chg="mod">
          <ac:chgData name="Taupe Alexander" userId="39b69bc6-38f7-484a-be12-cc28e25da89d" providerId="ADAL" clId="{833A896E-E7D6-4076-B512-0E6F25E92AFA}" dt="2025-05-08T13:41:57.752" v="345" actId="27636"/>
          <ac:spMkLst>
            <pc:docMk/>
            <pc:sldMk cId="270357519" sldId="282"/>
            <ac:spMk id="3" creationId="{DC7125AD-F809-8DFD-76FE-0634C62E9A3A}"/>
          </ac:spMkLst>
        </pc:spChg>
      </pc:sldChg>
      <pc:sldChg chg="modSp add mod ord">
        <pc:chgData name="Taupe Alexander" userId="39b69bc6-38f7-484a-be12-cc28e25da89d" providerId="ADAL" clId="{833A896E-E7D6-4076-B512-0E6F25E92AFA}" dt="2025-05-08T13:42:35.607" v="352"/>
        <pc:sldMkLst>
          <pc:docMk/>
          <pc:sldMk cId="1877835477" sldId="283"/>
        </pc:sldMkLst>
        <pc:spChg chg="mod">
          <ac:chgData name="Taupe Alexander" userId="39b69bc6-38f7-484a-be12-cc28e25da89d" providerId="ADAL" clId="{833A896E-E7D6-4076-B512-0E6F25E92AFA}" dt="2025-05-08T13:42:35.607" v="352"/>
          <ac:spMkLst>
            <pc:docMk/>
            <pc:sldMk cId="1877835477" sldId="283"/>
            <ac:spMk id="3" creationId="{94DC03BB-9692-0975-CF85-7EF0CD25E200}"/>
          </ac:spMkLst>
        </pc:spChg>
      </pc:sldChg>
      <pc:sldChg chg="modSp add mod ord">
        <pc:chgData name="Taupe Alexander" userId="39b69bc6-38f7-484a-be12-cc28e25da89d" providerId="ADAL" clId="{833A896E-E7D6-4076-B512-0E6F25E92AFA}" dt="2025-05-08T13:42:57.128" v="354"/>
        <pc:sldMkLst>
          <pc:docMk/>
          <pc:sldMk cId="1077060146" sldId="284"/>
        </pc:sldMkLst>
        <pc:spChg chg="mod">
          <ac:chgData name="Taupe Alexander" userId="39b69bc6-38f7-484a-be12-cc28e25da89d" providerId="ADAL" clId="{833A896E-E7D6-4076-B512-0E6F25E92AFA}" dt="2025-05-08T13:42:57.128" v="354"/>
          <ac:spMkLst>
            <pc:docMk/>
            <pc:sldMk cId="1077060146" sldId="284"/>
            <ac:spMk id="3" creationId="{9E63A6DD-ED4C-204F-74A1-12B77D83F4DD}"/>
          </ac:spMkLst>
        </pc:spChg>
      </pc:sldChg>
      <pc:sldChg chg="modSp add mod">
        <pc:chgData name="Taupe Alexander" userId="39b69bc6-38f7-484a-be12-cc28e25da89d" providerId="ADAL" clId="{833A896E-E7D6-4076-B512-0E6F25E92AFA}" dt="2025-05-08T13:44:19.788" v="373" actId="12"/>
        <pc:sldMkLst>
          <pc:docMk/>
          <pc:sldMk cId="489265952" sldId="285"/>
        </pc:sldMkLst>
        <pc:spChg chg="mod">
          <ac:chgData name="Taupe Alexander" userId="39b69bc6-38f7-484a-be12-cc28e25da89d" providerId="ADAL" clId="{833A896E-E7D6-4076-B512-0E6F25E92AFA}" dt="2025-05-08T13:44:19.788" v="373" actId="12"/>
          <ac:spMkLst>
            <pc:docMk/>
            <pc:sldMk cId="489265952" sldId="285"/>
            <ac:spMk id="3" creationId="{72D80684-EEEF-B488-2E1E-5BBDE8D10F0C}"/>
          </ac:spMkLst>
        </pc:spChg>
      </pc:sldChg>
      <pc:sldChg chg="modSp add mod replId">
        <pc:chgData name="Taupe Alexander" userId="39b69bc6-38f7-484a-be12-cc28e25da89d" providerId="ADAL" clId="{833A896E-E7D6-4076-B512-0E6F25E92AFA}" dt="2025-05-08T13:44:40.965" v="380" actId="12"/>
        <pc:sldMkLst>
          <pc:docMk/>
          <pc:sldMk cId="1891034527" sldId="286"/>
        </pc:sldMkLst>
        <pc:spChg chg="mod">
          <ac:chgData name="Taupe Alexander" userId="39b69bc6-38f7-484a-be12-cc28e25da89d" providerId="ADAL" clId="{833A896E-E7D6-4076-B512-0E6F25E92AFA}" dt="2025-05-08T13:44:40.965" v="380" actId="12"/>
          <ac:spMkLst>
            <pc:docMk/>
            <pc:sldMk cId="1891034527" sldId="286"/>
            <ac:spMk id="3" creationId="{32C5FFF3-2998-BCEF-8749-6F378918CDF8}"/>
          </ac:spMkLst>
        </pc:spChg>
      </pc:sldChg>
      <pc:sldChg chg="addSp delSp modSp add mod">
        <pc:chgData name="Taupe Alexander" userId="39b69bc6-38f7-484a-be12-cc28e25da89d" providerId="ADAL" clId="{833A896E-E7D6-4076-B512-0E6F25E92AFA}" dt="2025-05-08T13:47:25.709" v="407" actId="14100"/>
        <pc:sldMkLst>
          <pc:docMk/>
          <pc:sldMk cId="827982529" sldId="287"/>
        </pc:sldMkLst>
        <pc:graphicFrameChg chg="add mod modGraphic">
          <ac:chgData name="Taupe Alexander" userId="39b69bc6-38f7-484a-be12-cc28e25da89d" providerId="ADAL" clId="{833A896E-E7D6-4076-B512-0E6F25E92AFA}" dt="2025-05-08T13:47:25.709" v="407" actId="14100"/>
          <ac:graphicFrameMkLst>
            <pc:docMk/>
            <pc:sldMk cId="827982529" sldId="287"/>
            <ac:graphicFrameMk id="7" creationId="{7419A6F3-2811-4EEA-3E69-30241427E35A}"/>
          </ac:graphicFrameMkLst>
        </pc:graphicFrameChg>
      </pc:sldChg>
      <pc:sldChg chg="addSp delSp modSp add mod">
        <pc:chgData name="Taupe Alexander" userId="39b69bc6-38f7-484a-be12-cc28e25da89d" providerId="ADAL" clId="{833A896E-E7D6-4076-B512-0E6F25E92AFA}" dt="2025-05-08T13:47:00.924" v="406" actId="14100"/>
        <pc:sldMkLst>
          <pc:docMk/>
          <pc:sldMk cId="3171458036" sldId="288"/>
        </pc:sldMkLst>
        <pc:spChg chg="mod">
          <ac:chgData name="Taupe Alexander" userId="39b69bc6-38f7-484a-be12-cc28e25da89d" providerId="ADAL" clId="{833A896E-E7D6-4076-B512-0E6F25E92AFA}" dt="2025-05-08T13:46:36.737" v="400" actId="20577"/>
          <ac:spMkLst>
            <pc:docMk/>
            <pc:sldMk cId="3171458036" sldId="288"/>
            <ac:spMk id="2" creationId="{816CA283-155A-0AED-82EA-7B46803E8FF4}"/>
          </ac:spMkLst>
        </pc:spChg>
        <pc:spChg chg="add mod">
          <ac:chgData name="Taupe Alexander" userId="39b69bc6-38f7-484a-be12-cc28e25da89d" providerId="ADAL" clId="{833A896E-E7D6-4076-B512-0E6F25E92AFA}" dt="2025-05-08T13:47:00.924" v="406" actId="14100"/>
          <ac:spMkLst>
            <pc:docMk/>
            <pc:sldMk cId="3171458036" sldId="288"/>
            <ac:spMk id="8" creationId="{75D8DA99-958D-B5E6-657A-44E6B60CB308}"/>
          </ac:spMkLst>
        </pc:spChg>
      </pc:sldChg>
      <pc:sldChg chg="add">
        <pc:chgData name="Taupe Alexander" userId="39b69bc6-38f7-484a-be12-cc28e25da89d" providerId="ADAL" clId="{833A896E-E7D6-4076-B512-0E6F25E92AFA}" dt="2025-05-08T14:10:57.308" v="410" actId="2890"/>
        <pc:sldMkLst>
          <pc:docMk/>
          <pc:sldMk cId="4116312214" sldId="304"/>
        </pc:sldMkLst>
      </pc:sldChg>
      <pc:sldChg chg="modSp add mod">
        <pc:chgData name="Taupe Alexander" userId="39b69bc6-38f7-484a-be12-cc28e25da89d" providerId="ADAL" clId="{833A896E-E7D6-4076-B512-0E6F25E92AFA}" dt="2025-05-08T14:21:33.171" v="439" actId="12"/>
        <pc:sldMkLst>
          <pc:docMk/>
          <pc:sldMk cId="2777678582" sldId="308"/>
        </pc:sldMkLst>
        <pc:spChg chg="mod">
          <ac:chgData name="Taupe Alexander" userId="39b69bc6-38f7-484a-be12-cc28e25da89d" providerId="ADAL" clId="{833A896E-E7D6-4076-B512-0E6F25E92AFA}" dt="2025-05-08T14:21:33.171" v="439" actId="12"/>
          <ac:spMkLst>
            <pc:docMk/>
            <pc:sldMk cId="2777678582" sldId="308"/>
            <ac:spMk id="3" creationId="{C1CFFD83-6C65-CC3D-442E-E9B16A49BEFC}"/>
          </ac:spMkLst>
        </pc:spChg>
      </pc:sldChg>
      <pc:sldChg chg="modSp add mod">
        <pc:chgData name="Taupe Alexander" userId="39b69bc6-38f7-484a-be12-cc28e25da89d" providerId="ADAL" clId="{833A896E-E7D6-4076-B512-0E6F25E92AFA}" dt="2025-05-08T14:22:50.033" v="449" actId="12"/>
        <pc:sldMkLst>
          <pc:docMk/>
          <pc:sldMk cId="3726670774" sldId="309"/>
        </pc:sldMkLst>
        <pc:spChg chg="mod">
          <ac:chgData name="Taupe Alexander" userId="39b69bc6-38f7-484a-be12-cc28e25da89d" providerId="ADAL" clId="{833A896E-E7D6-4076-B512-0E6F25E92AFA}" dt="2025-05-08T14:22:50.033" v="449" actId="12"/>
          <ac:spMkLst>
            <pc:docMk/>
            <pc:sldMk cId="3726670774" sldId="309"/>
            <ac:spMk id="3" creationId="{B93FF98F-C492-10FD-1490-8508069EB37D}"/>
          </ac:spMkLst>
        </pc:spChg>
      </pc:sldChg>
      <pc:sldChg chg="modSp add mod">
        <pc:chgData name="Taupe Alexander" userId="39b69bc6-38f7-484a-be12-cc28e25da89d" providerId="ADAL" clId="{833A896E-E7D6-4076-B512-0E6F25E92AFA}" dt="2025-05-08T14:23:51.439" v="458" actId="12"/>
        <pc:sldMkLst>
          <pc:docMk/>
          <pc:sldMk cId="2128505170" sldId="310"/>
        </pc:sldMkLst>
        <pc:spChg chg="mod">
          <ac:chgData name="Taupe Alexander" userId="39b69bc6-38f7-484a-be12-cc28e25da89d" providerId="ADAL" clId="{833A896E-E7D6-4076-B512-0E6F25E92AFA}" dt="2025-05-08T14:23:51.439" v="458" actId="12"/>
          <ac:spMkLst>
            <pc:docMk/>
            <pc:sldMk cId="2128505170" sldId="310"/>
            <ac:spMk id="3" creationId="{899EEAB2-0B0E-4AE0-DFB0-F7BE50322D36}"/>
          </ac:spMkLst>
        </pc:spChg>
      </pc:sldChg>
      <pc:sldChg chg="modSp add mod">
        <pc:chgData name="Taupe Alexander" userId="39b69bc6-38f7-484a-be12-cc28e25da89d" providerId="ADAL" clId="{833A896E-E7D6-4076-B512-0E6F25E92AFA}" dt="2025-05-08T14:25:57.018" v="470" actId="113"/>
        <pc:sldMkLst>
          <pc:docMk/>
          <pc:sldMk cId="967709956" sldId="311"/>
        </pc:sldMkLst>
        <pc:spChg chg="mod">
          <ac:chgData name="Taupe Alexander" userId="39b69bc6-38f7-484a-be12-cc28e25da89d" providerId="ADAL" clId="{833A896E-E7D6-4076-B512-0E6F25E92AFA}" dt="2025-05-08T14:25:57.018" v="470" actId="113"/>
          <ac:spMkLst>
            <pc:docMk/>
            <pc:sldMk cId="967709956" sldId="311"/>
            <ac:spMk id="3" creationId="{CFACD595-7543-AF3D-6997-227587F5ED19}"/>
          </ac:spMkLst>
        </pc:spChg>
      </pc:sldChg>
      <pc:sldChg chg="modSp add mod">
        <pc:chgData name="Taupe Alexander" userId="39b69bc6-38f7-484a-be12-cc28e25da89d" providerId="ADAL" clId="{833A896E-E7D6-4076-B512-0E6F25E92AFA}" dt="2025-05-08T14:26:46.860" v="479" actId="12"/>
        <pc:sldMkLst>
          <pc:docMk/>
          <pc:sldMk cId="1367890824" sldId="313"/>
        </pc:sldMkLst>
        <pc:spChg chg="mod">
          <ac:chgData name="Taupe Alexander" userId="39b69bc6-38f7-484a-be12-cc28e25da89d" providerId="ADAL" clId="{833A896E-E7D6-4076-B512-0E6F25E92AFA}" dt="2025-05-08T14:26:46.860" v="479" actId="12"/>
          <ac:spMkLst>
            <pc:docMk/>
            <pc:sldMk cId="1367890824" sldId="313"/>
            <ac:spMk id="3" creationId="{5519F84B-69A1-B96A-BBEA-B038670E4CD6}"/>
          </ac:spMkLst>
        </pc:spChg>
      </pc:sldChg>
      <pc:sldChg chg="modSp add mod">
        <pc:chgData name="Taupe Alexander" userId="39b69bc6-38f7-484a-be12-cc28e25da89d" providerId="ADAL" clId="{833A896E-E7D6-4076-B512-0E6F25E92AFA}" dt="2025-05-08T14:27:37.761" v="488" actId="12"/>
        <pc:sldMkLst>
          <pc:docMk/>
          <pc:sldMk cId="2539255424" sldId="314"/>
        </pc:sldMkLst>
        <pc:spChg chg="mod">
          <ac:chgData name="Taupe Alexander" userId="39b69bc6-38f7-484a-be12-cc28e25da89d" providerId="ADAL" clId="{833A896E-E7D6-4076-B512-0E6F25E92AFA}" dt="2025-05-08T14:27:37.761" v="488" actId="12"/>
          <ac:spMkLst>
            <pc:docMk/>
            <pc:sldMk cId="2539255424" sldId="314"/>
            <ac:spMk id="3" creationId="{411CB500-E9D5-78AD-AE72-ADA7CBC1E9C9}"/>
          </ac:spMkLst>
        </pc:spChg>
      </pc:sldChg>
      <pc:sldChg chg="addSp delSp modSp add mod">
        <pc:chgData name="Taupe Alexander" userId="39b69bc6-38f7-484a-be12-cc28e25da89d" providerId="ADAL" clId="{833A896E-E7D6-4076-B512-0E6F25E92AFA}" dt="2025-05-08T14:28:36.994" v="494" actId="113"/>
        <pc:sldMkLst>
          <pc:docMk/>
          <pc:sldMk cId="3922521269" sldId="316"/>
        </pc:sldMkLst>
        <pc:spChg chg="mod">
          <ac:chgData name="Taupe Alexander" userId="39b69bc6-38f7-484a-be12-cc28e25da89d" providerId="ADAL" clId="{833A896E-E7D6-4076-B512-0E6F25E92AFA}" dt="2025-05-08T14:28:13.366" v="491" actId="20577"/>
          <ac:spMkLst>
            <pc:docMk/>
            <pc:sldMk cId="3922521269" sldId="316"/>
            <ac:spMk id="2" creationId="{424390FE-5A67-4F85-B540-7AFAF2022DC4}"/>
          </ac:spMkLst>
        </pc:spChg>
        <pc:graphicFrameChg chg="add mod modGraphic">
          <ac:chgData name="Taupe Alexander" userId="39b69bc6-38f7-484a-be12-cc28e25da89d" providerId="ADAL" clId="{833A896E-E7D6-4076-B512-0E6F25E92AFA}" dt="2025-05-08T14:28:36.994" v="494" actId="113"/>
          <ac:graphicFrameMkLst>
            <pc:docMk/>
            <pc:sldMk cId="3922521269" sldId="316"/>
            <ac:graphicFrameMk id="7" creationId="{DDBBAF0F-2DDC-F3AB-6BF9-D383B2D3D5F5}"/>
          </ac:graphicFrameMkLst>
        </pc:graphicFrameChg>
      </pc:sldChg>
      <pc:sldChg chg="addSp delSp modSp add mod ord">
        <pc:chgData name="Taupe Alexander" userId="39b69bc6-38f7-484a-be12-cc28e25da89d" providerId="ADAL" clId="{833A896E-E7D6-4076-B512-0E6F25E92AFA}" dt="2025-05-08T14:31:16.915" v="523" actId="20577"/>
        <pc:sldMkLst>
          <pc:docMk/>
          <pc:sldMk cId="1911869399" sldId="317"/>
        </pc:sldMkLst>
        <pc:spChg chg="mod">
          <ac:chgData name="Taupe Alexander" userId="39b69bc6-38f7-484a-be12-cc28e25da89d" providerId="ADAL" clId="{833A896E-E7D6-4076-B512-0E6F25E92AFA}" dt="2025-05-08T14:29:32.409" v="498"/>
          <ac:spMkLst>
            <pc:docMk/>
            <pc:sldMk cId="1911869399" sldId="317"/>
            <ac:spMk id="2" creationId="{92B09524-C47E-43C8-9E1D-2CC25603CE1B}"/>
          </ac:spMkLst>
        </pc:spChg>
        <pc:spChg chg="add mod">
          <ac:chgData name="Taupe Alexander" userId="39b69bc6-38f7-484a-be12-cc28e25da89d" providerId="ADAL" clId="{833A896E-E7D6-4076-B512-0E6F25E92AFA}" dt="2025-05-08T14:31:16.915" v="523" actId="20577"/>
          <ac:spMkLst>
            <pc:docMk/>
            <pc:sldMk cId="1911869399" sldId="317"/>
            <ac:spMk id="10" creationId="{6CB4947C-8222-CA8D-FB7B-E964347F2190}"/>
          </ac:spMkLst>
        </pc:spChg>
      </pc:sldChg>
      <pc:sldChg chg="addSp delSp modSp add mod">
        <pc:chgData name="Taupe Alexander" userId="39b69bc6-38f7-484a-be12-cc28e25da89d" providerId="ADAL" clId="{833A896E-E7D6-4076-B512-0E6F25E92AFA}" dt="2025-05-08T14:32:51.699" v="543" actId="108"/>
        <pc:sldMkLst>
          <pc:docMk/>
          <pc:sldMk cId="2614491506" sldId="318"/>
        </pc:sldMkLst>
        <pc:spChg chg="mod">
          <ac:chgData name="Taupe Alexander" userId="39b69bc6-38f7-484a-be12-cc28e25da89d" providerId="ADAL" clId="{833A896E-E7D6-4076-B512-0E6F25E92AFA}" dt="2025-05-08T14:31:53.688" v="528" actId="27636"/>
          <ac:spMkLst>
            <pc:docMk/>
            <pc:sldMk cId="2614491506" sldId="318"/>
            <ac:spMk id="2" creationId="{E30049FA-4BDD-932C-4E50-CBDD5F2F44A9}"/>
          </ac:spMkLst>
        </pc:spChg>
        <pc:spChg chg="add mod">
          <ac:chgData name="Taupe Alexander" userId="39b69bc6-38f7-484a-be12-cc28e25da89d" providerId="ADAL" clId="{833A896E-E7D6-4076-B512-0E6F25E92AFA}" dt="2025-05-08T14:32:51.699" v="543" actId="108"/>
          <ac:spMkLst>
            <pc:docMk/>
            <pc:sldMk cId="2614491506" sldId="318"/>
            <ac:spMk id="7" creationId="{7D1C419D-E64E-B561-9B39-2C9793CF1FA2}"/>
          </ac:spMkLst>
        </pc:spChg>
      </pc:sldChg>
    </pc:docChg>
  </pc:docChgLst>
  <pc:docChgLst>
    <pc:chgData name="Briegler Christian" userId="S::christian.briegler@edu.fh-joanneum.at::f0e28576-849a-45bf-93a6-1604a9a9b0d7" providerId="AD" clId="Web-{6AF1DA53-5365-98E6-CF20-3F4E76568C58}"/>
    <pc:docChg chg="modSld">
      <pc:chgData name="Briegler Christian" userId="S::christian.briegler@edu.fh-joanneum.at::f0e28576-849a-45bf-93a6-1604a9a9b0d7" providerId="AD" clId="Web-{6AF1DA53-5365-98E6-CF20-3F4E76568C58}" dt="2025-05-08T17:27:56.848" v="184" actId="1076"/>
      <pc:docMkLst>
        <pc:docMk/>
      </pc:docMkLst>
      <pc:sldChg chg="addSp modSp">
        <pc:chgData name="Briegler Christian" userId="S::christian.briegler@edu.fh-joanneum.at::f0e28576-849a-45bf-93a6-1604a9a9b0d7" providerId="AD" clId="Web-{6AF1DA53-5365-98E6-CF20-3F4E76568C58}" dt="2025-05-08T17:27:56.848" v="184" actId="1076"/>
        <pc:sldMkLst>
          <pc:docMk/>
          <pc:sldMk cId="2125101166" sldId="270"/>
        </pc:sldMkLst>
        <pc:spChg chg="add mod">
          <ac:chgData name="Briegler Christian" userId="S::christian.briegler@edu.fh-joanneum.at::f0e28576-849a-45bf-93a6-1604a9a9b0d7" providerId="AD" clId="Web-{6AF1DA53-5365-98E6-CF20-3F4E76568C58}" dt="2025-05-08T17:27:45.520" v="179" actId="1076"/>
          <ac:spMkLst>
            <pc:docMk/>
            <pc:sldMk cId="2125101166" sldId="270"/>
            <ac:spMk id="2" creationId="{4F6DF527-425D-9EFE-04AB-1DDE917E9E41}"/>
          </ac:spMkLst>
        </pc:spChg>
        <pc:spChg chg="mod">
          <ac:chgData name="Briegler Christian" userId="S::christian.briegler@edu.fh-joanneum.at::f0e28576-849a-45bf-93a6-1604a9a9b0d7" providerId="AD" clId="Web-{6AF1DA53-5365-98E6-CF20-3F4E76568C58}" dt="2025-05-08T17:27:32.675" v="172" actId="1076"/>
          <ac:spMkLst>
            <pc:docMk/>
            <pc:sldMk cId="2125101166" sldId="270"/>
            <ac:spMk id="5" creationId="{50798127-C1EC-86D5-E51F-DCF976082BD3}"/>
          </ac:spMkLst>
        </pc:spChg>
        <pc:spChg chg="mod">
          <ac:chgData name="Briegler Christian" userId="S::christian.briegler@edu.fh-joanneum.at::f0e28576-849a-45bf-93a6-1604a9a9b0d7" providerId="AD" clId="Web-{6AF1DA53-5365-98E6-CF20-3F4E76568C58}" dt="2025-05-08T17:27:56.801" v="181" actId="1076"/>
          <ac:spMkLst>
            <pc:docMk/>
            <pc:sldMk cId="2125101166" sldId="270"/>
            <ac:spMk id="14" creationId="{A2FD5E0E-6085-9B67-CE0C-D627764FC4E3}"/>
          </ac:spMkLst>
        </pc:spChg>
        <pc:spChg chg="mod">
          <ac:chgData name="Briegler Christian" userId="S::christian.briegler@edu.fh-joanneum.at::f0e28576-849a-45bf-93a6-1604a9a9b0d7" providerId="AD" clId="Web-{6AF1DA53-5365-98E6-CF20-3F4E76568C58}" dt="2025-05-08T17:27:56.819" v="182" actId="1076"/>
          <ac:spMkLst>
            <pc:docMk/>
            <pc:sldMk cId="2125101166" sldId="270"/>
            <ac:spMk id="15" creationId="{F08350A8-9F22-9718-D206-696C06539961}"/>
          </ac:spMkLst>
        </pc:spChg>
        <pc:spChg chg="mod">
          <ac:chgData name="Briegler Christian" userId="S::christian.briegler@edu.fh-joanneum.at::f0e28576-849a-45bf-93a6-1604a9a9b0d7" providerId="AD" clId="Web-{6AF1DA53-5365-98E6-CF20-3F4E76568C58}" dt="2025-05-08T17:27:56.833" v="183" actId="1076"/>
          <ac:spMkLst>
            <pc:docMk/>
            <pc:sldMk cId="2125101166" sldId="270"/>
            <ac:spMk id="19" creationId="{101C5691-F126-F331-E975-6016022B506F}"/>
          </ac:spMkLst>
        </pc:spChg>
        <pc:spChg chg="mod">
          <ac:chgData name="Briegler Christian" userId="S::christian.briegler@edu.fh-joanneum.at::f0e28576-849a-45bf-93a6-1604a9a9b0d7" providerId="AD" clId="Web-{6AF1DA53-5365-98E6-CF20-3F4E76568C58}" dt="2025-05-08T17:27:56.848" v="184" actId="1076"/>
          <ac:spMkLst>
            <pc:docMk/>
            <pc:sldMk cId="2125101166" sldId="270"/>
            <ac:spMk id="20" creationId="{2B7CBC4E-6EBD-B702-2024-C5B7E6C0D939}"/>
          </ac:spMkLst>
        </pc:spChg>
        <pc:picChg chg="mod">
          <ac:chgData name="Briegler Christian" userId="S::christian.briegler@edu.fh-joanneum.at::f0e28576-849a-45bf-93a6-1604a9a9b0d7" providerId="AD" clId="Web-{6AF1DA53-5365-98E6-CF20-3F4E76568C58}" dt="2025-05-08T17:27:49.145" v="180" actId="1076"/>
          <ac:picMkLst>
            <pc:docMk/>
            <pc:sldMk cId="2125101166" sldId="270"/>
            <ac:picMk id="7" creationId="{72E386C2-767F-58C9-A5FF-3A7E6DFCCD2C}"/>
          </ac:picMkLst>
        </pc:picChg>
      </pc:sldChg>
      <pc:sldChg chg="modSp">
        <pc:chgData name="Briegler Christian" userId="S::christian.briegler@edu.fh-joanneum.at::f0e28576-849a-45bf-93a6-1604a9a9b0d7" providerId="AD" clId="Web-{6AF1DA53-5365-98E6-CF20-3F4E76568C58}" dt="2025-05-08T17:22:13.818" v="122" actId="20577"/>
        <pc:sldMkLst>
          <pc:docMk/>
          <pc:sldMk cId="1520389984" sldId="271"/>
        </pc:sldMkLst>
        <pc:spChg chg="mod">
          <ac:chgData name="Briegler Christian" userId="S::christian.briegler@edu.fh-joanneum.at::f0e28576-849a-45bf-93a6-1604a9a9b0d7" providerId="AD" clId="Web-{6AF1DA53-5365-98E6-CF20-3F4E76568C58}" dt="2025-05-08T17:22:13.818" v="122" actId="20577"/>
          <ac:spMkLst>
            <pc:docMk/>
            <pc:sldMk cId="1520389984" sldId="271"/>
            <ac:spMk id="14" creationId="{C479BE45-F14D-4408-4716-6D7CD69EF48F}"/>
          </ac:spMkLst>
        </pc:spChg>
        <pc:spChg chg="mod">
          <ac:chgData name="Briegler Christian" userId="S::christian.briegler@edu.fh-joanneum.at::f0e28576-849a-45bf-93a6-1604a9a9b0d7" providerId="AD" clId="Web-{6AF1DA53-5365-98E6-CF20-3F4E76568C58}" dt="2025-05-08T17:18:06.041" v="37" actId="1076"/>
          <ac:spMkLst>
            <pc:docMk/>
            <pc:sldMk cId="1520389984" sldId="271"/>
            <ac:spMk id="29" creationId="{231A8D65-2B9A-D082-F5F0-D362EEC858A2}"/>
          </ac:spMkLst>
        </pc:spChg>
        <pc:picChg chg="mod">
          <ac:chgData name="Briegler Christian" userId="S::christian.briegler@edu.fh-joanneum.at::f0e28576-849a-45bf-93a6-1604a9a9b0d7" providerId="AD" clId="Web-{6AF1DA53-5365-98E6-CF20-3F4E76568C58}" dt="2025-05-08T17:08:40.267" v="1" actId="14100"/>
          <ac:picMkLst>
            <pc:docMk/>
            <pc:sldMk cId="1520389984" sldId="271"/>
            <ac:picMk id="7" creationId="{8F6324D0-D5D4-5106-D72B-466F3D56E996}"/>
          </ac:picMkLst>
        </pc:picChg>
      </pc:sldChg>
    </pc:docChg>
  </pc:docChgLst>
  <pc:docChgLst>
    <pc:chgData name="Taupe Alexander" userId="39b69bc6-38f7-484a-be12-cc28e25da89d" providerId="ADAL" clId="{5DE3020F-AA1E-4B35-9858-840EC9D153BB}"/>
    <pc:docChg chg="modSld">
      <pc:chgData name="Taupe Alexander" userId="39b69bc6-38f7-484a-be12-cc28e25da89d" providerId="ADAL" clId="{5DE3020F-AA1E-4B35-9858-840EC9D153BB}" dt="2025-05-08T20:58:20.939" v="11" actId="729"/>
      <pc:docMkLst>
        <pc:docMk/>
      </pc:docMkLst>
      <pc:sldChg chg="mod modShow">
        <pc:chgData name="Taupe Alexander" userId="39b69bc6-38f7-484a-be12-cc28e25da89d" providerId="ADAL" clId="{5DE3020F-AA1E-4B35-9858-840EC9D153BB}" dt="2025-05-08T20:58:02.715" v="7" actId="729"/>
        <pc:sldMkLst>
          <pc:docMk/>
          <pc:sldMk cId="270357519" sldId="282"/>
        </pc:sldMkLst>
      </pc:sldChg>
      <pc:sldChg chg="mod modShow">
        <pc:chgData name="Taupe Alexander" userId="39b69bc6-38f7-484a-be12-cc28e25da89d" providerId="ADAL" clId="{5DE3020F-AA1E-4B35-9858-840EC9D153BB}" dt="2025-05-08T20:58:04.824" v="8" actId="729"/>
        <pc:sldMkLst>
          <pc:docMk/>
          <pc:sldMk cId="1877835477" sldId="283"/>
        </pc:sldMkLst>
      </pc:sldChg>
      <pc:sldChg chg="mod modShow">
        <pc:chgData name="Taupe Alexander" userId="39b69bc6-38f7-484a-be12-cc28e25da89d" providerId="ADAL" clId="{5DE3020F-AA1E-4B35-9858-840EC9D153BB}" dt="2025-05-08T20:58:07.496" v="9" actId="729"/>
        <pc:sldMkLst>
          <pc:docMk/>
          <pc:sldMk cId="1077060146" sldId="284"/>
        </pc:sldMkLst>
      </pc:sldChg>
      <pc:sldChg chg="mod modShow">
        <pc:chgData name="Taupe Alexander" userId="39b69bc6-38f7-484a-be12-cc28e25da89d" providerId="ADAL" clId="{5DE3020F-AA1E-4B35-9858-840EC9D153BB}" dt="2025-05-08T20:58:18.991" v="10" actId="729"/>
        <pc:sldMkLst>
          <pc:docMk/>
          <pc:sldMk cId="489265952" sldId="285"/>
        </pc:sldMkLst>
      </pc:sldChg>
      <pc:sldChg chg="mod modShow">
        <pc:chgData name="Taupe Alexander" userId="39b69bc6-38f7-484a-be12-cc28e25da89d" providerId="ADAL" clId="{5DE3020F-AA1E-4B35-9858-840EC9D153BB}" dt="2025-05-08T20:58:20.939" v="11" actId="729"/>
        <pc:sldMkLst>
          <pc:docMk/>
          <pc:sldMk cId="1891034527" sldId="286"/>
        </pc:sldMkLst>
      </pc:sldChg>
      <pc:sldChg chg="mod modShow">
        <pc:chgData name="Taupe Alexander" userId="39b69bc6-38f7-484a-be12-cc28e25da89d" providerId="ADAL" clId="{5DE3020F-AA1E-4B35-9858-840EC9D153BB}" dt="2025-05-08T20:58:00.928" v="6" actId="729"/>
        <pc:sldMkLst>
          <pc:docMk/>
          <pc:sldMk cId="4116312214" sldId="304"/>
        </pc:sldMkLst>
      </pc:sldChg>
      <pc:sldChg chg="mod modShow">
        <pc:chgData name="Taupe Alexander" userId="39b69bc6-38f7-484a-be12-cc28e25da89d" providerId="ADAL" clId="{5DE3020F-AA1E-4B35-9858-840EC9D153BB}" dt="2025-05-08T20:57:07.462" v="0" actId="729"/>
        <pc:sldMkLst>
          <pc:docMk/>
          <pc:sldMk cId="2777678582" sldId="308"/>
        </pc:sldMkLst>
      </pc:sldChg>
      <pc:sldChg chg="mod modShow">
        <pc:chgData name="Taupe Alexander" userId="39b69bc6-38f7-484a-be12-cc28e25da89d" providerId="ADAL" clId="{5DE3020F-AA1E-4B35-9858-840EC9D153BB}" dt="2025-05-08T20:57:11.397" v="1" actId="729"/>
        <pc:sldMkLst>
          <pc:docMk/>
          <pc:sldMk cId="3726670774" sldId="309"/>
        </pc:sldMkLst>
      </pc:sldChg>
      <pc:sldChg chg="mod modShow">
        <pc:chgData name="Taupe Alexander" userId="39b69bc6-38f7-484a-be12-cc28e25da89d" providerId="ADAL" clId="{5DE3020F-AA1E-4B35-9858-840EC9D153BB}" dt="2025-05-08T20:57:14.538" v="2" actId="729"/>
        <pc:sldMkLst>
          <pc:docMk/>
          <pc:sldMk cId="2128505170" sldId="310"/>
        </pc:sldMkLst>
      </pc:sldChg>
      <pc:sldChg chg="mod modShow">
        <pc:chgData name="Taupe Alexander" userId="39b69bc6-38f7-484a-be12-cc28e25da89d" providerId="ADAL" clId="{5DE3020F-AA1E-4B35-9858-840EC9D153BB}" dt="2025-05-08T20:57:22.536" v="3" actId="729"/>
        <pc:sldMkLst>
          <pc:docMk/>
          <pc:sldMk cId="967709956" sldId="311"/>
        </pc:sldMkLst>
      </pc:sldChg>
      <pc:sldChg chg="mod modShow">
        <pc:chgData name="Taupe Alexander" userId="39b69bc6-38f7-484a-be12-cc28e25da89d" providerId="ADAL" clId="{5DE3020F-AA1E-4B35-9858-840EC9D153BB}" dt="2025-05-08T20:57:25.517" v="4" actId="729"/>
        <pc:sldMkLst>
          <pc:docMk/>
          <pc:sldMk cId="1367890824" sldId="313"/>
        </pc:sldMkLst>
      </pc:sldChg>
      <pc:sldChg chg="mod modShow">
        <pc:chgData name="Taupe Alexander" userId="39b69bc6-38f7-484a-be12-cc28e25da89d" providerId="ADAL" clId="{5DE3020F-AA1E-4B35-9858-840EC9D153BB}" dt="2025-05-08T20:57:30.086" v="5" actId="729"/>
        <pc:sldMkLst>
          <pc:docMk/>
          <pc:sldMk cId="2539255424" sldId="314"/>
        </pc:sldMkLst>
      </pc:sldChg>
    </pc:docChg>
  </pc:docChgLst>
  <pc:docChgLst>
    <pc:chgData name="Marz Steffen" userId="82bc8d54-e274-4a74-a55f-4ca65ccebc5f" providerId="ADAL" clId="{6A7368E2-9129-4445-AD3D-929FF7529562}"/>
    <pc:docChg chg="undo redo custSel addSld delSld modSld sldOrd">
      <pc:chgData name="Marz Steffen" userId="82bc8d54-e274-4a74-a55f-4ca65ccebc5f" providerId="ADAL" clId="{6A7368E2-9129-4445-AD3D-929FF7529562}" dt="2025-05-09T08:36:19.151" v="2716" actId="2711"/>
      <pc:docMkLst>
        <pc:docMk/>
      </pc:docMkLst>
      <pc:sldChg chg="modSp mod">
        <pc:chgData name="Marz Steffen" userId="82bc8d54-e274-4a74-a55f-4ca65ccebc5f" providerId="ADAL" clId="{6A7368E2-9129-4445-AD3D-929FF7529562}" dt="2025-05-08T10:56:52.374" v="78" actId="1076"/>
        <pc:sldMkLst>
          <pc:docMk/>
          <pc:sldMk cId="3537182496" sldId="256"/>
        </pc:sldMkLst>
        <pc:spChg chg="mod">
          <ac:chgData name="Marz Steffen" userId="82bc8d54-e274-4a74-a55f-4ca65ccebc5f" providerId="ADAL" clId="{6A7368E2-9129-4445-AD3D-929FF7529562}" dt="2025-05-08T10:56:27.151" v="17" actId="1076"/>
          <ac:spMkLst>
            <pc:docMk/>
            <pc:sldMk cId="3537182496" sldId="256"/>
            <ac:spMk id="2" creationId="{00000000-0000-0000-0000-000000000000}"/>
          </ac:spMkLst>
        </pc:spChg>
        <pc:spChg chg="mod">
          <ac:chgData name="Marz Steffen" userId="82bc8d54-e274-4a74-a55f-4ca65ccebc5f" providerId="ADAL" clId="{6A7368E2-9129-4445-AD3D-929FF7529562}" dt="2025-05-08T10:56:52.374" v="78" actId="1076"/>
          <ac:spMkLst>
            <pc:docMk/>
            <pc:sldMk cId="3537182496" sldId="256"/>
            <ac:spMk id="3" creationId="{00000000-0000-0000-0000-000000000000}"/>
          </ac:spMkLst>
        </pc:spChg>
      </pc:sldChg>
      <pc:sldChg chg="modSp new mod">
        <pc:chgData name="Marz Steffen" userId="82bc8d54-e274-4a74-a55f-4ca65ccebc5f" providerId="ADAL" clId="{6A7368E2-9129-4445-AD3D-929FF7529562}" dt="2025-05-08T14:06:44.278" v="1073" actId="20577"/>
        <pc:sldMkLst>
          <pc:docMk/>
          <pc:sldMk cId="361143266" sldId="257"/>
        </pc:sldMkLst>
        <pc:spChg chg="mod">
          <ac:chgData name="Marz Steffen" userId="82bc8d54-e274-4a74-a55f-4ca65ccebc5f" providerId="ADAL" clId="{6A7368E2-9129-4445-AD3D-929FF7529562}" dt="2025-05-08T14:06:38.675" v="1071" actId="1076"/>
          <ac:spMkLst>
            <pc:docMk/>
            <pc:sldMk cId="361143266" sldId="257"/>
            <ac:spMk id="2" creationId="{6804F0CC-514A-EED0-199E-AB9B3F2AB100}"/>
          </ac:spMkLst>
        </pc:spChg>
        <pc:spChg chg="mod">
          <ac:chgData name="Marz Steffen" userId="82bc8d54-e274-4a74-a55f-4ca65ccebc5f" providerId="ADAL" clId="{6A7368E2-9129-4445-AD3D-929FF7529562}" dt="2025-05-08T14:06:44.278" v="1073" actId="20577"/>
          <ac:spMkLst>
            <pc:docMk/>
            <pc:sldMk cId="361143266" sldId="257"/>
            <ac:spMk id="3" creationId="{BEB1A440-5466-DE57-627C-E789DD04B710}"/>
          </ac:spMkLst>
        </pc:spChg>
      </pc:sldChg>
      <pc:sldChg chg="add">
        <pc:chgData name="Marz Steffen" userId="82bc8d54-e274-4a74-a55f-4ca65ccebc5f" providerId="ADAL" clId="{6A7368E2-9129-4445-AD3D-929FF7529562}" dt="2025-05-08T10:56:55.211" v="79" actId="2890"/>
        <pc:sldMkLst>
          <pc:docMk/>
          <pc:sldMk cId="3137632187" sldId="258"/>
        </pc:sldMkLst>
      </pc:sldChg>
      <pc:sldChg chg="addSp delSp modSp add mod ord modClrScheme chgLayout">
        <pc:chgData name="Marz Steffen" userId="82bc8d54-e274-4a74-a55f-4ca65ccebc5f" providerId="ADAL" clId="{6A7368E2-9129-4445-AD3D-929FF7529562}" dt="2025-05-08T10:58:21.657" v="142"/>
        <pc:sldMkLst>
          <pc:docMk/>
          <pc:sldMk cId="1476328368" sldId="259"/>
        </pc:sldMkLst>
        <pc:spChg chg="mod ord">
          <ac:chgData name="Marz Steffen" userId="82bc8d54-e274-4a74-a55f-4ca65ccebc5f" providerId="ADAL" clId="{6A7368E2-9129-4445-AD3D-929FF7529562}" dt="2025-05-08T10:57:52.907" v="102" actId="700"/>
          <ac:spMkLst>
            <pc:docMk/>
            <pc:sldMk cId="1476328368" sldId="259"/>
            <ac:spMk id="6" creationId="{AB757FF5-B3B7-5391-B4A6-E954BE54F513}"/>
          </ac:spMkLst>
        </pc:spChg>
        <pc:spChg chg="add mod ord">
          <ac:chgData name="Marz Steffen" userId="82bc8d54-e274-4a74-a55f-4ca65ccebc5f" providerId="ADAL" clId="{6A7368E2-9129-4445-AD3D-929FF7529562}" dt="2025-05-08T10:58:18.828" v="140" actId="1076"/>
          <ac:spMkLst>
            <pc:docMk/>
            <pc:sldMk cId="1476328368" sldId="259"/>
            <ac:spMk id="7" creationId="{EA97290A-F130-E920-96D7-D2CBFC35C87B}"/>
          </ac:spMkLst>
        </pc:spChg>
      </pc:sldChg>
      <pc:sldChg chg="add ord">
        <pc:chgData name="Marz Steffen" userId="82bc8d54-e274-4a74-a55f-4ca65ccebc5f" providerId="ADAL" clId="{6A7368E2-9129-4445-AD3D-929FF7529562}" dt="2025-05-08T13:21:23.751" v="216"/>
        <pc:sldMkLst>
          <pc:docMk/>
          <pc:sldMk cId="1422621403" sldId="260"/>
        </pc:sldMkLst>
      </pc:sldChg>
      <pc:sldChg chg="add">
        <pc:chgData name="Marz Steffen" userId="82bc8d54-e274-4a74-a55f-4ca65ccebc5f" providerId="ADAL" clId="{6A7368E2-9129-4445-AD3D-929FF7529562}" dt="2025-05-08T10:56:55.693" v="82" actId="2890"/>
        <pc:sldMkLst>
          <pc:docMk/>
          <pc:sldMk cId="2373010212" sldId="261"/>
        </pc:sldMkLst>
      </pc:sldChg>
      <pc:sldChg chg="addSp delSp modSp add mod">
        <pc:chgData name="Marz Steffen" userId="82bc8d54-e274-4a74-a55f-4ca65ccebc5f" providerId="ADAL" clId="{6A7368E2-9129-4445-AD3D-929FF7529562}" dt="2025-05-08T12:29:16.185" v="167" actId="108"/>
        <pc:sldMkLst>
          <pc:docMk/>
          <pc:sldMk cId="1033814948" sldId="262"/>
        </pc:sldMkLst>
        <pc:spChg chg="add mod">
          <ac:chgData name="Marz Steffen" userId="82bc8d54-e274-4a74-a55f-4ca65ccebc5f" providerId="ADAL" clId="{6A7368E2-9129-4445-AD3D-929FF7529562}" dt="2025-05-08T12:29:10.990" v="165" actId="108"/>
          <ac:spMkLst>
            <pc:docMk/>
            <pc:sldMk cId="1033814948" sldId="262"/>
            <ac:spMk id="8" creationId="{82EAA185-4A84-F1DB-741A-C98EA0915B1A}"/>
          </ac:spMkLst>
        </pc:spChg>
        <pc:spChg chg="add mod">
          <ac:chgData name="Marz Steffen" userId="82bc8d54-e274-4a74-a55f-4ca65ccebc5f" providerId="ADAL" clId="{6A7368E2-9129-4445-AD3D-929FF7529562}" dt="2025-05-08T12:28:54.858" v="164" actId="207"/>
          <ac:spMkLst>
            <pc:docMk/>
            <pc:sldMk cId="1033814948" sldId="262"/>
            <ac:spMk id="9" creationId="{C76DA83C-0B72-F9FC-AAEE-00AA0FCE14DC}"/>
          </ac:spMkLst>
        </pc:spChg>
      </pc:sldChg>
      <pc:sldChg chg="addSp delSp modSp add mod modClrScheme chgLayout">
        <pc:chgData name="Marz Steffen" userId="82bc8d54-e274-4a74-a55f-4ca65ccebc5f" providerId="ADAL" clId="{6A7368E2-9129-4445-AD3D-929FF7529562}" dt="2025-05-08T10:57:27.049" v="101" actId="478"/>
        <pc:sldMkLst>
          <pc:docMk/>
          <pc:sldMk cId="2515001774" sldId="263"/>
        </pc:sldMkLst>
        <pc:spChg chg="mod ord">
          <ac:chgData name="Marz Steffen" userId="82bc8d54-e274-4a74-a55f-4ca65ccebc5f" providerId="ADAL" clId="{6A7368E2-9129-4445-AD3D-929FF7529562}" dt="2025-05-08T10:57:19.331" v="97" actId="700"/>
          <ac:spMkLst>
            <pc:docMk/>
            <pc:sldMk cId="2515001774" sldId="263"/>
            <ac:spMk id="4" creationId="{012412D3-51B3-CEB0-AFDE-D6F35EBB03BE}"/>
          </ac:spMkLst>
        </pc:spChg>
        <pc:spChg chg="mod ord">
          <ac:chgData name="Marz Steffen" userId="82bc8d54-e274-4a74-a55f-4ca65ccebc5f" providerId="ADAL" clId="{6A7368E2-9129-4445-AD3D-929FF7529562}" dt="2025-05-08T10:57:19.331" v="97" actId="700"/>
          <ac:spMkLst>
            <pc:docMk/>
            <pc:sldMk cId="2515001774" sldId="263"/>
            <ac:spMk id="5" creationId="{19C0F704-D3A2-FA3D-BA5C-0F7EED3D7045}"/>
          </ac:spMkLst>
        </pc:spChg>
        <pc:spChg chg="mod ord">
          <ac:chgData name="Marz Steffen" userId="82bc8d54-e274-4a74-a55f-4ca65ccebc5f" providerId="ADAL" clId="{6A7368E2-9129-4445-AD3D-929FF7529562}" dt="2025-05-08T10:57:19.331" v="97" actId="700"/>
          <ac:spMkLst>
            <pc:docMk/>
            <pc:sldMk cId="2515001774" sldId="263"/>
            <ac:spMk id="6" creationId="{F4DA1786-7531-0D8E-3379-1EB12EFABD88}"/>
          </ac:spMkLst>
        </pc:spChg>
        <pc:spChg chg="add mod ord">
          <ac:chgData name="Marz Steffen" userId="82bc8d54-e274-4a74-a55f-4ca65ccebc5f" providerId="ADAL" clId="{6A7368E2-9129-4445-AD3D-929FF7529562}" dt="2025-05-08T10:57:22.142" v="100" actId="20577"/>
          <ac:spMkLst>
            <pc:docMk/>
            <pc:sldMk cId="2515001774" sldId="263"/>
            <ac:spMk id="7" creationId="{63A9383C-CCE7-229D-FB4B-7B016EDCF2D6}"/>
          </ac:spMkLst>
        </pc:spChg>
      </pc:sldChg>
      <pc:sldChg chg="modSp add mod ord">
        <pc:chgData name="Marz Steffen" userId="82bc8d54-e274-4a74-a55f-4ca65ccebc5f" providerId="ADAL" clId="{6A7368E2-9129-4445-AD3D-929FF7529562}" dt="2025-05-08T13:21:07.172" v="209"/>
        <pc:sldMkLst>
          <pc:docMk/>
          <pc:sldMk cId="1249372920" sldId="264"/>
        </pc:sldMkLst>
        <pc:spChg chg="mod">
          <ac:chgData name="Marz Steffen" userId="82bc8d54-e274-4a74-a55f-4ca65ccebc5f" providerId="ADAL" clId="{6A7368E2-9129-4445-AD3D-929FF7529562}" dt="2025-05-08T13:11:44.010" v="207" actId="20577"/>
          <ac:spMkLst>
            <pc:docMk/>
            <pc:sldMk cId="1249372920" sldId="264"/>
            <ac:spMk id="7" creationId="{616DB404-C037-76A0-971C-435BF09B5D73}"/>
          </ac:spMkLst>
        </pc:spChg>
      </pc:sldChg>
      <pc:sldChg chg="add del">
        <pc:chgData name="Marz Steffen" userId="82bc8d54-e274-4a74-a55f-4ca65ccebc5f" providerId="ADAL" clId="{6A7368E2-9129-4445-AD3D-929FF7529562}" dt="2025-05-08T10:57:11.876" v="96" actId="47"/>
        <pc:sldMkLst>
          <pc:docMk/>
          <pc:sldMk cId="2539607709" sldId="264"/>
        </pc:sldMkLst>
      </pc:sldChg>
      <pc:sldChg chg="add del">
        <pc:chgData name="Marz Steffen" userId="82bc8d54-e274-4a74-a55f-4ca65ccebc5f" providerId="ADAL" clId="{6A7368E2-9129-4445-AD3D-929FF7529562}" dt="2025-05-08T10:57:11.185" v="95" actId="47"/>
        <pc:sldMkLst>
          <pc:docMk/>
          <pc:sldMk cId="4100681387" sldId="265"/>
        </pc:sldMkLst>
      </pc:sldChg>
      <pc:sldChg chg="add del">
        <pc:chgData name="Marz Steffen" userId="82bc8d54-e274-4a74-a55f-4ca65ccebc5f" providerId="ADAL" clId="{6A7368E2-9129-4445-AD3D-929FF7529562}" dt="2025-05-08T10:57:10.565" v="94" actId="47"/>
        <pc:sldMkLst>
          <pc:docMk/>
          <pc:sldMk cId="3404127523" sldId="266"/>
        </pc:sldMkLst>
      </pc:sldChg>
      <pc:sldChg chg="add del">
        <pc:chgData name="Marz Steffen" userId="82bc8d54-e274-4a74-a55f-4ca65ccebc5f" providerId="ADAL" clId="{6A7368E2-9129-4445-AD3D-929FF7529562}" dt="2025-05-08T10:57:09.948" v="93" actId="47"/>
        <pc:sldMkLst>
          <pc:docMk/>
          <pc:sldMk cId="3905625233" sldId="267"/>
        </pc:sldMkLst>
      </pc:sldChg>
      <pc:sldChg chg="add del">
        <pc:chgData name="Marz Steffen" userId="82bc8d54-e274-4a74-a55f-4ca65ccebc5f" providerId="ADAL" clId="{6A7368E2-9129-4445-AD3D-929FF7529562}" dt="2025-05-08T10:57:08.783" v="92" actId="47"/>
        <pc:sldMkLst>
          <pc:docMk/>
          <pc:sldMk cId="2746220154" sldId="268"/>
        </pc:sldMkLst>
      </pc:sldChg>
      <pc:sldChg chg="add del">
        <pc:chgData name="Marz Steffen" userId="82bc8d54-e274-4a74-a55f-4ca65ccebc5f" providerId="ADAL" clId="{6A7368E2-9129-4445-AD3D-929FF7529562}" dt="2025-05-08T10:57:07.588" v="91" actId="47"/>
        <pc:sldMkLst>
          <pc:docMk/>
          <pc:sldMk cId="1335585490" sldId="269"/>
        </pc:sldMkLst>
      </pc:sldChg>
      <pc:sldChg chg="addSp modSp mod">
        <pc:chgData name="Marz Steffen" userId="82bc8d54-e274-4a74-a55f-4ca65ccebc5f" providerId="ADAL" clId="{6A7368E2-9129-4445-AD3D-929FF7529562}" dt="2025-05-09T08:36:19.151" v="2716" actId="2711"/>
        <pc:sldMkLst>
          <pc:docMk/>
          <pc:sldMk cId="1520389984" sldId="271"/>
        </pc:sldMkLst>
        <pc:spChg chg="add mod">
          <ac:chgData name="Marz Steffen" userId="82bc8d54-e274-4a74-a55f-4ca65ccebc5f" providerId="ADAL" clId="{6A7368E2-9129-4445-AD3D-929FF7529562}" dt="2025-05-09T08:36:19.151" v="2716" actId="2711"/>
          <ac:spMkLst>
            <pc:docMk/>
            <pc:sldMk cId="1520389984" sldId="271"/>
            <ac:spMk id="2" creationId="{FC76FFCA-E69B-7DB8-DEE1-96D731B31EB3}"/>
          </ac:spMkLst>
        </pc:spChg>
        <pc:spChg chg="add mod ord">
          <ac:chgData name="Marz Steffen" userId="82bc8d54-e274-4a74-a55f-4ca65ccebc5f" providerId="ADAL" clId="{6A7368E2-9129-4445-AD3D-929FF7529562}" dt="2025-05-09T08:34:31.454" v="2715" actId="171"/>
          <ac:spMkLst>
            <pc:docMk/>
            <pc:sldMk cId="1520389984" sldId="271"/>
            <ac:spMk id="3" creationId="{9BA8ECDB-81ED-4BAC-452E-6C8D246A699A}"/>
          </ac:spMkLst>
        </pc:spChg>
        <pc:picChg chg="mod">
          <ac:chgData name="Marz Steffen" userId="82bc8d54-e274-4a74-a55f-4ca65ccebc5f" providerId="ADAL" clId="{6A7368E2-9129-4445-AD3D-929FF7529562}" dt="2025-05-09T08:33:02.581" v="2699" actId="1076"/>
          <ac:picMkLst>
            <pc:docMk/>
            <pc:sldMk cId="1520389984" sldId="271"/>
            <ac:picMk id="7" creationId="{8F6324D0-D5D4-5106-D72B-466F3D56E996}"/>
          </ac:picMkLst>
        </pc:picChg>
      </pc:sldChg>
      <pc:sldChg chg="addSp delSp modSp add mod ord modAnim">
        <pc:chgData name="Marz Steffen" userId="82bc8d54-e274-4a74-a55f-4ca65ccebc5f" providerId="ADAL" clId="{6A7368E2-9129-4445-AD3D-929FF7529562}" dt="2025-05-08T13:31:42.194" v="306" actId="20577"/>
        <pc:sldMkLst>
          <pc:docMk/>
          <pc:sldMk cId="3548014547" sldId="272"/>
        </pc:sldMkLst>
        <pc:spChg chg="mod ord">
          <ac:chgData name="Marz Steffen" userId="82bc8d54-e274-4a74-a55f-4ca65ccebc5f" providerId="ADAL" clId="{6A7368E2-9129-4445-AD3D-929FF7529562}" dt="2025-05-08T13:27:27.960" v="224" actId="26606"/>
          <ac:spMkLst>
            <pc:docMk/>
            <pc:sldMk cId="3548014547" sldId="272"/>
            <ac:spMk id="6" creationId="{118C95C7-0CEC-08B8-431C-B5E503E7C886}"/>
          </ac:spMkLst>
        </pc:spChg>
        <pc:spChg chg="add mod">
          <ac:chgData name="Marz Steffen" userId="82bc8d54-e274-4a74-a55f-4ca65ccebc5f" providerId="ADAL" clId="{6A7368E2-9129-4445-AD3D-929FF7529562}" dt="2025-05-08T13:31:42.194" v="306" actId="20577"/>
          <ac:spMkLst>
            <pc:docMk/>
            <pc:sldMk cId="3548014547" sldId="272"/>
            <ac:spMk id="13" creationId="{CC309C15-82A8-9C97-2814-45888BEB12DF}"/>
          </ac:spMkLst>
        </pc:spChg>
        <pc:spChg chg="add">
          <ac:chgData name="Marz Steffen" userId="82bc8d54-e274-4a74-a55f-4ca65ccebc5f" providerId="ADAL" clId="{6A7368E2-9129-4445-AD3D-929FF7529562}" dt="2025-05-08T13:27:27.960" v="224" actId="26606"/>
          <ac:spMkLst>
            <pc:docMk/>
            <pc:sldMk cId="3548014547" sldId="272"/>
            <ac:spMk id="15" creationId="{219D8816-036E-2F8C-5714-E9D64CB21EA7}"/>
          </ac:spMkLst>
        </pc:spChg>
        <pc:spChg chg="add">
          <ac:chgData name="Marz Steffen" userId="82bc8d54-e274-4a74-a55f-4ca65ccebc5f" providerId="ADAL" clId="{6A7368E2-9129-4445-AD3D-929FF7529562}" dt="2025-05-08T13:27:27.960" v="224" actId="26606"/>
          <ac:spMkLst>
            <pc:docMk/>
            <pc:sldMk cId="3548014547" sldId="272"/>
            <ac:spMk id="17" creationId="{3FCF8F1F-CFB4-B76E-0B6C-9E9C22BF3F31}"/>
          </ac:spMkLst>
        </pc:spChg>
        <pc:picChg chg="add mod ord">
          <ac:chgData name="Marz Steffen" userId="82bc8d54-e274-4a74-a55f-4ca65ccebc5f" providerId="ADAL" clId="{6A7368E2-9129-4445-AD3D-929FF7529562}" dt="2025-05-08T13:31:20.830" v="296" actId="1076"/>
          <ac:picMkLst>
            <pc:docMk/>
            <pc:sldMk cId="3548014547" sldId="272"/>
            <ac:picMk id="8" creationId="{244BDD99-167E-1FD6-273C-75743801FD99}"/>
          </ac:picMkLst>
        </pc:picChg>
        <pc:picChg chg="add mod">
          <ac:chgData name="Marz Steffen" userId="82bc8d54-e274-4a74-a55f-4ca65ccebc5f" providerId="ADAL" clId="{6A7368E2-9129-4445-AD3D-929FF7529562}" dt="2025-05-08T13:31:25.871" v="298" actId="1076"/>
          <ac:picMkLst>
            <pc:docMk/>
            <pc:sldMk cId="3548014547" sldId="272"/>
            <ac:picMk id="16" creationId="{4342C03A-43DA-CADE-433D-E59CED8B76F7}"/>
          </ac:picMkLst>
        </pc:picChg>
      </pc:sldChg>
      <pc:sldChg chg="add del">
        <pc:chgData name="Marz Steffen" userId="82bc8d54-e274-4a74-a55f-4ca65ccebc5f" providerId="ADAL" clId="{6A7368E2-9129-4445-AD3D-929FF7529562}" dt="2025-05-08T13:37:17.783" v="307" actId="47"/>
        <pc:sldMkLst>
          <pc:docMk/>
          <pc:sldMk cId="1005181191" sldId="273"/>
        </pc:sldMkLst>
      </pc:sldChg>
      <pc:sldChg chg="add del">
        <pc:chgData name="Marz Steffen" userId="82bc8d54-e274-4a74-a55f-4ca65ccebc5f" providerId="ADAL" clId="{6A7368E2-9129-4445-AD3D-929FF7529562}" dt="2025-05-08T13:37:22.078" v="308" actId="47"/>
        <pc:sldMkLst>
          <pc:docMk/>
          <pc:sldMk cId="3393249369" sldId="274"/>
        </pc:sldMkLst>
      </pc:sldChg>
      <pc:sldChg chg="addSp delSp modSp new mod modShow">
        <pc:chgData name="Marz Steffen" userId="82bc8d54-e274-4a74-a55f-4ca65ccebc5f" providerId="ADAL" clId="{6A7368E2-9129-4445-AD3D-929FF7529562}" dt="2025-05-08T13:54:48.608" v="918" actId="1076"/>
        <pc:sldMkLst>
          <pc:docMk/>
          <pc:sldMk cId="1056397214" sldId="280"/>
        </pc:sldMkLst>
        <pc:spChg chg="mod">
          <ac:chgData name="Marz Steffen" userId="82bc8d54-e274-4a74-a55f-4ca65ccebc5f" providerId="ADAL" clId="{6A7368E2-9129-4445-AD3D-929FF7529562}" dt="2025-05-08T13:50:53.284" v="781" actId="1076"/>
          <ac:spMkLst>
            <pc:docMk/>
            <pc:sldMk cId="1056397214" sldId="280"/>
            <ac:spMk id="2" creationId="{50DF00B2-B4A7-FC97-C651-8FD86FEF4334}"/>
          </ac:spMkLst>
        </pc:spChg>
        <pc:spChg chg="mod">
          <ac:chgData name="Marz Steffen" userId="82bc8d54-e274-4a74-a55f-4ca65ccebc5f" providerId="ADAL" clId="{6A7368E2-9129-4445-AD3D-929FF7529562}" dt="2025-05-08T13:42:44.298" v="538" actId="1076"/>
          <ac:spMkLst>
            <pc:docMk/>
            <pc:sldMk cId="1056397214" sldId="280"/>
            <ac:spMk id="6" creationId="{36105EE6-4636-B2C9-1DD4-6D9B8392F185}"/>
          </ac:spMkLst>
        </pc:spChg>
        <pc:spChg chg="add mod ord">
          <ac:chgData name="Marz Steffen" userId="82bc8d54-e274-4a74-a55f-4ca65ccebc5f" providerId="ADAL" clId="{6A7368E2-9129-4445-AD3D-929FF7529562}" dt="2025-05-08T13:54:26.215" v="914" actId="14861"/>
          <ac:spMkLst>
            <pc:docMk/>
            <pc:sldMk cId="1056397214" sldId="280"/>
            <ac:spMk id="8" creationId="{560CD4B7-10D3-0DC0-5918-DCE1D7EE30A0}"/>
          </ac:spMkLst>
        </pc:spChg>
        <pc:spChg chg="add mod ord">
          <ac:chgData name="Marz Steffen" userId="82bc8d54-e274-4a74-a55f-4ca65ccebc5f" providerId="ADAL" clId="{6A7368E2-9129-4445-AD3D-929FF7529562}" dt="2025-05-08T13:54:21.397" v="913" actId="14861"/>
          <ac:spMkLst>
            <pc:docMk/>
            <pc:sldMk cId="1056397214" sldId="280"/>
            <ac:spMk id="9" creationId="{24488D16-7ECA-4CB7-6D07-078B31D96180}"/>
          </ac:spMkLst>
        </pc:spChg>
        <pc:graphicFrameChg chg="add mod ord modGraphic">
          <ac:chgData name="Marz Steffen" userId="82bc8d54-e274-4a74-a55f-4ca65ccebc5f" providerId="ADAL" clId="{6A7368E2-9129-4445-AD3D-929FF7529562}" dt="2025-05-08T13:54:48.608" v="918" actId="1076"/>
          <ac:graphicFrameMkLst>
            <pc:docMk/>
            <pc:sldMk cId="1056397214" sldId="280"/>
            <ac:graphicFrameMk id="7" creationId="{D879ED60-E637-D704-28B7-87637A15CF2D}"/>
          </ac:graphicFrameMkLst>
        </pc:graphicFrameChg>
      </pc:sldChg>
      <pc:sldChg chg="modSp add mod ord">
        <pc:chgData name="Marz Steffen" userId="82bc8d54-e274-4a74-a55f-4ca65ccebc5f" providerId="ADAL" clId="{6A7368E2-9129-4445-AD3D-929FF7529562}" dt="2025-05-08T13:39:23.856" v="343" actId="122"/>
        <pc:sldMkLst>
          <pc:docMk/>
          <pc:sldMk cId="3859678748" sldId="281"/>
        </pc:sldMkLst>
        <pc:spChg chg="mod">
          <ac:chgData name="Marz Steffen" userId="82bc8d54-e274-4a74-a55f-4ca65ccebc5f" providerId="ADAL" clId="{6A7368E2-9129-4445-AD3D-929FF7529562}" dt="2025-05-08T13:39:23.856" v="343" actId="122"/>
          <ac:spMkLst>
            <pc:docMk/>
            <pc:sldMk cId="3859678748" sldId="281"/>
            <ac:spMk id="7" creationId="{36994F84-ADD1-5372-2774-CA75F94E5059}"/>
          </ac:spMkLst>
        </pc:spChg>
      </pc:sldChg>
      <pc:sldChg chg="addSp delSp modSp add mod">
        <pc:chgData name="Marz Steffen" userId="82bc8d54-e274-4a74-a55f-4ca65ccebc5f" providerId="ADAL" clId="{6A7368E2-9129-4445-AD3D-929FF7529562}" dt="2025-05-08T14:20:00.528" v="2300" actId="20577"/>
        <pc:sldMkLst>
          <pc:docMk/>
          <pc:sldMk cId="3358467459" sldId="289"/>
        </pc:sldMkLst>
        <pc:spChg chg="mod">
          <ac:chgData name="Marz Steffen" userId="82bc8d54-e274-4a74-a55f-4ca65ccebc5f" providerId="ADAL" clId="{6A7368E2-9129-4445-AD3D-929FF7529562}" dt="2025-05-08T14:06:51.770" v="1098" actId="20577"/>
          <ac:spMkLst>
            <pc:docMk/>
            <pc:sldMk cId="3358467459" sldId="289"/>
            <ac:spMk id="2" creationId="{240BC696-BA7D-C7CC-4AE7-47D22E3650CD}"/>
          </ac:spMkLst>
        </pc:spChg>
        <pc:spChg chg="mod">
          <ac:chgData name="Marz Steffen" userId="82bc8d54-e274-4a74-a55f-4ca65ccebc5f" providerId="ADAL" clId="{6A7368E2-9129-4445-AD3D-929FF7529562}" dt="2025-05-08T14:20:00.528" v="2300" actId="20577"/>
          <ac:spMkLst>
            <pc:docMk/>
            <pc:sldMk cId="3358467459" sldId="289"/>
            <ac:spMk id="3" creationId="{FE067D17-58C5-0EA6-D691-05A226C09BA6}"/>
          </ac:spMkLst>
        </pc:spChg>
      </pc:sldChg>
      <pc:sldChg chg="modSp add mod ord">
        <pc:chgData name="Marz Steffen" userId="82bc8d54-e274-4a74-a55f-4ca65ccebc5f" providerId="ADAL" clId="{6A7368E2-9129-4445-AD3D-929FF7529562}" dt="2025-05-08T13:56:21.773" v="929"/>
        <pc:sldMkLst>
          <pc:docMk/>
          <pc:sldMk cId="59072996" sldId="290"/>
        </pc:sldMkLst>
      </pc:sldChg>
      <pc:sldChg chg="modSp add mod">
        <pc:chgData name="Marz Steffen" userId="82bc8d54-e274-4a74-a55f-4ca65ccebc5f" providerId="ADAL" clId="{6A7368E2-9129-4445-AD3D-929FF7529562}" dt="2025-05-08T14:26:17.660" v="2559" actId="20577"/>
        <pc:sldMkLst>
          <pc:docMk/>
          <pc:sldMk cId="2395389718" sldId="291"/>
        </pc:sldMkLst>
        <pc:spChg chg="mod">
          <ac:chgData name="Marz Steffen" userId="82bc8d54-e274-4a74-a55f-4ca65ccebc5f" providerId="ADAL" clId="{6A7368E2-9129-4445-AD3D-929FF7529562}" dt="2025-05-08T14:23:25.736" v="2550" actId="27636"/>
          <ac:spMkLst>
            <pc:docMk/>
            <pc:sldMk cId="2395389718" sldId="291"/>
            <ac:spMk id="2" creationId="{14E3C268-3D58-E6E9-66CC-669D3F06B531}"/>
          </ac:spMkLst>
        </pc:spChg>
        <pc:spChg chg="mod">
          <ac:chgData name="Marz Steffen" userId="82bc8d54-e274-4a74-a55f-4ca65ccebc5f" providerId="ADAL" clId="{6A7368E2-9129-4445-AD3D-929FF7529562}" dt="2025-05-08T14:26:17.660" v="2559" actId="20577"/>
          <ac:spMkLst>
            <pc:docMk/>
            <pc:sldMk cId="2395389718" sldId="291"/>
            <ac:spMk id="3" creationId="{0BF3EA1B-1460-55D6-9418-D688D18FC705}"/>
          </ac:spMkLst>
        </pc:spChg>
      </pc:sldChg>
      <pc:sldChg chg="modSp add mod">
        <pc:chgData name="Marz Steffen" userId="82bc8d54-e274-4a74-a55f-4ca65ccebc5f" providerId="ADAL" clId="{6A7368E2-9129-4445-AD3D-929FF7529562}" dt="2025-05-08T13:56:35.465" v="932"/>
        <pc:sldMkLst>
          <pc:docMk/>
          <pc:sldMk cId="714157426" sldId="292"/>
        </pc:sldMkLst>
        <pc:spChg chg="mod">
          <ac:chgData name="Marz Steffen" userId="82bc8d54-e274-4a74-a55f-4ca65ccebc5f" providerId="ADAL" clId="{6A7368E2-9129-4445-AD3D-929FF7529562}" dt="2025-05-08T13:56:35.465" v="932"/>
          <ac:spMkLst>
            <pc:docMk/>
            <pc:sldMk cId="714157426" sldId="292"/>
            <ac:spMk id="2" creationId="{DCC8A713-AB95-9241-2D9D-B962E7C3D05B}"/>
          </ac:spMkLst>
        </pc:spChg>
      </pc:sldChg>
      <pc:sldChg chg="modSp add mod">
        <pc:chgData name="Marz Steffen" userId="82bc8d54-e274-4a74-a55f-4ca65ccebc5f" providerId="ADAL" clId="{6A7368E2-9129-4445-AD3D-929FF7529562}" dt="2025-05-08T13:56:57.531" v="933"/>
        <pc:sldMkLst>
          <pc:docMk/>
          <pc:sldMk cId="3846280256" sldId="293"/>
        </pc:sldMkLst>
      </pc:sldChg>
      <pc:sldChg chg="modSp add mod">
        <pc:chgData name="Marz Steffen" userId="82bc8d54-e274-4a74-a55f-4ca65ccebc5f" providerId="ADAL" clId="{6A7368E2-9129-4445-AD3D-929FF7529562}" dt="2025-05-08T13:57:21.027" v="935"/>
        <pc:sldMkLst>
          <pc:docMk/>
          <pc:sldMk cId="748995122" sldId="294"/>
        </pc:sldMkLst>
      </pc:sldChg>
      <pc:sldChg chg="modSp add mod">
        <pc:chgData name="Marz Steffen" userId="82bc8d54-e274-4a74-a55f-4ca65ccebc5f" providerId="ADAL" clId="{6A7368E2-9129-4445-AD3D-929FF7529562}" dt="2025-05-08T13:57:38.059" v="938" actId="27636"/>
        <pc:sldMkLst>
          <pc:docMk/>
          <pc:sldMk cId="1837730531" sldId="295"/>
        </pc:sldMkLst>
        <pc:spChg chg="mod">
          <ac:chgData name="Marz Steffen" userId="82bc8d54-e274-4a74-a55f-4ca65ccebc5f" providerId="ADAL" clId="{6A7368E2-9129-4445-AD3D-929FF7529562}" dt="2025-05-08T13:57:38.059" v="938" actId="27636"/>
          <ac:spMkLst>
            <pc:docMk/>
            <pc:sldMk cId="1837730531" sldId="295"/>
            <ac:spMk id="2" creationId="{44D2FE04-8C25-A521-27E4-16CB41868D23}"/>
          </ac:spMkLst>
        </pc:spChg>
      </pc:sldChg>
      <pc:sldChg chg="add">
        <pc:chgData name="Marz Steffen" userId="82bc8d54-e274-4a74-a55f-4ca65ccebc5f" providerId="ADAL" clId="{6A7368E2-9129-4445-AD3D-929FF7529562}" dt="2025-05-08T13:57:46.492" v="939" actId="2890"/>
        <pc:sldMkLst>
          <pc:docMk/>
          <pc:sldMk cId="2420629359" sldId="296"/>
        </pc:sldMkLst>
      </pc:sldChg>
      <pc:sldChg chg="add">
        <pc:chgData name="Marz Steffen" userId="82bc8d54-e274-4a74-a55f-4ca65ccebc5f" providerId="ADAL" clId="{6A7368E2-9129-4445-AD3D-929FF7529562}" dt="2025-05-08T13:57:48.634" v="940" actId="2890"/>
        <pc:sldMkLst>
          <pc:docMk/>
          <pc:sldMk cId="3590942959" sldId="297"/>
        </pc:sldMkLst>
      </pc:sldChg>
      <pc:sldChg chg="add">
        <pc:chgData name="Marz Steffen" userId="82bc8d54-e274-4a74-a55f-4ca65ccebc5f" providerId="ADAL" clId="{6A7368E2-9129-4445-AD3D-929FF7529562}" dt="2025-05-08T13:57:49.726" v="941" actId="2890"/>
        <pc:sldMkLst>
          <pc:docMk/>
          <pc:sldMk cId="706445229" sldId="298"/>
        </pc:sldMkLst>
      </pc:sldChg>
      <pc:sldChg chg="add">
        <pc:chgData name="Marz Steffen" userId="82bc8d54-e274-4a74-a55f-4ca65ccebc5f" providerId="ADAL" clId="{6A7368E2-9129-4445-AD3D-929FF7529562}" dt="2025-05-08T13:57:54.376" v="942" actId="2890"/>
        <pc:sldMkLst>
          <pc:docMk/>
          <pc:sldMk cId="1600516138" sldId="299"/>
        </pc:sldMkLst>
      </pc:sldChg>
      <pc:sldChg chg="add">
        <pc:chgData name="Marz Steffen" userId="82bc8d54-e274-4a74-a55f-4ca65ccebc5f" providerId="ADAL" clId="{6A7368E2-9129-4445-AD3D-929FF7529562}" dt="2025-05-08T13:57:55.283" v="943" actId="2890"/>
        <pc:sldMkLst>
          <pc:docMk/>
          <pc:sldMk cId="1148936158" sldId="300"/>
        </pc:sldMkLst>
      </pc:sldChg>
      <pc:sldChg chg="add">
        <pc:chgData name="Marz Steffen" userId="82bc8d54-e274-4a74-a55f-4ca65ccebc5f" providerId="ADAL" clId="{6A7368E2-9129-4445-AD3D-929FF7529562}" dt="2025-05-08T13:57:56.450" v="944" actId="2890"/>
        <pc:sldMkLst>
          <pc:docMk/>
          <pc:sldMk cId="4183009509" sldId="301"/>
        </pc:sldMkLst>
      </pc:sldChg>
      <pc:sldChg chg="modSp add mod">
        <pc:chgData name="Marz Steffen" userId="82bc8d54-e274-4a74-a55f-4ca65ccebc5f" providerId="ADAL" clId="{6A7368E2-9129-4445-AD3D-929FF7529562}" dt="2025-05-08T14:20:40.110" v="2393" actId="20577"/>
        <pc:sldMkLst>
          <pc:docMk/>
          <pc:sldMk cId="3410078267" sldId="302"/>
        </pc:sldMkLst>
        <pc:spChg chg="mod">
          <ac:chgData name="Marz Steffen" userId="82bc8d54-e274-4a74-a55f-4ca65ccebc5f" providerId="ADAL" clId="{6A7368E2-9129-4445-AD3D-929FF7529562}" dt="2025-05-08T14:07:56.194" v="1126" actId="20577"/>
          <ac:spMkLst>
            <pc:docMk/>
            <pc:sldMk cId="3410078267" sldId="302"/>
            <ac:spMk id="2" creationId="{2DB30CC5-260C-E670-EC44-80AD70585B75}"/>
          </ac:spMkLst>
        </pc:spChg>
        <pc:spChg chg="mod">
          <ac:chgData name="Marz Steffen" userId="82bc8d54-e274-4a74-a55f-4ca65ccebc5f" providerId="ADAL" clId="{6A7368E2-9129-4445-AD3D-929FF7529562}" dt="2025-05-08T14:20:40.110" v="2393" actId="20577"/>
          <ac:spMkLst>
            <pc:docMk/>
            <pc:sldMk cId="3410078267" sldId="302"/>
            <ac:spMk id="3" creationId="{C02EACD3-9EB1-DB3F-1835-8F48CDED87B4}"/>
          </ac:spMkLst>
        </pc:spChg>
      </pc:sldChg>
      <pc:sldChg chg="modSp add mod">
        <pc:chgData name="Marz Steffen" userId="82bc8d54-e274-4a74-a55f-4ca65ccebc5f" providerId="ADAL" clId="{6A7368E2-9129-4445-AD3D-929FF7529562}" dt="2025-05-08T14:14:48.001" v="1847" actId="20577"/>
        <pc:sldMkLst>
          <pc:docMk/>
          <pc:sldMk cId="2957854408" sldId="303"/>
        </pc:sldMkLst>
        <pc:spChg chg="mod">
          <ac:chgData name="Marz Steffen" userId="82bc8d54-e274-4a74-a55f-4ca65ccebc5f" providerId="ADAL" clId="{6A7368E2-9129-4445-AD3D-929FF7529562}" dt="2025-05-08T14:10:32.438" v="1438" actId="20577"/>
          <ac:spMkLst>
            <pc:docMk/>
            <pc:sldMk cId="2957854408" sldId="303"/>
            <ac:spMk id="2" creationId="{8C0D6766-E108-F91B-E227-864E7FFF423B}"/>
          </ac:spMkLst>
        </pc:spChg>
        <pc:spChg chg="mod">
          <ac:chgData name="Marz Steffen" userId="82bc8d54-e274-4a74-a55f-4ca65ccebc5f" providerId="ADAL" clId="{6A7368E2-9129-4445-AD3D-929FF7529562}" dt="2025-05-08T14:14:48.001" v="1847" actId="20577"/>
          <ac:spMkLst>
            <pc:docMk/>
            <pc:sldMk cId="2957854408" sldId="303"/>
            <ac:spMk id="3" creationId="{6CF2AF47-F711-9209-D81C-2DABE8BDB5DD}"/>
          </ac:spMkLst>
        </pc:spChg>
      </pc:sldChg>
      <pc:sldChg chg="modSp add mod">
        <pc:chgData name="Marz Steffen" userId="82bc8d54-e274-4a74-a55f-4ca65ccebc5f" providerId="ADAL" clId="{6A7368E2-9129-4445-AD3D-929FF7529562}" dt="2025-05-08T14:16:49.700" v="2093" actId="20577"/>
        <pc:sldMkLst>
          <pc:docMk/>
          <pc:sldMk cId="968579501" sldId="305"/>
        </pc:sldMkLst>
        <pc:spChg chg="mod">
          <ac:chgData name="Marz Steffen" userId="82bc8d54-e274-4a74-a55f-4ca65ccebc5f" providerId="ADAL" clId="{6A7368E2-9129-4445-AD3D-929FF7529562}" dt="2025-05-08T14:15:01.010" v="1863" actId="20577"/>
          <ac:spMkLst>
            <pc:docMk/>
            <pc:sldMk cId="968579501" sldId="305"/>
            <ac:spMk id="2" creationId="{B94A444A-2BA4-8DF0-3A1A-683D4D1A205A}"/>
          </ac:spMkLst>
        </pc:spChg>
        <pc:spChg chg="mod">
          <ac:chgData name="Marz Steffen" userId="82bc8d54-e274-4a74-a55f-4ca65ccebc5f" providerId="ADAL" clId="{6A7368E2-9129-4445-AD3D-929FF7529562}" dt="2025-05-08T14:16:49.700" v="2093" actId="20577"/>
          <ac:spMkLst>
            <pc:docMk/>
            <pc:sldMk cId="968579501" sldId="305"/>
            <ac:spMk id="3" creationId="{1FACDA89-0CFF-25D9-D118-DA4A352901C8}"/>
          </ac:spMkLst>
        </pc:spChg>
      </pc:sldChg>
      <pc:sldChg chg="modSp add mod">
        <pc:chgData name="Marz Steffen" userId="82bc8d54-e274-4a74-a55f-4ca65ccebc5f" providerId="ADAL" clId="{6A7368E2-9129-4445-AD3D-929FF7529562}" dt="2025-05-08T14:22:55.556" v="2545" actId="20577"/>
        <pc:sldMkLst>
          <pc:docMk/>
          <pc:sldMk cId="1476771343" sldId="306"/>
        </pc:sldMkLst>
        <pc:spChg chg="mod">
          <ac:chgData name="Marz Steffen" userId="82bc8d54-e274-4a74-a55f-4ca65ccebc5f" providerId="ADAL" clId="{6A7368E2-9129-4445-AD3D-929FF7529562}" dt="2025-05-08T14:16:58.445" v="2112" actId="20577"/>
          <ac:spMkLst>
            <pc:docMk/>
            <pc:sldMk cId="1476771343" sldId="306"/>
            <ac:spMk id="2" creationId="{73877969-5ADE-E568-770C-6B1591C63B2D}"/>
          </ac:spMkLst>
        </pc:spChg>
        <pc:spChg chg="mod">
          <ac:chgData name="Marz Steffen" userId="82bc8d54-e274-4a74-a55f-4ca65ccebc5f" providerId="ADAL" clId="{6A7368E2-9129-4445-AD3D-929FF7529562}" dt="2025-05-08T14:22:55.556" v="2545" actId="20577"/>
          <ac:spMkLst>
            <pc:docMk/>
            <pc:sldMk cId="1476771343" sldId="306"/>
            <ac:spMk id="3" creationId="{A8324680-3338-AF49-AF54-2846F0AAFC9E}"/>
          </ac:spMkLst>
        </pc:spChg>
      </pc:sldChg>
    </pc:docChg>
  </pc:docChgLst>
  <pc:docChgLst>
    <pc:chgData name="Briegler Christian" userId="S::christian.briegler@edu.fh-joanneum.at::f0e28576-849a-45bf-93a6-1604a9a9b0d7" providerId="AD" clId="Web-{850234A7-3D39-7E3B-0FF5-951103EB3794}"/>
    <pc:docChg chg="sldOrd">
      <pc:chgData name="Briegler Christian" userId="S::christian.briegler@edu.fh-joanneum.at::f0e28576-849a-45bf-93a6-1604a9a9b0d7" providerId="AD" clId="Web-{850234A7-3D39-7E3B-0FF5-951103EB3794}" dt="2025-05-24T09:56:27.221" v="0"/>
      <pc:docMkLst>
        <pc:docMk/>
      </pc:docMkLst>
      <pc:sldChg chg="ord">
        <pc:chgData name="Briegler Christian" userId="S::christian.briegler@edu.fh-joanneum.at::f0e28576-849a-45bf-93a6-1604a9a9b0d7" providerId="AD" clId="Web-{850234A7-3D39-7E3B-0FF5-951103EB3794}" dt="2025-05-24T09:56:27.221" v="0"/>
        <pc:sldMkLst>
          <pc:docMk/>
          <pc:sldMk cId="1476328368" sldId="259"/>
        </pc:sldMkLst>
      </pc:sldChg>
    </pc:docChg>
  </pc:docChgLst>
  <pc:docChgLst>
    <pc:chgData name="Briegler Christian" userId="S::christian.briegler@edu.fh-joanneum.at::f0e28576-849a-45bf-93a6-1604a9a9b0d7" providerId="AD" clId="Web-{80998917-ABAC-F255-2286-C59DFB2D23E0}"/>
    <pc:docChg chg="addSld delSld modSld">
      <pc:chgData name="Briegler Christian" userId="S::christian.briegler@edu.fh-joanneum.at::f0e28576-849a-45bf-93a6-1604a9a9b0d7" providerId="AD" clId="Web-{80998917-ABAC-F255-2286-C59DFB2D23E0}" dt="2025-05-08T14:43:02.581" v="455" actId="20577"/>
      <pc:docMkLst>
        <pc:docMk/>
      </pc:docMkLst>
      <pc:sldChg chg="addSp delSp modSp">
        <pc:chgData name="Briegler Christian" userId="S::christian.briegler@edu.fh-joanneum.at::f0e28576-849a-45bf-93a6-1604a9a9b0d7" providerId="AD" clId="Web-{80998917-ABAC-F255-2286-C59DFB2D23E0}" dt="2025-05-08T14:36:19.193" v="391" actId="20577"/>
        <pc:sldMkLst>
          <pc:docMk/>
          <pc:sldMk cId="1033814948" sldId="262"/>
        </pc:sldMkLst>
        <pc:spChg chg="mod">
          <ac:chgData name="Briegler Christian" userId="S::christian.briegler@edu.fh-joanneum.at::f0e28576-849a-45bf-93a6-1604a9a9b0d7" providerId="AD" clId="Web-{80998917-ABAC-F255-2286-C59DFB2D23E0}" dt="2025-05-08T12:50:07.893" v="117" actId="1076"/>
          <ac:spMkLst>
            <pc:docMk/>
            <pc:sldMk cId="1033814948" sldId="262"/>
            <ac:spMk id="8" creationId="{82EAA185-4A84-F1DB-741A-C98EA0915B1A}"/>
          </ac:spMkLst>
        </pc:spChg>
        <pc:spChg chg="mod">
          <ac:chgData name="Briegler Christian" userId="S::christian.briegler@edu.fh-joanneum.at::f0e28576-849a-45bf-93a6-1604a9a9b0d7" providerId="AD" clId="Web-{80998917-ABAC-F255-2286-C59DFB2D23E0}" dt="2025-05-08T12:45:26.153" v="88" actId="20577"/>
          <ac:spMkLst>
            <pc:docMk/>
            <pc:sldMk cId="1033814948" sldId="262"/>
            <ac:spMk id="9" creationId="{C76DA83C-0B72-F9FC-AAEE-00AA0FCE14DC}"/>
          </ac:spMkLst>
        </pc:spChg>
        <pc:spChg chg="add mod">
          <ac:chgData name="Briegler Christian" userId="S::christian.briegler@edu.fh-joanneum.at::f0e28576-849a-45bf-93a6-1604a9a9b0d7" providerId="AD" clId="Web-{80998917-ABAC-F255-2286-C59DFB2D23E0}" dt="2025-05-08T12:49:30.595" v="108" actId="20577"/>
          <ac:spMkLst>
            <pc:docMk/>
            <pc:sldMk cId="1033814948" sldId="262"/>
            <ac:spMk id="12" creationId="{5056D5CB-6EF1-0F99-889F-4FC4DF6CB130}"/>
          </ac:spMkLst>
        </pc:spChg>
        <pc:spChg chg="add mod">
          <ac:chgData name="Briegler Christian" userId="S::christian.briegler@edu.fh-joanneum.at::f0e28576-849a-45bf-93a6-1604a9a9b0d7" providerId="AD" clId="Web-{80998917-ABAC-F255-2286-C59DFB2D23E0}" dt="2025-05-08T12:49:58.580" v="115" actId="1076"/>
          <ac:spMkLst>
            <pc:docMk/>
            <pc:sldMk cId="1033814948" sldId="262"/>
            <ac:spMk id="13" creationId="{25649A85-AB74-DC6E-DF43-60C434C2B85C}"/>
          </ac:spMkLst>
        </pc:spChg>
        <pc:spChg chg="add mod">
          <ac:chgData name="Briegler Christian" userId="S::christian.briegler@edu.fh-joanneum.at::f0e28576-849a-45bf-93a6-1604a9a9b0d7" providerId="AD" clId="Web-{80998917-ABAC-F255-2286-C59DFB2D23E0}" dt="2025-05-08T12:45:00.496" v="76" actId="1076"/>
          <ac:spMkLst>
            <pc:docMk/>
            <pc:sldMk cId="1033814948" sldId="262"/>
            <ac:spMk id="14" creationId="{4D3E0800-C74D-5C4D-22BB-3A7BA5274683}"/>
          </ac:spMkLst>
        </pc:spChg>
        <pc:spChg chg="add mod">
          <ac:chgData name="Briegler Christian" userId="S::christian.briegler@edu.fh-joanneum.at::f0e28576-849a-45bf-93a6-1604a9a9b0d7" providerId="AD" clId="Web-{80998917-ABAC-F255-2286-C59DFB2D23E0}" dt="2025-05-08T14:36:19.193" v="391" actId="20577"/>
          <ac:spMkLst>
            <pc:docMk/>
            <pc:sldMk cId="1033814948" sldId="262"/>
            <ac:spMk id="15" creationId="{5115D055-F3C1-BCFB-A997-86638D3EE08F}"/>
          </ac:spMkLst>
        </pc:spChg>
        <pc:spChg chg="add mod">
          <ac:chgData name="Briegler Christian" userId="S::christian.briegler@edu.fh-joanneum.at::f0e28576-849a-45bf-93a6-1604a9a9b0d7" providerId="AD" clId="Web-{80998917-ABAC-F255-2286-C59DFB2D23E0}" dt="2025-05-08T12:45:11.981" v="78" actId="1076"/>
          <ac:spMkLst>
            <pc:docMk/>
            <pc:sldMk cId="1033814948" sldId="262"/>
            <ac:spMk id="16" creationId="{3B05AC25-32FD-A4B1-C35A-1B3A45C1B97D}"/>
          </ac:spMkLst>
        </pc:spChg>
        <pc:spChg chg="add mod">
          <ac:chgData name="Briegler Christian" userId="S::christian.briegler@edu.fh-joanneum.at::f0e28576-849a-45bf-93a6-1604a9a9b0d7" providerId="AD" clId="Web-{80998917-ABAC-F255-2286-C59DFB2D23E0}" dt="2025-05-08T12:50:14.424" v="118" actId="1076"/>
          <ac:spMkLst>
            <pc:docMk/>
            <pc:sldMk cId="1033814948" sldId="262"/>
            <ac:spMk id="17" creationId="{E5E4A7E7-149B-A43F-F5C6-CD357D0B3AB8}"/>
          </ac:spMkLst>
        </pc:spChg>
      </pc:sldChg>
      <pc:sldChg chg="addSp delSp modSp new">
        <pc:chgData name="Briegler Christian" userId="S::christian.briegler@edu.fh-joanneum.at::f0e28576-849a-45bf-93a6-1604a9a9b0d7" providerId="AD" clId="Web-{80998917-ABAC-F255-2286-C59DFB2D23E0}" dt="2025-05-08T14:15:34.745" v="289" actId="20577"/>
        <pc:sldMkLst>
          <pc:docMk/>
          <pc:sldMk cId="2125101166" sldId="270"/>
        </pc:sldMkLst>
        <pc:spChg chg="add mod">
          <ac:chgData name="Briegler Christian" userId="S::christian.briegler@edu.fh-joanneum.at::f0e28576-849a-45bf-93a6-1604a9a9b0d7" providerId="AD" clId="Web-{80998917-ABAC-F255-2286-C59DFB2D23E0}" dt="2025-05-08T14:10:18.841" v="252" actId="1076"/>
          <ac:spMkLst>
            <pc:docMk/>
            <pc:sldMk cId="2125101166" sldId="270"/>
            <ac:spMk id="14" creationId="{A2FD5E0E-6085-9B67-CE0C-D627764FC4E3}"/>
          </ac:spMkLst>
        </pc:spChg>
        <pc:spChg chg="add mod">
          <ac:chgData name="Briegler Christian" userId="S::christian.briegler@edu.fh-joanneum.at::f0e28576-849a-45bf-93a6-1604a9a9b0d7" providerId="AD" clId="Web-{80998917-ABAC-F255-2286-C59DFB2D23E0}" dt="2025-05-08T14:11:19.637" v="256" actId="1076"/>
          <ac:spMkLst>
            <pc:docMk/>
            <pc:sldMk cId="2125101166" sldId="270"/>
            <ac:spMk id="15" creationId="{F08350A8-9F22-9718-D206-696C06539961}"/>
          </ac:spMkLst>
        </pc:spChg>
        <pc:spChg chg="add mod">
          <ac:chgData name="Briegler Christian" userId="S::christian.briegler@edu.fh-joanneum.at::f0e28576-849a-45bf-93a6-1604a9a9b0d7" providerId="AD" clId="Web-{80998917-ABAC-F255-2286-C59DFB2D23E0}" dt="2025-05-08T14:15:25.151" v="279" actId="20577"/>
          <ac:spMkLst>
            <pc:docMk/>
            <pc:sldMk cId="2125101166" sldId="270"/>
            <ac:spMk id="19" creationId="{101C5691-F126-F331-E975-6016022B506F}"/>
          </ac:spMkLst>
        </pc:spChg>
        <pc:spChg chg="add mod">
          <ac:chgData name="Briegler Christian" userId="S::christian.briegler@edu.fh-joanneum.at::f0e28576-849a-45bf-93a6-1604a9a9b0d7" providerId="AD" clId="Web-{80998917-ABAC-F255-2286-C59DFB2D23E0}" dt="2025-05-08T14:15:34.745" v="289" actId="20577"/>
          <ac:spMkLst>
            <pc:docMk/>
            <pc:sldMk cId="2125101166" sldId="270"/>
            <ac:spMk id="20" creationId="{2B7CBC4E-6EBD-B702-2024-C5B7E6C0D939}"/>
          </ac:spMkLst>
        </pc:spChg>
        <pc:picChg chg="add mod ord">
          <ac:chgData name="Briegler Christian" userId="S::christian.briegler@edu.fh-joanneum.at::f0e28576-849a-45bf-93a6-1604a9a9b0d7" providerId="AD" clId="Web-{80998917-ABAC-F255-2286-C59DFB2D23E0}" dt="2025-05-08T14:05:50.014" v="202" actId="1076"/>
          <ac:picMkLst>
            <pc:docMk/>
            <pc:sldMk cId="2125101166" sldId="270"/>
            <ac:picMk id="7" creationId="{72E386C2-767F-58C9-A5FF-3A7E6DFCCD2C}"/>
          </ac:picMkLst>
        </pc:picChg>
      </pc:sldChg>
      <pc:sldChg chg="addSp delSp modSp">
        <pc:chgData name="Briegler Christian" userId="S::christian.briegler@edu.fh-joanneum.at::f0e28576-849a-45bf-93a6-1604a9a9b0d7" providerId="AD" clId="Web-{80998917-ABAC-F255-2286-C59DFB2D23E0}" dt="2025-05-08T14:43:02.581" v="455" actId="20577"/>
        <pc:sldMkLst>
          <pc:docMk/>
          <pc:sldMk cId="1520389984" sldId="271"/>
        </pc:sldMkLst>
        <pc:spChg chg="add mod">
          <ac:chgData name="Briegler Christian" userId="S::christian.briegler@edu.fh-joanneum.at::f0e28576-849a-45bf-93a6-1604a9a9b0d7" providerId="AD" clId="Web-{80998917-ABAC-F255-2286-C59DFB2D23E0}" dt="2025-05-08T14:43:02.581" v="455" actId="20577"/>
          <ac:spMkLst>
            <pc:docMk/>
            <pc:sldMk cId="1520389984" sldId="271"/>
            <ac:spMk id="4" creationId="{248B14C0-0729-A914-964B-6F7596D3007D}"/>
          </ac:spMkLst>
        </pc:spChg>
        <pc:spChg chg="mod">
          <ac:chgData name="Briegler Christian" userId="S::christian.briegler@edu.fh-joanneum.at::f0e28576-849a-45bf-93a6-1604a9a9b0d7" providerId="AD" clId="Web-{80998917-ABAC-F255-2286-C59DFB2D23E0}" dt="2025-05-08T14:41:25.081" v="443" actId="20577"/>
          <ac:spMkLst>
            <pc:docMk/>
            <pc:sldMk cId="1520389984" sldId="271"/>
            <ac:spMk id="14" creationId="{C479BE45-F14D-4408-4716-6D7CD69EF48F}"/>
          </ac:spMkLst>
        </pc:spChg>
        <pc:picChg chg="add del mod modCrop">
          <ac:chgData name="Briegler Christian" userId="S::christian.briegler@edu.fh-joanneum.at::f0e28576-849a-45bf-93a6-1604a9a9b0d7" providerId="AD" clId="Web-{80998917-ABAC-F255-2286-C59DFB2D23E0}" dt="2025-05-08T14:42:20.253" v="447"/>
          <ac:picMkLst>
            <pc:docMk/>
            <pc:sldMk cId="1520389984" sldId="271"/>
            <ac:picMk id="7" creationId="{8F6324D0-D5D4-5106-D72B-466F3D56E996}"/>
          </ac:picMkLst>
        </pc:picChg>
      </pc:sldChg>
      <pc:sldChg chg="addSp delSp modSp new mod modShow">
        <pc:chgData name="Briegler Christian" userId="S::christian.briegler@edu.fh-joanneum.at::f0e28576-849a-45bf-93a6-1604a9a9b0d7" providerId="AD" clId="Web-{80998917-ABAC-F255-2286-C59DFB2D23E0}" dt="2025-05-08T14:29:56.614" v="383"/>
        <pc:sldMkLst>
          <pc:docMk/>
          <pc:sldMk cId="2576544508" sldId="307"/>
        </pc:sldMkLst>
        <pc:spChg chg="add mod">
          <ac:chgData name="Briegler Christian" userId="S::christian.briegler@edu.fh-joanneum.at::f0e28576-849a-45bf-93a6-1604a9a9b0d7" providerId="AD" clId="Web-{80998917-ABAC-F255-2286-C59DFB2D23E0}" dt="2025-05-08T14:26:41.756" v="365" actId="20577"/>
          <ac:spMkLst>
            <pc:docMk/>
            <pc:sldMk cId="2576544508" sldId="307"/>
            <ac:spMk id="11" creationId="{7712546A-9516-4123-CEF2-8E59E34908C6}"/>
          </ac:spMkLst>
        </pc:spChg>
        <pc:spChg chg="add mod">
          <ac:chgData name="Briegler Christian" userId="S::christian.briegler@edu.fh-joanneum.at::f0e28576-849a-45bf-93a6-1604a9a9b0d7" providerId="AD" clId="Web-{80998917-ABAC-F255-2286-C59DFB2D23E0}" dt="2025-05-08T14:26:47.522" v="368" actId="20577"/>
          <ac:spMkLst>
            <pc:docMk/>
            <pc:sldMk cId="2576544508" sldId="307"/>
            <ac:spMk id="19" creationId="{03C08699-CF10-EBD0-C5DE-BA3EA7EDA0DF}"/>
          </ac:spMkLst>
        </pc:spChg>
      </pc:sldChg>
      <pc:sldChg chg="delSp modSp new del">
        <pc:chgData name="Briegler Christian" userId="S::christian.briegler@edu.fh-joanneum.at::f0e28576-849a-45bf-93a6-1604a9a9b0d7" providerId="AD" clId="Web-{80998917-ABAC-F255-2286-C59DFB2D23E0}" dt="2025-05-08T14:30:04.492" v="385"/>
        <pc:sldMkLst>
          <pc:docMk/>
          <pc:sldMk cId="3467007004" sldId="312"/>
        </pc:sldMkLst>
      </pc:sldChg>
      <pc:sldChg chg="addSp delSp modSp new mod modShow">
        <pc:chgData name="Briegler Christian" userId="S::christian.briegler@edu.fh-joanneum.at::f0e28576-849a-45bf-93a6-1604a9a9b0d7" providerId="AD" clId="Web-{80998917-ABAC-F255-2286-C59DFB2D23E0}" dt="2025-05-08T14:29:58.692" v="384"/>
        <pc:sldMkLst>
          <pc:docMk/>
          <pc:sldMk cId="299607091" sldId="315"/>
        </pc:sldMkLst>
        <pc:spChg chg="mod">
          <ac:chgData name="Briegler Christian" userId="S::christian.briegler@edu.fh-joanneum.at::f0e28576-849a-45bf-93a6-1604a9a9b0d7" providerId="AD" clId="Web-{80998917-ABAC-F255-2286-C59DFB2D23E0}" dt="2025-05-08T14:29:08.177" v="382" actId="20577"/>
          <ac:spMkLst>
            <pc:docMk/>
            <pc:sldMk cId="299607091" sldId="315"/>
            <ac:spMk id="3" creationId="{179FC6D6-EBA6-6059-ADE8-8FE9B0B0CC5F}"/>
          </ac:spMkLst>
        </pc:spChg>
      </pc:sldChg>
    </pc:docChg>
  </pc:docChgLst>
  <pc:docChgLst>
    <pc:chgData name="Briegler Christian" userId="S::christian.briegler@edu.fh-joanneum.at::f0e28576-849a-45bf-93a6-1604a9a9b0d7" providerId="AD" clId="Web-{633C3F47-B0D4-6412-EF2D-9F09676B62C0}"/>
    <pc:docChg chg="addSld modSld">
      <pc:chgData name="Briegler Christian" userId="S::christian.briegler@edu.fh-joanneum.at::f0e28576-849a-45bf-93a6-1604a9a9b0d7" providerId="AD" clId="Web-{633C3F47-B0D4-6412-EF2D-9F09676B62C0}" dt="2025-05-08T12:20:14" v="50" actId="20577"/>
      <pc:docMkLst>
        <pc:docMk/>
      </pc:docMkLst>
      <pc:sldChg chg="addSp delSp modSp">
        <pc:chgData name="Briegler Christian" userId="S::christian.briegler@edu.fh-joanneum.at::f0e28576-849a-45bf-93a6-1604a9a9b0d7" providerId="AD" clId="Web-{633C3F47-B0D4-6412-EF2D-9F09676B62C0}" dt="2025-05-08T12:15:52.467" v="34"/>
        <pc:sldMkLst>
          <pc:docMk/>
          <pc:sldMk cId="2373010212" sldId="261"/>
        </pc:sldMkLst>
        <pc:spChg chg="add mod">
          <ac:chgData name="Briegler Christian" userId="S::christian.briegler@edu.fh-joanneum.at::f0e28576-849a-45bf-93a6-1604a9a9b0d7" providerId="AD" clId="Web-{633C3F47-B0D4-6412-EF2D-9F09676B62C0}" dt="2025-05-08T12:04:31.121" v="5" actId="1076"/>
          <ac:spMkLst>
            <pc:docMk/>
            <pc:sldMk cId="2373010212" sldId="261"/>
            <ac:spMk id="9" creationId="{693061D7-AFA9-26CB-871B-6FF7CB775B35}"/>
          </ac:spMkLst>
        </pc:spChg>
        <pc:graphicFrameChg chg="add mod ord modGraphic">
          <ac:chgData name="Briegler Christian" userId="S::christian.briegler@edu.fh-joanneum.at::f0e28576-849a-45bf-93a6-1604a9a9b0d7" providerId="AD" clId="Web-{633C3F47-B0D4-6412-EF2D-9F09676B62C0}" dt="2025-05-08T12:15:52.467" v="34"/>
          <ac:graphicFrameMkLst>
            <pc:docMk/>
            <pc:sldMk cId="2373010212" sldId="261"/>
            <ac:graphicFrameMk id="8" creationId="{43CACD9B-1EFF-45BA-2285-AC93EE4D84D3}"/>
          </ac:graphicFrameMkLst>
        </pc:graphicFrameChg>
      </pc:sldChg>
      <pc:sldChg chg="modSp new">
        <pc:chgData name="Briegler Christian" userId="S::christian.briegler@edu.fh-joanneum.at::f0e28576-849a-45bf-93a6-1604a9a9b0d7" providerId="AD" clId="Web-{633C3F47-B0D4-6412-EF2D-9F09676B62C0}" dt="2025-05-08T12:20:14" v="50" actId="20577"/>
        <pc:sldMkLst>
          <pc:docMk/>
          <pc:sldMk cId="1182086841" sldId="267"/>
        </pc:sldMkLst>
      </pc:sldChg>
    </pc:docChg>
  </pc:docChgLst>
  <pc:docChgLst>
    <pc:chgData name="Briegler Christian" userId="S::christian.briegler@edu.fh-joanneum.at::f0e28576-849a-45bf-93a6-1604a9a9b0d7" providerId="AD" clId="Web-{21C2603A-73B5-1A89-6EFD-2B33C432F7B3}"/>
    <pc:docChg chg="addSld modSld">
      <pc:chgData name="Briegler Christian" userId="S::christian.briegler@edu.fh-joanneum.at::f0e28576-849a-45bf-93a6-1604a9a9b0d7" providerId="AD" clId="Web-{21C2603A-73B5-1A89-6EFD-2B33C432F7B3}" dt="2025-05-08T13:08:14.928" v="47" actId="1076"/>
      <pc:docMkLst>
        <pc:docMk/>
      </pc:docMkLst>
      <pc:sldChg chg="addSp modSp">
        <pc:chgData name="Briegler Christian" userId="S::christian.briegler@edu.fh-joanneum.at::f0e28576-849a-45bf-93a6-1604a9a9b0d7" providerId="AD" clId="Web-{21C2603A-73B5-1A89-6EFD-2B33C432F7B3}" dt="2025-05-08T12:28:49.382" v="31" actId="20577"/>
        <pc:sldMkLst>
          <pc:docMk/>
          <pc:sldMk cId="1033814948" sldId="262"/>
        </pc:sldMkLst>
        <pc:spChg chg="mod">
          <ac:chgData name="Briegler Christian" userId="S::christian.briegler@edu.fh-joanneum.at::f0e28576-849a-45bf-93a6-1604a9a9b0d7" providerId="AD" clId="Web-{21C2603A-73B5-1A89-6EFD-2B33C432F7B3}" dt="2025-05-08T12:27:31.148" v="2" actId="1076"/>
          <ac:spMkLst>
            <pc:docMk/>
            <pc:sldMk cId="1033814948" sldId="262"/>
            <ac:spMk id="8" creationId="{82EAA185-4A84-F1DB-741A-C98EA0915B1A}"/>
          </ac:spMkLst>
        </pc:spChg>
      </pc:sldChg>
      <pc:sldChg chg="addSp delSp modSp new mod modClrScheme chgLayout">
        <pc:chgData name="Briegler Christian" userId="S::christian.briegler@edu.fh-joanneum.at::f0e28576-849a-45bf-93a6-1604a9a9b0d7" providerId="AD" clId="Web-{21C2603A-73B5-1A89-6EFD-2B33C432F7B3}" dt="2025-05-08T13:08:14.928" v="47" actId="1076"/>
        <pc:sldMkLst>
          <pc:docMk/>
          <pc:sldMk cId="1520389984" sldId="271"/>
        </pc:sldMkLst>
        <pc:spChg chg="mod modVis">
          <ac:chgData name="Briegler Christian" userId="S::christian.briegler@edu.fh-joanneum.at::f0e28576-849a-45bf-93a6-1604a9a9b0d7" providerId="AD" clId="Web-{21C2603A-73B5-1A89-6EFD-2B33C432F7B3}" dt="2025-05-08T13:06:14.864" v="34"/>
          <ac:spMkLst>
            <pc:docMk/>
            <pc:sldMk cId="1520389984" sldId="271"/>
            <ac:spMk id="6" creationId="{E6849379-9E5F-3E01-7447-C7047D0EE197}"/>
          </ac:spMkLst>
        </pc:spChg>
        <pc:spChg chg="add mod">
          <ac:chgData name="Briegler Christian" userId="S::christian.briegler@edu.fh-joanneum.at::f0e28576-849a-45bf-93a6-1604a9a9b0d7" providerId="AD" clId="Web-{21C2603A-73B5-1A89-6EFD-2B33C432F7B3}" dt="2025-05-08T13:08:08.553" v="45" actId="14100"/>
          <ac:spMkLst>
            <pc:docMk/>
            <pc:sldMk cId="1520389984" sldId="271"/>
            <ac:spMk id="14" creationId="{C479BE45-F14D-4408-4716-6D7CD69EF48F}"/>
          </ac:spMkLst>
        </pc:spChg>
        <pc:spChg chg="add mod">
          <ac:chgData name="Briegler Christian" userId="S::christian.briegler@edu.fh-joanneum.at::f0e28576-849a-45bf-93a6-1604a9a9b0d7" providerId="AD" clId="Web-{21C2603A-73B5-1A89-6EFD-2B33C432F7B3}" dt="2025-05-08T13:07:57.131" v="43"/>
          <ac:spMkLst>
            <pc:docMk/>
            <pc:sldMk cId="1520389984" sldId="271"/>
            <ac:spMk id="20" creationId="{39D9B68A-7E66-5D50-E371-2FBCEAB630F2}"/>
          </ac:spMkLst>
        </pc:spChg>
        <pc:spChg chg="add mod">
          <ac:chgData name="Briegler Christian" userId="S::christian.briegler@edu.fh-joanneum.at::f0e28576-849a-45bf-93a6-1604a9a9b0d7" providerId="AD" clId="Web-{21C2603A-73B5-1A89-6EFD-2B33C432F7B3}" dt="2025-05-08T13:07:57.131" v="43"/>
          <ac:spMkLst>
            <pc:docMk/>
            <pc:sldMk cId="1520389984" sldId="271"/>
            <ac:spMk id="27" creationId="{751C6DAA-C7DE-001F-BB65-E22E3B554C64}"/>
          </ac:spMkLst>
        </pc:spChg>
        <pc:spChg chg="add mod">
          <ac:chgData name="Briegler Christian" userId="S::christian.briegler@edu.fh-joanneum.at::f0e28576-849a-45bf-93a6-1604a9a9b0d7" providerId="AD" clId="Web-{21C2603A-73B5-1A89-6EFD-2B33C432F7B3}" dt="2025-05-08T13:07:57.131" v="43"/>
          <ac:spMkLst>
            <pc:docMk/>
            <pc:sldMk cId="1520389984" sldId="271"/>
            <ac:spMk id="29" creationId="{231A8D65-2B9A-D082-F5F0-D362EEC858A2}"/>
          </ac:spMkLst>
        </pc:spChg>
        <pc:picChg chg="add mod ord">
          <ac:chgData name="Briegler Christian" userId="S::christian.briegler@edu.fh-joanneum.at::f0e28576-849a-45bf-93a6-1604a9a9b0d7" providerId="AD" clId="Web-{21C2603A-73B5-1A89-6EFD-2B33C432F7B3}" dt="2025-05-08T13:08:14.928" v="47" actId="1076"/>
          <ac:picMkLst>
            <pc:docMk/>
            <pc:sldMk cId="1520389984" sldId="271"/>
            <ac:picMk id="7" creationId="{8F6324D0-D5D4-5106-D72B-466F3D56E99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berschrift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389A364-0348-2F43-99DF-D2B200CF0081}" type="datetimeFigureOut">
              <a:rPr lang="de-DE" smtClean="0"/>
              <a:t>24.05.2025</a:t>
            </a:fld>
            <a:endParaRPr lang="de-DE"/>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65E9922-510D-BA4D-8EA2-480C80FDB60E}" type="slidenum">
              <a:rPr lang="de-DE" smtClean="0"/>
              <a:t>‹#›</a:t>
            </a:fld>
            <a:endParaRPr lang="de-DE"/>
          </a:p>
        </p:txBody>
      </p:sp>
    </p:spTree>
    <p:extLst>
      <p:ext uri="{BB962C8B-B14F-4D97-AF65-F5344CB8AC3E}">
        <p14:creationId xmlns:p14="http://schemas.microsoft.com/office/powerpoint/2010/main" val="42665124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AT"/>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19BEE0-598C-4858-A439-753E34679212}" type="datetimeFigureOut">
              <a:rPr lang="de-AT" smtClean="0"/>
              <a:t>24.05.2025</a:t>
            </a:fld>
            <a:endParaRPr lang="de-AT"/>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AT"/>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FEA223-4F50-4DD6-9CC4-15E4F51256E0}" type="slidenum">
              <a:rPr lang="de-AT" smtClean="0"/>
              <a:t>‹#›</a:t>
            </a:fld>
            <a:endParaRPr lang="de-AT"/>
          </a:p>
        </p:txBody>
      </p:sp>
    </p:spTree>
    <p:extLst>
      <p:ext uri="{BB962C8B-B14F-4D97-AF65-F5344CB8AC3E}">
        <p14:creationId xmlns:p14="http://schemas.microsoft.com/office/powerpoint/2010/main" val="421254536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2AFEA223-4F50-4DD6-9CC4-15E4F51256E0}" type="slidenum">
              <a:rPr lang="de-AT" smtClean="0"/>
              <a:t>3</a:t>
            </a:fld>
            <a:endParaRPr lang="de-AT"/>
          </a:p>
        </p:txBody>
      </p:sp>
    </p:spTree>
    <p:extLst>
      <p:ext uri="{BB962C8B-B14F-4D97-AF65-F5344CB8AC3E}">
        <p14:creationId xmlns:p14="http://schemas.microsoft.com/office/powerpoint/2010/main" val="3135167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2AFEA223-4F50-4DD6-9CC4-15E4F51256E0}" type="slidenum">
              <a:rPr lang="de-AT" smtClean="0"/>
              <a:t>11</a:t>
            </a:fld>
            <a:endParaRPr lang="de-AT"/>
          </a:p>
        </p:txBody>
      </p:sp>
    </p:spTree>
    <p:extLst>
      <p:ext uri="{BB962C8B-B14F-4D97-AF65-F5344CB8AC3E}">
        <p14:creationId xmlns:p14="http://schemas.microsoft.com/office/powerpoint/2010/main" val="946633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None/>
            </a:pPr>
            <a:r>
              <a:rPr lang="de-DE" b="1"/>
              <a:t>Datensicherheit und Datenschutz:</a:t>
            </a:r>
            <a:endParaRPr lang="de-DE"/>
          </a:p>
          <a:p>
            <a:pPr>
              <a:buFont typeface="Arial" panose="020B0604020202020204" pitchFamily="34" charset="0"/>
              <a:buChar char="•"/>
            </a:pPr>
            <a:r>
              <a:rPr lang="de-DE" b="1"/>
              <a:t>Maßnahmen:</a:t>
            </a:r>
            <a:r>
              <a:rPr lang="de-DE"/>
              <a:t> </a:t>
            </a:r>
          </a:p>
          <a:p>
            <a:pPr marL="742950" lvl="1" indent="-285750">
              <a:buFont typeface="Arial" panose="020B0604020202020204" pitchFamily="34" charset="0"/>
              <a:buChar char="•"/>
            </a:pPr>
            <a:r>
              <a:rPr lang="de-DE"/>
              <a:t>Implementierung eines robusten Informationssicherheits-Managementsystems (ISMS), orientiert an Standards wie ISO 27001 oder B3S für KRITIS-Kliniken.</a:t>
            </a:r>
          </a:p>
          <a:p>
            <a:pPr marL="742950" lvl="1" indent="-285750">
              <a:buFont typeface="Arial" panose="020B0604020202020204" pitchFamily="34" charset="0"/>
              <a:buChar char="•"/>
            </a:pPr>
            <a:r>
              <a:rPr lang="de-DE"/>
              <a:t>Strenge Zugriffskontrollen, Datenverschlüsselung (End-</a:t>
            </a:r>
            <a:r>
              <a:rPr lang="de-DE" err="1"/>
              <a:t>to</a:t>
            </a:r>
            <a:r>
              <a:rPr lang="de-DE"/>
              <a:t>-End), regelmäßige Sicherheitsaudits und Penetrationstests.</a:t>
            </a:r>
          </a:p>
          <a:p>
            <a:pPr marL="742950" lvl="1" indent="-285750">
              <a:buFont typeface="Arial" panose="020B0604020202020204" pitchFamily="34" charset="0"/>
              <a:buChar char="•"/>
            </a:pPr>
            <a:r>
              <a:rPr lang="de-DE"/>
              <a:t>Durchführung von Datenschutz-Folgenabschätzungen (DSFA) für neue IT-Systeme.</a:t>
            </a:r>
          </a:p>
          <a:p>
            <a:pPr marL="742950" lvl="1" indent="-285750">
              <a:buFont typeface="Arial" panose="020B0604020202020204" pitchFamily="34" charset="0"/>
              <a:buChar char="•"/>
            </a:pPr>
            <a:r>
              <a:rPr lang="de-DE"/>
              <a:t>Kontinuierliche Schulung der Mitarbeitenden zu Datenschutz und IT-Sicherheit.</a:t>
            </a:r>
          </a:p>
          <a:p>
            <a:pPr marL="457200" lvl="1" indent="0">
              <a:buFont typeface="Arial" panose="020B0604020202020204" pitchFamily="34" charset="0"/>
              <a:buNone/>
            </a:pPr>
            <a:endParaRPr lang="de-DE"/>
          </a:p>
          <a:p>
            <a:pPr marL="457200" lvl="1" indent="0">
              <a:buFont typeface="Arial" panose="020B0604020202020204" pitchFamily="34" charset="0"/>
              <a:buNone/>
            </a:pPr>
            <a:endParaRPr lang="de-DE"/>
          </a:p>
          <a:p>
            <a:pPr>
              <a:buNone/>
            </a:pPr>
            <a:r>
              <a:rPr lang="de-DE" b="1"/>
              <a:t>Systemintegration und Interoperabilität:</a:t>
            </a:r>
            <a:endParaRPr lang="de-DE"/>
          </a:p>
          <a:p>
            <a:pPr>
              <a:buFont typeface="Arial" panose="020B0604020202020204" pitchFamily="34" charset="0"/>
              <a:buNone/>
            </a:pPr>
            <a:r>
              <a:rPr lang="de-DE" b="1"/>
              <a:t>Maßnahmen:</a:t>
            </a:r>
            <a:r>
              <a:rPr lang="de-DE"/>
              <a:t> </a:t>
            </a:r>
          </a:p>
          <a:p>
            <a:pPr marL="742950" lvl="1" indent="-285750">
              <a:buFont typeface="Arial" panose="020B0604020202020204" pitchFamily="34" charset="0"/>
              <a:buChar char="•"/>
            </a:pPr>
            <a:r>
              <a:rPr lang="de-DE"/>
              <a:t>Etablierung einer serviceorientierten Architektur mit standardisierten Schnittstellen (z.B. HL7, FHIR, IHE-Profile) für alle Kernanwendungen (KIS, RIS, PACS, Labor, EPA, Patientenportal, Telemedizin).</a:t>
            </a:r>
          </a:p>
          <a:p>
            <a:pPr marL="742950" lvl="1" indent="-285750">
              <a:buFont typeface="Arial" panose="020B0604020202020204" pitchFamily="34" charset="0"/>
              <a:buChar char="•"/>
            </a:pPr>
            <a:r>
              <a:rPr lang="de-DE"/>
              <a:t>Sicherstellung der Anbindung an die Telematikinfrastruktur (TI) und Unterstützung der elektronischen Patientenakte (</a:t>
            </a:r>
            <a:r>
              <a:rPr lang="de-DE" err="1"/>
              <a:t>ePA</a:t>
            </a:r>
            <a:r>
              <a:rPr lang="de-DE"/>
              <a:t>).</a:t>
            </a:r>
          </a:p>
          <a:p>
            <a:pPr marL="742950" lvl="1" indent="-285750">
              <a:buFont typeface="Arial" panose="020B0604020202020204" pitchFamily="34" charset="0"/>
              <a:buChar char="•"/>
            </a:pPr>
            <a:r>
              <a:rPr lang="de-DE"/>
              <a:t>Management und Pflege der Schnittstellenlandschaft zur Vermeidung von Datensilos und Medienbrüchen.</a:t>
            </a:r>
          </a:p>
          <a:p>
            <a:pPr marL="457200" lvl="1" indent="0">
              <a:buFont typeface="Arial" panose="020B0604020202020204" pitchFamily="34" charset="0"/>
              <a:buNone/>
            </a:pPr>
            <a:endParaRPr lang="de-DE"/>
          </a:p>
          <a:p>
            <a:pPr marL="457200" lvl="1" indent="0">
              <a:buFont typeface="Arial" panose="020B0604020202020204" pitchFamily="34" charset="0"/>
              <a:buNone/>
            </a:pPr>
            <a:endParaRPr lang="de-DE"/>
          </a:p>
          <a:p>
            <a:pPr>
              <a:buNone/>
            </a:pPr>
            <a:r>
              <a:rPr lang="de-DE" b="1"/>
              <a:t>Digitale Transformation (KI, Big Data, Cloud, Telemedizin):</a:t>
            </a:r>
            <a:endParaRPr lang="de-DE"/>
          </a:p>
          <a:p>
            <a:pPr>
              <a:buFont typeface="Arial" panose="020B0604020202020204" pitchFamily="34" charset="0"/>
              <a:buNone/>
            </a:pPr>
            <a:r>
              <a:rPr lang="de-DE" b="1"/>
              <a:t>Maßnahmen:</a:t>
            </a:r>
            <a:r>
              <a:rPr lang="de-DE"/>
              <a:t> </a:t>
            </a:r>
          </a:p>
          <a:p>
            <a:pPr marL="742950" lvl="1" indent="-285750">
              <a:buFont typeface="Arial" panose="020B0604020202020204" pitchFamily="34" charset="0"/>
              <a:buChar char="•"/>
            </a:pPr>
            <a:r>
              <a:rPr lang="de-DE"/>
              <a:t>Implementierung und Weiterentwicklung von Telemedizin-Lösungen und eines umfassenden Patientenportals als strategische Kernprojekte.</a:t>
            </a:r>
          </a:p>
          <a:p>
            <a:pPr marL="742950" lvl="1" indent="-285750">
              <a:buFont typeface="Arial" panose="020B0604020202020204" pitchFamily="34" charset="0"/>
              <a:buChar char="•"/>
            </a:pPr>
            <a:r>
              <a:rPr lang="de-DE"/>
              <a:t>Prüfung und Einsatz von KI-basierten Systemen zur Diagnostikunterstützung (z.B. Bildanalyse) und Therapieplanung.</a:t>
            </a:r>
          </a:p>
          <a:p>
            <a:pPr marL="742950" lvl="1" indent="-285750">
              <a:buFont typeface="Arial" panose="020B0604020202020204" pitchFamily="34" charset="0"/>
              <a:buChar char="•"/>
            </a:pPr>
            <a:r>
              <a:rPr lang="de-DE"/>
              <a:t>Nutzung von Cloud-Technologien für Skalierbarkeit und Flexibilität bei Anwendungen und Datenspeicherung, unter strenger Beachtung von Sicherheits- und Datenschutzanforderungen.</a:t>
            </a:r>
          </a:p>
          <a:p>
            <a:pPr marL="742950" lvl="1" indent="-285750">
              <a:buFont typeface="Arial" panose="020B0604020202020204" pitchFamily="34" charset="0"/>
              <a:buChar char="•"/>
            </a:pPr>
            <a:r>
              <a:rPr lang="de-DE"/>
              <a:t>Aufbau von Kompetenzen im Bereich Datenanalyse (Big Data) zur Optimierung von Behandlungspfaden und Ressourceneinsatz (langfristiges Ziel).</a:t>
            </a:r>
          </a:p>
          <a:p>
            <a:pPr>
              <a:buNone/>
            </a:pPr>
            <a:endParaRPr lang="de-DE" b="1"/>
          </a:p>
          <a:p>
            <a:pPr>
              <a:buNone/>
            </a:pPr>
            <a:endParaRPr lang="de-DE" b="1"/>
          </a:p>
          <a:p>
            <a:pPr>
              <a:buNone/>
            </a:pPr>
            <a:r>
              <a:rPr lang="de-DE" b="1"/>
              <a:t>IT-Infrastruktur und Betrieb:</a:t>
            </a:r>
            <a:endParaRPr lang="de-DE"/>
          </a:p>
          <a:p>
            <a:pPr>
              <a:buFont typeface="Arial" panose="020B0604020202020204" pitchFamily="34" charset="0"/>
              <a:buNone/>
            </a:pPr>
            <a:r>
              <a:rPr lang="de-DE" b="1"/>
              <a:t>Maßnahmen:</a:t>
            </a:r>
            <a:r>
              <a:rPr lang="de-DE"/>
              <a:t> </a:t>
            </a:r>
          </a:p>
          <a:p>
            <a:pPr marL="742950" lvl="1" indent="-285750">
              <a:buFont typeface="Arial" panose="020B0604020202020204" pitchFamily="34" charset="0"/>
              <a:buChar char="•"/>
            </a:pPr>
            <a:r>
              <a:rPr lang="de-DE"/>
              <a:t>Aufbau einer modernen Netzwerkinfrastruktur (ggf. mit Netzsegmentierung).</a:t>
            </a:r>
          </a:p>
          <a:p>
            <a:pPr marL="742950" lvl="1" indent="-285750">
              <a:buFont typeface="Arial" panose="020B0604020202020204" pitchFamily="34" charset="0"/>
              <a:buChar char="•"/>
            </a:pPr>
            <a:r>
              <a:rPr lang="de-DE"/>
              <a:t>Implementierung eines proaktiven Monitorings aller kritischen Systeme und Anwendungen.</a:t>
            </a:r>
          </a:p>
          <a:p>
            <a:pPr marL="742950" lvl="1" indent="-285750">
              <a:buFont typeface="Arial" panose="020B0604020202020204" pitchFamily="34" charset="0"/>
              <a:buChar char="•"/>
            </a:pPr>
            <a:r>
              <a:rPr lang="de-DE"/>
              <a:t>Regelmäßige Wartung, Patch-Management und Erneuerung der Hard- und Software.</a:t>
            </a:r>
          </a:p>
          <a:p>
            <a:pPr marL="742950" lvl="1" indent="-285750">
              <a:buFont typeface="Arial" panose="020B0604020202020204" pitchFamily="34" charset="0"/>
              <a:buChar char="•"/>
            </a:pPr>
            <a:r>
              <a:rPr lang="de-DE"/>
              <a:t>Entwicklung und Umsetzung eines umfassenden IT-Notfallkonzepts (</a:t>
            </a:r>
            <a:r>
              <a:rPr lang="de-DE" err="1"/>
              <a:t>Disaster</a:t>
            </a:r>
            <a:r>
              <a:rPr lang="de-DE"/>
              <a:t> Recovery, Business Continuity Management) inklusive regelmäßiger Tests.</a:t>
            </a:r>
          </a:p>
          <a:p>
            <a:pPr marL="742950" lvl="1" indent="-285750">
              <a:buFont typeface="Arial" panose="020B0604020202020204" pitchFamily="34" charset="0"/>
              <a:buChar char="•"/>
            </a:pPr>
            <a:r>
              <a:rPr lang="de-DE"/>
              <a:t>Kompetenter IT-Support für alle </a:t>
            </a:r>
            <a:r>
              <a:rPr lang="de-DE" err="1"/>
              <a:t>Anwender:innen</a:t>
            </a:r>
            <a:r>
              <a:rPr lang="de-DE"/>
              <a:t>.</a:t>
            </a:r>
          </a:p>
          <a:p>
            <a:endParaRPr lang="de-DE"/>
          </a:p>
        </p:txBody>
      </p:sp>
      <p:sp>
        <p:nvSpPr>
          <p:cNvPr id="4" name="Foliennummernplatzhalter 3"/>
          <p:cNvSpPr>
            <a:spLocks noGrp="1"/>
          </p:cNvSpPr>
          <p:nvPr>
            <p:ph type="sldNum" sz="quarter" idx="5"/>
          </p:nvPr>
        </p:nvSpPr>
        <p:spPr/>
        <p:txBody>
          <a:bodyPr/>
          <a:lstStyle/>
          <a:p>
            <a:fld id="{2AFEA223-4F50-4DD6-9CC4-15E4F51256E0}" type="slidenum">
              <a:rPr lang="de-AT" smtClean="0"/>
              <a:t>23</a:t>
            </a:fld>
            <a:endParaRPr lang="de-AT"/>
          </a:p>
        </p:txBody>
      </p:sp>
    </p:spTree>
    <p:extLst>
      <p:ext uri="{BB962C8B-B14F-4D97-AF65-F5344CB8AC3E}">
        <p14:creationId xmlns:p14="http://schemas.microsoft.com/office/powerpoint/2010/main" val="1641056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Font typeface="Arial" panose="020B0604020202020204" pitchFamily="34" charset="0"/>
              <a:buNone/>
            </a:pPr>
            <a:r>
              <a:rPr lang="de-DE" b="1"/>
              <a:t>Elektronische Patientenakten (EPA) und Dokumentationssysteme:</a:t>
            </a:r>
            <a:r>
              <a:rPr lang="de-DE"/>
              <a:t> </a:t>
            </a:r>
          </a:p>
          <a:p>
            <a:pPr>
              <a:buFont typeface="Arial" panose="020B0604020202020204" pitchFamily="34" charset="0"/>
              <a:buChar char="•"/>
            </a:pPr>
            <a:r>
              <a:rPr lang="de-DE"/>
              <a:t>Zentralisierte, standort- und zeitunabhängige Verfügbarkeit aller relevanten </a:t>
            </a:r>
            <a:r>
              <a:rPr lang="de-DE" err="1"/>
              <a:t>Patient:innendaten</a:t>
            </a:r>
            <a:r>
              <a:rPr lang="de-DE"/>
              <a:t> (Befunde, Medikation, Pflegeberichte, Arztbriefe).</a:t>
            </a:r>
          </a:p>
          <a:p>
            <a:pPr>
              <a:buFont typeface="Arial" panose="020B0604020202020204" pitchFamily="34" charset="0"/>
              <a:buChar char="•"/>
            </a:pPr>
            <a:r>
              <a:rPr lang="de-DE"/>
              <a:t>Unterstützung strukturierter Datenerfassung zur Verbesserung der Datenqualität und Auswertbarkeit.</a:t>
            </a:r>
          </a:p>
          <a:p>
            <a:pPr>
              <a:buFont typeface="Arial" panose="020B0604020202020204" pitchFamily="34" charset="0"/>
              <a:buChar char="•"/>
            </a:pPr>
            <a:r>
              <a:rPr lang="de-DE"/>
              <a:t>Mobile Zugriffsmöglichkeiten für Ärzte und Pflegepersonal.</a:t>
            </a:r>
          </a:p>
          <a:p>
            <a:pPr>
              <a:buFont typeface="Arial" panose="020B0604020202020204" pitchFamily="34" charset="0"/>
              <a:buChar char="•"/>
            </a:pPr>
            <a:endParaRPr lang="de-DE"/>
          </a:p>
          <a:p>
            <a:pPr>
              <a:buFont typeface="Arial" panose="020B0604020202020204" pitchFamily="34" charset="0"/>
              <a:buNone/>
            </a:pPr>
            <a:endParaRPr lang="de-DE"/>
          </a:p>
          <a:p>
            <a:pPr>
              <a:buFont typeface="Arial" panose="020B0604020202020204" pitchFamily="34" charset="0"/>
              <a:buNone/>
            </a:pPr>
            <a:r>
              <a:rPr lang="de-DE" b="1"/>
              <a:t>Termin- und Ressourcenmanagement:</a:t>
            </a:r>
            <a:r>
              <a:rPr lang="de-DE"/>
              <a:t> </a:t>
            </a:r>
          </a:p>
          <a:p>
            <a:pPr>
              <a:buFont typeface="Arial" panose="020B0604020202020204" pitchFamily="34" charset="0"/>
              <a:buChar char="•"/>
            </a:pPr>
            <a:r>
              <a:rPr lang="de-DE"/>
              <a:t>Effiziente Online-Terminplanung für </a:t>
            </a:r>
            <a:r>
              <a:rPr lang="de-DE" err="1"/>
              <a:t>Patient:innen</a:t>
            </a:r>
            <a:r>
              <a:rPr lang="de-DE"/>
              <a:t> über das Portal.</a:t>
            </a:r>
          </a:p>
          <a:p>
            <a:pPr>
              <a:buFont typeface="Arial" panose="020B0604020202020204" pitchFamily="34" charset="0"/>
              <a:buChar char="•"/>
            </a:pPr>
            <a:r>
              <a:rPr lang="de-DE"/>
              <a:t>Digitale Planung und Steuerung von Ressourcen wie OP-Sälen, Untersuchungsräumen und medizinischen Geräten.</a:t>
            </a:r>
          </a:p>
          <a:p>
            <a:pPr>
              <a:buFont typeface="Arial" panose="020B0604020202020204" pitchFamily="34" charset="0"/>
              <a:buChar char="•"/>
            </a:pPr>
            <a:r>
              <a:rPr lang="de-DE"/>
              <a:t>IT-gestützte Dienstplanung für das Personal.</a:t>
            </a:r>
          </a:p>
          <a:p>
            <a:pPr>
              <a:buFont typeface="Arial" panose="020B0604020202020204" pitchFamily="34" charset="0"/>
              <a:buChar char="•"/>
            </a:pPr>
            <a:r>
              <a:rPr lang="de-DE"/>
              <a:t>Ggf. digitales Bettenmanagement.</a:t>
            </a:r>
          </a:p>
          <a:p>
            <a:pPr>
              <a:buFont typeface="Arial" panose="020B0604020202020204" pitchFamily="34" charset="0"/>
              <a:buChar char="•"/>
            </a:pPr>
            <a:endParaRPr lang="de-DE"/>
          </a:p>
          <a:p>
            <a:pPr>
              <a:buFont typeface="Arial" panose="020B0604020202020204" pitchFamily="34" charset="0"/>
              <a:buNone/>
            </a:pPr>
            <a:endParaRPr lang="de-DE"/>
          </a:p>
          <a:p>
            <a:pPr>
              <a:buFont typeface="Arial" panose="020B0604020202020204" pitchFamily="34" charset="0"/>
              <a:buNone/>
            </a:pPr>
            <a:r>
              <a:rPr lang="de-DE" b="1"/>
              <a:t>Diagnostik- und Therapieunterstützung durch IT-Systeme:</a:t>
            </a:r>
            <a:r>
              <a:rPr lang="de-DE"/>
              <a:t> </a:t>
            </a:r>
          </a:p>
          <a:p>
            <a:pPr>
              <a:buFont typeface="Arial" panose="020B0604020202020204" pitchFamily="34" charset="0"/>
              <a:buChar char="•"/>
            </a:pPr>
            <a:r>
              <a:rPr lang="de-DE"/>
              <a:t>Management und Archivierung von Bilddaten (PACS) und deren Integration mit </a:t>
            </a:r>
            <a:r>
              <a:rPr lang="de-DE" err="1"/>
              <a:t>Befundungssystemen</a:t>
            </a:r>
            <a:r>
              <a:rPr lang="de-DE"/>
              <a:t>.</a:t>
            </a:r>
          </a:p>
          <a:p>
            <a:pPr>
              <a:buFont typeface="Arial" panose="020B0604020202020204" pitchFamily="34" charset="0"/>
              <a:buChar char="•"/>
            </a:pPr>
            <a:r>
              <a:rPr lang="de-DE"/>
              <a:t>Einsatz von Clinical </a:t>
            </a:r>
            <a:r>
              <a:rPr lang="de-DE" err="1"/>
              <a:t>Decision</a:t>
            </a:r>
            <a:r>
              <a:rPr lang="de-DE"/>
              <a:t> Support Systems (CDSS) zur Unterstützung ärztlicher Entscheidungen.</a:t>
            </a:r>
          </a:p>
          <a:p>
            <a:pPr>
              <a:buFont typeface="Arial" panose="020B0604020202020204" pitchFamily="34" charset="0"/>
              <a:buChar char="•"/>
            </a:pPr>
            <a:r>
              <a:rPr lang="de-DE"/>
              <a:t>Digitale Unterstützung des Medikationsprozesses (</a:t>
            </a:r>
            <a:r>
              <a:rPr lang="de-DE" err="1"/>
              <a:t>eMedikation</a:t>
            </a:r>
            <a:r>
              <a:rPr lang="de-DE"/>
              <a:t>) zur Erhöhung der Arzneimitteltherapiesicherheit (AMTS).</a:t>
            </a:r>
          </a:p>
          <a:p>
            <a:pPr>
              <a:buFont typeface="Arial" panose="020B0604020202020204" pitchFamily="34" charset="0"/>
              <a:buChar char="•"/>
            </a:pPr>
            <a:r>
              <a:rPr lang="de-DE"/>
              <a:t>IT-gestützte Planung und Dokumentation von Operationen, inklusive roboterassistierter Verfahren.</a:t>
            </a:r>
          </a:p>
          <a:p>
            <a:pPr>
              <a:buFont typeface="Arial" panose="020B0604020202020204" pitchFamily="34" charset="0"/>
              <a:buNone/>
            </a:pPr>
            <a:endParaRPr lang="de-DE"/>
          </a:p>
          <a:p>
            <a:pPr>
              <a:buFont typeface="Arial" panose="020B0604020202020204" pitchFamily="34" charset="0"/>
              <a:buNone/>
            </a:pPr>
            <a:endParaRPr lang="de-DE"/>
          </a:p>
          <a:p>
            <a:pPr>
              <a:buFont typeface="Arial" panose="020B0604020202020204" pitchFamily="34" charset="0"/>
              <a:buNone/>
            </a:pPr>
            <a:r>
              <a:rPr lang="de-DE" b="1"/>
              <a:t>Abrechnungssysteme und Finanzverwaltung:</a:t>
            </a:r>
            <a:r>
              <a:rPr lang="de-DE"/>
              <a:t> </a:t>
            </a:r>
          </a:p>
          <a:p>
            <a:pPr>
              <a:buFont typeface="Arial" panose="020B0604020202020204" pitchFamily="34" charset="0"/>
              <a:buChar char="•"/>
            </a:pPr>
            <a:r>
              <a:rPr lang="de-DE"/>
              <a:t>Zeitnahe und korrekte Erfassung von Leistungen für die DRG-basierte und private Abrechnung.</a:t>
            </a:r>
          </a:p>
          <a:p>
            <a:pPr>
              <a:buFont typeface="Arial" panose="020B0604020202020204" pitchFamily="34" charset="0"/>
              <a:buChar char="•"/>
            </a:pPr>
            <a:r>
              <a:rPr lang="de-DE"/>
              <a:t>Automatisierte Übermittlung von Abrechnungsdaten an Kostenträger.</a:t>
            </a:r>
          </a:p>
          <a:p>
            <a:pPr>
              <a:buFont typeface="Arial" panose="020B0604020202020204" pitchFamily="34" charset="0"/>
              <a:buChar char="•"/>
            </a:pPr>
            <a:r>
              <a:rPr lang="de-DE"/>
              <a:t>Unterstützung des Controllings und der Finanzbuchhaltung durch Bereitstellung relevanter Daten.</a:t>
            </a:r>
          </a:p>
          <a:p>
            <a:pPr>
              <a:buFont typeface="Arial" panose="020B0604020202020204" pitchFamily="34" charset="0"/>
              <a:buChar char="•"/>
            </a:pPr>
            <a:endParaRPr lang="de-DE"/>
          </a:p>
          <a:p>
            <a:pPr>
              <a:buFont typeface="Arial" panose="020B0604020202020204" pitchFamily="34" charset="0"/>
              <a:buNone/>
            </a:pPr>
            <a:endParaRPr lang="de-DE"/>
          </a:p>
          <a:p>
            <a:pPr>
              <a:buFont typeface="Arial" panose="020B0604020202020204" pitchFamily="34" charset="0"/>
              <a:buNone/>
            </a:pPr>
            <a:r>
              <a:rPr lang="de-DE" b="1"/>
              <a:t>Kommunikations- und Telemedizinlösungen:</a:t>
            </a:r>
          </a:p>
          <a:p>
            <a:pPr>
              <a:buFont typeface="Arial" panose="020B0604020202020204" pitchFamily="34" charset="0"/>
              <a:buChar char="•"/>
            </a:pPr>
            <a:r>
              <a:rPr lang="de-DE"/>
              <a:t>Sichere interne und externe Kommunikationsplattformen (E-Mail, Messenger, Videokonferenzen).</a:t>
            </a:r>
          </a:p>
          <a:p>
            <a:pPr>
              <a:buFont typeface="Arial" panose="020B0604020202020204" pitchFamily="34" charset="0"/>
              <a:buChar char="•"/>
            </a:pPr>
            <a:r>
              <a:rPr lang="de-DE"/>
              <a:t>Bereitstellung und Betrieb der Telemedizin-Plattform für virtuelle Sprechstunden, Zweitmeinungen und Tele-Rehabilitation.</a:t>
            </a:r>
          </a:p>
          <a:p>
            <a:pPr>
              <a:buFont typeface="Arial" panose="020B0604020202020204" pitchFamily="34" charset="0"/>
              <a:buChar char="•"/>
            </a:pPr>
            <a:r>
              <a:rPr lang="de-DE"/>
              <a:t>Funktionalitäten des Patientenportals für die Arzt-Patienten-Kommunikation und den Informationsaustausch.</a:t>
            </a:r>
          </a:p>
          <a:p>
            <a:endParaRPr lang="de-DE"/>
          </a:p>
        </p:txBody>
      </p:sp>
      <p:sp>
        <p:nvSpPr>
          <p:cNvPr id="4" name="Foliennummernplatzhalter 3"/>
          <p:cNvSpPr>
            <a:spLocks noGrp="1"/>
          </p:cNvSpPr>
          <p:nvPr>
            <p:ph type="sldNum" sz="quarter" idx="5"/>
          </p:nvPr>
        </p:nvSpPr>
        <p:spPr/>
        <p:txBody>
          <a:bodyPr/>
          <a:lstStyle/>
          <a:p>
            <a:fld id="{2AFEA223-4F50-4DD6-9CC4-15E4F51256E0}" type="slidenum">
              <a:rPr lang="de-AT" smtClean="0"/>
              <a:t>24</a:t>
            </a:fld>
            <a:endParaRPr lang="de-AT"/>
          </a:p>
        </p:txBody>
      </p:sp>
    </p:spTree>
    <p:extLst>
      <p:ext uri="{BB962C8B-B14F-4D97-AF65-F5344CB8AC3E}">
        <p14:creationId xmlns:p14="http://schemas.microsoft.com/office/powerpoint/2010/main" val="2824065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2AFEA223-4F50-4DD6-9CC4-15E4F51256E0}" type="slidenum">
              <a:rPr lang="de-AT" smtClean="0"/>
              <a:t>25</a:t>
            </a:fld>
            <a:endParaRPr lang="de-AT"/>
          </a:p>
        </p:txBody>
      </p:sp>
    </p:spTree>
    <p:extLst>
      <p:ext uri="{BB962C8B-B14F-4D97-AF65-F5344CB8AC3E}">
        <p14:creationId xmlns:p14="http://schemas.microsoft.com/office/powerpoint/2010/main" val="1845381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73D4B-868B-F328-2015-5A7CFCD7A5D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4CDDCFB-F711-F1D1-E160-289C7BB545D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7B6FF2F-041D-B21A-31B9-DA214A1ACC7C}"/>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B02A3C11-4468-F513-523A-80D45DC915FA}"/>
              </a:ext>
            </a:extLst>
          </p:cNvPr>
          <p:cNvSpPr>
            <a:spLocks noGrp="1"/>
          </p:cNvSpPr>
          <p:nvPr>
            <p:ph type="sldNum" sz="quarter" idx="5"/>
          </p:nvPr>
        </p:nvSpPr>
        <p:spPr/>
        <p:txBody>
          <a:bodyPr/>
          <a:lstStyle/>
          <a:p>
            <a:fld id="{2AFEA223-4F50-4DD6-9CC4-15E4F51256E0}" type="slidenum">
              <a:rPr lang="de-AT" smtClean="0"/>
              <a:t>26</a:t>
            </a:fld>
            <a:endParaRPr lang="de-AT"/>
          </a:p>
        </p:txBody>
      </p:sp>
    </p:spTree>
    <p:extLst>
      <p:ext uri="{BB962C8B-B14F-4D97-AF65-F5344CB8AC3E}">
        <p14:creationId xmlns:p14="http://schemas.microsoft.com/office/powerpoint/2010/main" val="295640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D12E6-6B4C-54EB-ED91-C05053A6741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286DAF3-AEA5-71E0-3AE9-2F8CD7837BC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E9DACC4-38B5-CFE7-4BAF-BA7DF85EBC7D}"/>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551F95A5-BEB5-5EE4-4BD3-9BC05CFEDF87}"/>
              </a:ext>
            </a:extLst>
          </p:cNvPr>
          <p:cNvSpPr>
            <a:spLocks noGrp="1"/>
          </p:cNvSpPr>
          <p:nvPr>
            <p:ph type="sldNum" sz="quarter" idx="5"/>
          </p:nvPr>
        </p:nvSpPr>
        <p:spPr/>
        <p:txBody>
          <a:bodyPr/>
          <a:lstStyle/>
          <a:p>
            <a:fld id="{2AFEA223-4F50-4DD6-9CC4-15E4F51256E0}" type="slidenum">
              <a:rPr lang="de-AT" smtClean="0"/>
              <a:t>27</a:t>
            </a:fld>
            <a:endParaRPr lang="de-AT"/>
          </a:p>
        </p:txBody>
      </p:sp>
    </p:spTree>
    <p:extLst>
      <p:ext uri="{BB962C8B-B14F-4D97-AF65-F5344CB8AC3E}">
        <p14:creationId xmlns:p14="http://schemas.microsoft.com/office/powerpoint/2010/main" val="1088631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32CDD-F815-A1BB-D53D-6668CFE7BFA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1A38F8-6C74-C1FE-9763-BC82AC4666D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9B91629-DDD9-4340-ABA0-4D3981883931}"/>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81C7377E-34A8-BD8D-D7ED-73C2A72B281A}"/>
              </a:ext>
            </a:extLst>
          </p:cNvPr>
          <p:cNvSpPr>
            <a:spLocks noGrp="1"/>
          </p:cNvSpPr>
          <p:nvPr>
            <p:ph type="sldNum" sz="quarter" idx="5"/>
          </p:nvPr>
        </p:nvSpPr>
        <p:spPr/>
        <p:txBody>
          <a:bodyPr/>
          <a:lstStyle/>
          <a:p>
            <a:fld id="{2AFEA223-4F50-4DD6-9CC4-15E4F51256E0}" type="slidenum">
              <a:rPr lang="de-AT" smtClean="0"/>
              <a:t>28</a:t>
            </a:fld>
            <a:endParaRPr lang="de-AT"/>
          </a:p>
        </p:txBody>
      </p:sp>
    </p:spTree>
    <p:extLst>
      <p:ext uri="{BB962C8B-B14F-4D97-AF65-F5344CB8AC3E}">
        <p14:creationId xmlns:p14="http://schemas.microsoft.com/office/powerpoint/2010/main" val="17927614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9A3B4-6041-9BFB-605A-7041DBA1477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A9A08C3-FED0-9A05-0622-8BEC3614DA3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92004EF-16CB-D9B0-D6CF-3115A665D135}"/>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6506837C-CF2C-E354-6C94-91773862E039}"/>
              </a:ext>
            </a:extLst>
          </p:cNvPr>
          <p:cNvSpPr>
            <a:spLocks noGrp="1"/>
          </p:cNvSpPr>
          <p:nvPr>
            <p:ph type="sldNum" sz="quarter" idx="5"/>
          </p:nvPr>
        </p:nvSpPr>
        <p:spPr/>
        <p:txBody>
          <a:bodyPr/>
          <a:lstStyle/>
          <a:p>
            <a:fld id="{2AFEA223-4F50-4DD6-9CC4-15E4F51256E0}" type="slidenum">
              <a:rPr lang="de-AT" smtClean="0"/>
              <a:t>29</a:t>
            </a:fld>
            <a:endParaRPr lang="de-AT"/>
          </a:p>
        </p:txBody>
      </p:sp>
    </p:spTree>
    <p:extLst>
      <p:ext uri="{BB962C8B-B14F-4D97-AF65-F5344CB8AC3E}">
        <p14:creationId xmlns:p14="http://schemas.microsoft.com/office/powerpoint/2010/main" val="30993866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Font typeface="Arial" panose="020B0604020202020204" pitchFamily="34" charset="0"/>
              <a:buChar char="•"/>
            </a:pPr>
            <a:r>
              <a:rPr lang="de-DE" sz="2400"/>
              <a:t>Abteilung für Orthopädie und Gelenkchirurgie (Schwerpunkt: minimalinvasive Gelenk-OPs, Endoprothetik).</a:t>
            </a:r>
          </a:p>
          <a:p>
            <a:pPr>
              <a:buFont typeface="Arial" panose="020B0604020202020204" pitchFamily="34" charset="0"/>
              <a:buChar char="•"/>
            </a:pPr>
            <a:r>
              <a:rPr lang="de-DE" sz="2400"/>
              <a:t>Abteilung für Unfallchirurgie und Traumatologie (Schwerpunkt: Gelenk- und Knochenverletzungen).</a:t>
            </a:r>
          </a:p>
          <a:p>
            <a:pPr>
              <a:buFont typeface="Arial" panose="020B0604020202020204" pitchFamily="34" charset="0"/>
              <a:buChar char="•"/>
            </a:pPr>
            <a:r>
              <a:rPr lang="de-DE" sz="2400"/>
              <a:t>Abteilung für Bildgebende Diagnostik (Röntgen, CT, MRT, Ultraschall).</a:t>
            </a:r>
          </a:p>
          <a:p>
            <a:pPr>
              <a:buFont typeface="Arial" panose="020B0604020202020204" pitchFamily="34" charset="0"/>
              <a:buChar char="•"/>
            </a:pPr>
            <a:r>
              <a:rPr lang="de-DE" sz="2400"/>
              <a:t>Abteilung für Physiotherapie und Rehabilitation (inkl. Tele-Reha-Angebote).</a:t>
            </a:r>
          </a:p>
          <a:p>
            <a:pPr>
              <a:buFont typeface="Arial" panose="020B0604020202020204" pitchFamily="34" charset="0"/>
              <a:buChar char="•"/>
            </a:pPr>
            <a:r>
              <a:rPr lang="de-DE" sz="2400"/>
              <a:t>Abteilung für Schmerztherapie (multimodal, inkl. invasiver Verfahren).</a:t>
            </a:r>
          </a:p>
          <a:p>
            <a:pPr>
              <a:buFont typeface="Arial" panose="020B0604020202020204" pitchFamily="34" charset="0"/>
              <a:buChar char="•"/>
            </a:pPr>
            <a:r>
              <a:rPr lang="de-DE" sz="2400" i="1"/>
              <a:t>Unterstützende Bereiche:</a:t>
            </a:r>
            <a:r>
              <a:rPr lang="de-DE" sz="2400"/>
              <a:t> Patientensicherheit &amp; Qualitätsmanagement, Verwaltung &amp; Patientenservice, IT &amp; Digitalisierung.</a:t>
            </a:r>
          </a:p>
          <a:p>
            <a:endParaRPr lang="de-DE"/>
          </a:p>
        </p:txBody>
      </p:sp>
      <p:sp>
        <p:nvSpPr>
          <p:cNvPr id="4" name="Foliennummernplatzhalter 3"/>
          <p:cNvSpPr>
            <a:spLocks noGrp="1"/>
          </p:cNvSpPr>
          <p:nvPr>
            <p:ph type="sldNum" sz="quarter" idx="5"/>
          </p:nvPr>
        </p:nvSpPr>
        <p:spPr/>
        <p:txBody>
          <a:bodyPr/>
          <a:lstStyle/>
          <a:p>
            <a:fld id="{2AFEA223-4F50-4DD6-9CC4-15E4F51256E0}" type="slidenum">
              <a:rPr lang="de-AT" smtClean="0"/>
              <a:t>30</a:t>
            </a:fld>
            <a:endParaRPr lang="de-AT"/>
          </a:p>
        </p:txBody>
      </p:sp>
    </p:spTree>
    <p:extLst>
      <p:ext uri="{BB962C8B-B14F-4D97-AF65-F5344CB8AC3E}">
        <p14:creationId xmlns:p14="http://schemas.microsoft.com/office/powerpoint/2010/main" val="10795704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Font typeface="Arial" panose="020B0604020202020204" pitchFamily="34" charset="0"/>
              <a:buNone/>
            </a:pPr>
            <a:r>
              <a:rPr lang="de-DE" b="1"/>
              <a:t>Exzellenz in minimalinvasiven, technologiegestützten Operationsverfahren:</a:t>
            </a:r>
            <a:r>
              <a:rPr lang="de-DE"/>
              <a:t> </a:t>
            </a:r>
          </a:p>
          <a:p>
            <a:pPr>
              <a:buFont typeface="Arial" panose="020B0604020202020204" pitchFamily="34" charset="0"/>
              <a:buNone/>
            </a:pPr>
            <a:r>
              <a:rPr lang="de-DE"/>
              <a:t>Konsequenter Ausbau roboterassistierter Chirurgie (z.B. in Orthopädie, Wirbelsäulenchirurgie) zur Steigerung der Präzision und schnelleren Genesung.</a:t>
            </a:r>
          </a:p>
          <a:p>
            <a:pPr>
              <a:buFont typeface="Arial" panose="020B0604020202020204" pitchFamily="34" charset="0"/>
              <a:buChar char="•"/>
            </a:pPr>
            <a:r>
              <a:rPr lang="de-DE"/>
              <a:t>Nutzung von KI-basierter Bildanalyse und intraoperativer Navigation.</a:t>
            </a:r>
          </a:p>
          <a:p>
            <a:pPr>
              <a:buFont typeface="Arial" panose="020B0604020202020204" pitchFamily="34" charset="0"/>
              <a:buNone/>
            </a:pPr>
            <a:endParaRPr lang="de-DE"/>
          </a:p>
          <a:p>
            <a:pPr>
              <a:buFont typeface="Arial" panose="020B0604020202020204" pitchFamily="34" charset="0"/>
              <a:buNone/>
            </a:pPr>
            <a:endParaRPr lang="de-DE" b="1"/>
          </a:p>
          <a:p>
            <a:pPr>
              <a:buFont typeface="Arial" panose="020B0604020202020204" pitchFamily="34" charset="0"/>
              <a:buNone/>
            </a:pPr>
            <a:r>
              <a:rPr lang="de-DE" b="1"/>
              <a:t>Datengetriebene, personalisierte Medizin und Prävention:</a:t>
            </a:r>
            <a:r>
              <a:rPr lang="de-DE"/>
              <a:t> </a:t>
            </a:r>
          </a:p>
          <a:p>
            <a:pPr>
              <a:buFont typeface="Arial" panose="020B0604020202020204" pitchFamily="34" charset="0"/>
              <a:buChar char="•"/>
            </a:pPr>
            <a:r>
              <a:rPr lang="de-DE"/>
              <a:t>Systematische Erfassung und Analyse von Behandlungsdaten zur Optimierung von Therapiepfaden und Qualitätsverbesserung.</a:t>
            </a:r>
          </a:p>
          <a:p>
            <a:pPr>
              <a:buFont typeface="Arial" panose="020B0604020202020204" pitchFamily="34" charset="0"/>
              <a:buChar char="•"/>
            </a:pPr>
            <a:r>
              <a:rPr lang="de-DE"/>
              <a:t>Entwicklung von Ansätzen zur Früherkennung von Risiken basierend auf </a:t>
            </a:r>
            <a:r>
              <a:rPr lang="de-DE" err="1"/>
              <a:t>Patient:innendaten</a:t>
            </a:r>
            <a:r>
              <a:rPr lang="de-DE"/>
              <a:t> und KI (Langzeitziel).</a:t>
            </a:r>
          </a:p>
          <a:p>
            <a:pPr>
              <a:buFont typeface="Arial" panose="020B0604020202020204" pitchFamily="34" charset="0"/>
              <a:buChar char="•"/>
            </a:pPr>
            <a:r>
              <a:rPr lang="de-DE"/>
              <a:t>Personalisierte Rehabilitations- und Therapiepläne, unterstützt durch digitale Tools und Wearables.</a:t>
            </a:r>
          </a:p>
          <a:p>
            <a:pPr>
              <a:buFont typeface="Arial" panose="020B0604020202020204" pitchFamily="34" charset="0"/>
              <a:buNone/>
            </a:pPr>
            <a:endParaRPr lang="de-DE" b="1"/>
          </a:p>
          <a:p>
            <a:pPr>
              <a:buFont typeface="Arial" panose="020B0604020202020204" pitchFamily="34" charset="0"/>
              <a:buNone/>
            </a:pPr>
            <a:endParaRPr lang="de-DE" b="1"/>
          </a:p>
          <a:p>
            <a:pPr>
              <a:buFont typeface="Arial" panose="020B0604020202020204" pitchFamily="34" charset="0"/>
              <a:buNone/>
            </a:pPr>
            <a:r>
              <a:rPr lang="de-DE" b="1"/>
              <a:t>Führende Rolle bei patientenzentrierten digitalen Services:</a:t>
            </a:r>
            <a:r>
              <a:rPr lang="de-DE"/>
              <a:t> </a:t>
            </a:r>
          </a:p>
          <a:p>
            <a:pPr>
              <a:buFont typeface="Arial" panose="020B0604020202020204" pitchFamily="34" charset="0"/>
              <a:buNone/>
            </a:pPr>
            <a:r>
              <a:rPr lang="de-DE"/>
              <a:t>Ausbau des Patientenportals zu einer umfassenden Gesundheitsplattform (inkl. proaktiver Informationsangebote, Selbstmanagement-Tools).</a:t>
            </a:r>
          </a:p>
          <a:p>
            <a:pPr>
              <a:buFont typeface="Arial" panose="020B0604020202020204" pitchFamily="34" charset="0"/>
              <a:buChar char="•"/>
            </a:pPr>
            <a:r>
              <a:rPr lang="de-DE"/>
              <a:t>Erweiterung der Telemedizin-Angebote für eine ortsunabhängige, flexible Versorgung und Nachsorge.</a:t>
            </a:r>
          </a:p>
          <a:p>
            <a:pPr>
              <a:buFont typeface="Arial" panose="020B0604020202020204" pitchFamily="34" charset="0"/>
              <a:buChar char="•"/>
            </a:pPr>
            <a:r>
              <a:rPr lang="de-DE"/>
              <a:t>Omnichannel-Ansatz für nahtlose Patientenerfahrung über alle Kontaktpunkte hinweg.</a:t>
            </a:r>
          </a:p>
          <a:p>
            <a:pPr>
              <a:buFont typeface="Arial" panose="020B0604020202020204" pitchFamily="34" charset="0"/>
              <a:buNone/>
            </a:pPr>
            <a:endParaRPr lang="de-DE" b="1"/>
          </a:p>
          <a:p>
            <a:pPr>
              <a:buFont typeface="Arial" panose="020B0604020202020204" pitchFamily="34" charset="0"/>
              <a:buNone/>
            </a:pPr>
            <a:endParaRPr lang="de-DE" b="1"/>
          </a:p>
          <a:p>
            <a:pPr>
              <a:buFont typeface="Arial" panose="020B0604020202020204" pitchFamily="34" charset="0"/>
              <a:buNone/>
            </a:pPr>
            <a:r>
              <a:rPr lang="de-DE" b="1"/>
              <a:t>Nachhaltigkeit als integraler Bestandteil des Klinikbetriebs:</a:t>
            </a:r>
            <a:r>
              <a:rPr lang="de-DE"/>
              <a:t> </a:t>
            </a:r>
          </a:p>
          <a:p>
            <a:pPr>
              <a:buFont typeface="Arial" panose="020B0604020202020204" pitchFamily="34" charset="0"/>
              <a:buNone/>
            </a:pPr>
            <a:r>
              <a:rPr lang="de-DE"/>
              <a:t>Positionierung als Vorreiter für umweltfreundliche und ressourcenschonende Prozesse im Gesundheitswesen (siehe Mission "Nachhaltigkeit im gesamten Klinikbetrieb").</a:t>
            </a:r>
          </a:p>
          <a:p>
            <a:pPr>
              <a:buFont typeface="Arial" panose="020B0604020202020204" pitchFamily="34" charset="0"/>
              <a:buChar char="•"/>
            </a:pPr>
            <a:r>
              <a:rPr lang="de-DE"/>
              <a:t>Transparente Kommunikation der Nachhaltigkeitsbemühungen.</a:t>
            </a:r>
          </a:p>
          <a:p>
            <a:pPr>
              <a:buFont typeface="Arial" panose="020B0604020202020204" pitchFamily="34" charset="0"/>
              <a:buChar char="•"/>
            </a:pPr>
            <a:endParaRPr lang="de-DE" b="1"/>
          </a:p>
          <a:p>
            <a:pPr>
              <a:buFont typeface="Arial" panose="020B0604020202020204" pitchFamily="34" charset="0"/>
              <a:buNone/>
            </a:pPr>
            <a:endParaRPr lang="de-DE" b="1"/>
          </a:p>
          <a:p>
            <a:pPr>
              <a:buFont typeface="Arial" panose="020B0604020202020204" pitchFamily="34" charset="0"/>
              <a:buNone/>
            </a:pPr>
            <a:r>
              <a:rPr lang="de-DE" b="1"/>
              <a:t>Aufbau strategischer Partnerschaften im digitalen Gesundheitsökosystem:</a:t>
            </a:r>
            <a:r>
              <a:rPr lang="de-DE"/>
              <a:t> </a:t>
            </a:r>
          </a:p>
          <a:p>
            <a:pPr>
              <a:buFont typeface="Arial" panose="020B0604020202020204" pitchFamily="34" charset="0"/>
              <a:buNone/>
            </a:pPr>
            <a:r>
              <a:rPr lang="de-DE"/>
              <a:t>Kooperationen mit Technologieanbietern, Forschungseinrichtungen und anderen Gesundheitsdienstleistern zur gemeinsamen Entwicklung innovativer Versorgungslösungen (siehe Mission "Partnerschaftliche Zusammenarbeit").</a:t>
            </a:r>
          </a:p>
          <a:p>
            <a:endParaRPr lang="de-DE"/>
          </a:p>
        </p:txBody>
      </p:sp>
      <p:sp>
        <p:nvSpPr>
          <p:cNvPr id="4" name="Foliennummernplatzhalter 3"/>
          <p:cNvSpPr>
            <a:spLocks noGrp="1"/>
          </p:cNvSpPr>
          <p:nvPr>
            <p:ph type="sldNum" sz="quarter" idx="5"/>
          </p:nvPr>
        </p:nvSpPr>
        <p:spPr/>
        <p:txBody>
          <a:bodyPr/>
          <a:lstStyle/>
          <a:p>
            <a:fld id="{2AFEA223-4F50-4DD6-9CC4-15E4F51256E0}" type="slidenum">
              <a:rPr lang="de-AT" smtClean="0"/>
              <a:t>31</a:t>
            </a:fld>
            <a:endParaRPr lang="de-AT"/>
          </a:p>
        </p:txBody>
      </p:sp>
    </p:spTree>
    <p:extLst>
      <p:ext uri="{BB962C8B-B14F-4D97-AF65-F5344CB8AC3E}">
        <p14:creationId xmlns:p14="http://schemas.microsoft.com/office/powerpoint/2010/main" val="2499470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None/>
            </a:pPr>
            <a:r>
              <a:rPr lang="de-DE" b="1"/>
              <a:t>Hyper-Personalisierung </a:t>
            </a:r>
          </a:p>
          <a:p>
            <a:pPr>
              <a:buNone/>
            </a:pPr>
            <a:r>
              <a:rPr lang="de-DE" b="1"/>
              <a:t>Konzept:</a:t>
            </a:r>
            <a:r>
              <a:rPr lang="de-DE"/>
              <a:t> Schaffung dynamischer, digitaler Repräsentanzen einzelner </a:t>
            </a:r>
            <a:r>
              <a:rPr lang="de-DE" err="1"/>
              <a:t>Patient:innen</a:t>
            </a:r>
            <a:r>
              <a:rPr lang="de-DE"/>
              <a:t> durch kontinuierliche Integration von Daten aus EPA, Genomik, Wearables, Lebensstil-Analysen und Echtzeit-Monitoring.</a:t>
            </a:r>
          </a:p>
          <a:p>
            <a:pPr>
              <a:buFont typeface="Arial" panose="020B0604020202020204" pitchFamily="34" charset="0"/>
              <a:buNone/>
            </a:pPr>
            <a:r>
              <a:rPr lang="de-DE" b="1"/>
              <a:t>Innovation &amp; Bezug:</a:t>
            </a:r>
            <a:r>
              <a:rPr lang="de-DE"/>
              <a:t> Geht über die bereits geplante personalisierte Versorgung hinaus, indem prädiktive Gesundheitsanalysen ermöglicht werden (z.B. Simulation von Behandlungserfolgen, frühzeitige Risiko-Scores für spezifische Erkrankungen).</a:t>
            </a:r>
          </a:p>
          <a:p>
            <a:pPr>
              <a:buFont typeface="Arial" panose="020B0604020202020204" pitchFamily="34" charset="0"/>
              <a:buNone/>
            </a:pPr>
            <a:r>
              <a:rPr lang="de-DE" b="1"/>
              <a:t>Potenzial für Elysium Vitalis:</a:t>
            </a:r>
            <a:r>
              <a:rPr lang="de-DE"/>
              <a:t> </a:t>
            </a:r>
          </a:p>
          <a:p>
            <a:pPr marL="742950" lvl="1" indent="-285750">
              <a:buFont typeface="Arial" panose="020B0604020202020204" pitchFamily="34" charset="0"/>
              <a:buChar char="•"/>
            </a:pPr>
            <a:r>
              <a:rPr lang="de-DE"/>
              <a:t>Angebot exklusiver, prädiktiver Gesundheits-Check-ups für internationale und </a:t>
            </a:r>
            <a:r>
              <a:rPr lang="de-DE" err="1"/>
              <a:t>Privatpatient:innen</a:t>
            </a:r>
            <a:r>
              <a:rPr lang="de-DE"/>
              <a:t>.</a:t>
            </a:r>
          </a:p>
          <a:p>
            <a:pPr marL="742950" lvl="1" indent="-285750">
              <a:buFont typeface="Arial" panose="020B0604020202020204" pitchFamily="34" charset="0"/>
              <a:buChar char="•"/>
            </a:pPr>
            <a:r>
              <a:rPr lang="de-DE"/>
              <a:t>Entwicklung hochindividueller Präventions- und Therapiepläne mit messbar besseren Outcomes.</a:t>
            </a:r>
          </a:p>
          <a:p>
            <a:pPr marL="742950" lvl="1" indent="-285750">
              <a:buFont typeface="Arial" panose="020B0604020202020204" pitchFamily="34" charset="0"/>
              <a:buChar char="•"/>
            </a:pPr>
            <a:r>
              <a:rPr lang="de-DE"/>
              <a:t>Positionierung als führende Klinik im Bereich der präzisen, vorausschauenden Medizin.</a:t>
            </a:r>
          </a:p>
          <a:p>
            <a:endParaRPr lang="de-DE"/>
          </a:p>
          <a:p>
            <a:endParaRPr lang="de-DE"/>
          </a:p>
          <a:p>
            <a:pPr>
              <a:buNone/>
            </a:pPr>
            <a:r>
              <a:rPr lang="de-DE" b="1"/>
              <a:t>Hospital-</a:t>
            </a:r>
            <a:r>
              <a:rPr lang="de-DE" b="1" err="1"/>
              <a:t>as</a:t>
            </a:r>
            <a:r>
              <a:rPr lang="de-DE" b="1"/>
              <a:t>-a-</a:t>
            </a:r>
            <a:r>
              <a:rPr lang="de-DE" b="1" err="1"/>
              <a:t>Platform</a:t>
            </a:r>
            <a:r>
              <a:rPr lang="de-DE" b="1"/>
              <a:t>:</a:t>
            </a:r>
            <a:endParaRPr lang="de-DE"/>
          </a:p>
          <a:p>
            <a:pPr>
              <a:buFont typeface="Arial" panose="020B0604020202020204" pitchFamily="34" charset="0"/>
              <a:buNone/>
            </a:pPr>
            <a:r>
              <a:rPr lang="de-DE" b="1"/>
              <a:t>Innovation &amp; Bezug:</a:t>
            </a:r>
            <a:r>
              <a:rPr lang="de-DE"/>
              <a:t> Erweitert den Ansatz der "Partnerschaftlichen Zusammenarbeit im Gesundheitswesen" (Mission 5, Grafik) und der Interoperabilität um eine aktive Rolle als Innovations-</a:t>
            </a:r>
            <a:r>
              <a:rPr lang="de-DE" err="1"/>
              <a:t>Enabler</a:t>
            </a:r>
            <a:r>
              <a:rPr lang="de-DE"/>
              <a:t>.</a:t>
            </a:r>
          </a:p>
          <a:p>
            <a:pPr>
              <a:buFont typeface="Arial" panose="020B0604020202020204" pitchFamily="34" charset="0"/>
              <a:buNone/>
            </a:pPr>
            <a:r>
              <a:rPr lang="de-DE" b="1"/>
              <a:t>Potenzial für Elysium Vitalis:</a:t>
            </a:r>
            <a:r>
              <a:rPr lang="de-DE"/>
              <a:t> </a:t>
            </a:r>
          </a:p>
          <a:p>
            <a:pPr marL="742950" lvl="1" indent="-285750">
              <a:buFont typeface="Arial" panose="020B0604020202020204" pitchFamily="34" charset="0"/>
              <a:buChar char="•"/>
            </a:pPr>
            <a:r>
              <a:rPr lang="de-DE"/>
              <a:t>Beschleunigung von Entwicklung durch externe Expertise.</a:t>
            </a:r>
          </a:p>
          <a:p>
            <a:pPr marL="742950" lvl="1" indent="-285750">
              <a:buFont typeface="Arial" panose="020B0604020202020204" pitchFamily="34" charset="0"/>
              <a:buChar char="•"/>
            </a:pPr>
            <a:r>
              <a:rPr lang="de-DE"/>
              <a:t>Integration hochinnovativer Nischenanwendungen (z.B. spezialisierte KI-Diagnostik) ohne vollständige Eigenentwicklung.</a:t>
            </a:r>
          </a:p>
          <a:p>
            <a:pPr marL="742950" lvl="1" indent="-285750">
              <a:buFont typeface="Arial" panose="020B0604020202020204" pitchFamily="34" charset="0"/>
              <a:buChar char="•"/>
            </a:pPr>
            <a:r>
              <a:rPr lang="de-DE"/>
              <a:t>Neue Einnahmequellen durch Lizenzierung von Plattformzugängen oder Beteiligungen an erfolgreichen Innovationen.</a:t>
            </a:r>
          </a:p>
          <a:p>
            <a:pPr marL="742950" lvl="1" indent="-285750">
              <a:buFont typeface="Arial" panose="020B0604020202020204" pitchFamily="34" charset="0"/>
              <a:buChar char="•"/>
            </a:pPr>
            <a:r>
              <a:rPr lang="de-DE"/>
              <a:t>Stärkung des Rufs als internationaler Hotspot für Medizininnovation.</a:t>
            </a:r>
          </a:p>
          <a:p>
            <a:pPr marL="457200" lvl="1" indent="0">
              <a:buFont typeface="Arial" panose="020B0604020202020204" pitchFamily="34" charset="0"/>
              <a:buNone/>
            </a:pPr>
            <a:endParaRPr lang="de-DE"/>
          </a:p>
          <a:p>
            <a:pPr marL="742950" lvl="1" indent="-285750">
              <a:buFont typeface="Arial" panose="020B0604020202020204" pitchFamily="34" charset="0"/>
              <a:buChar char="•"/>
            </a:pPr>
            <a:endParaRPr lang="de-DE"/>
          </a:p>
          <a:p>
            <a:pPr>
              <a:buNone/>
            </a:pPr>
            <a:r>
              <a:rPr lang="de-DE" b="1"/>
              <a:t>Prädiktives Supply Chain Management mit KI für optimierte Materialkosten:</a:t>
            </a:r>
            <a:endParaRPr lang="de-DE"/>
          </a:p>
          <a:p>
            <a:pPr>
              <a:buFont typeface="Arial" panose="020B0604020202020204" pitchFamily="34" charset="0"/>
              <a:buNone/>
            </a:pPr>
            <a:r>
              <a:rPr lang="de-DE" b="1"/>
              <a:t>Innovation &amp; Bezug:</a:t>
            </a:r>
            <a:r>
              <a:rPr lang="de-DE"/>
              <a:t> Greift direkt die hohen Materialkosten (Teil der COGS) an und optimiert einen wesentlichen Kostenblock.</a:t>
            </a:r>
          </a:p>
          <a:p>
            <a:pPr>
              <a:buFont typeface="Arial" panose="020B0604020202020204" pitchFamily="34" charset="0"/>
              <a:buChar char="•"/>
            </a:pPr>
            <a:r>
              <a:rPr lang="de-DE" b="1"/>
              <a:t>Ziel:</a:t>
            </a:r>
            <a:r>
              <a:rPr lang="de-DE"/>
              <a:t> Reduktion der Lagerhaltungskosten, Minimierung von Verfall und Schwund teurer Materialien, Verbesserung der Einkaufskonditionen durch präzisere Bedarfsplanung</a:t>
            </a:r>
          </a:p>
          <a:p>
            <a:pPr>
              <a:buFont typeface="Arial" panose="020B0604020202020204" pitchFamily="34" charset="0"/>
              <a:buChar char="•"/>
            </a:pPr>
            <a:endParaRPr lang="de-DE"/>
          </a:p>
          <a:p>
            <a:pPr>
              <a:buFont typeface="Arial" panose="020B0604020202020204" pitchFamily="34" charset="0"/>
              <a:buNone/>
            </a:pPr>
            <a:endParaRPr lang="de-DE"/>
          </a:p>
          <a:p>
            <a:pPr>
              <a:buNone/>
            </a:pPr>
            <a:r>
              <a:rPr lang="de-DE" b="1"/>
              <a:t>KI-gestütztes Cockpit:</a:t>
            </a:r>
            <a:endParaRPr lang="de-DE"/>
          </a:p>
          <a:p>
            <a:pPr marL="742950" lvl="1" indent="-285750">
              <a:buFont typeface="Arial" panose="020B0604020202020204" pitchFamily="34" charset="0"/>
              <a:buChar char="•"/>
            </a:pPr>
            <a:r>
              <a:rPr lang="de-DE" b="1"/>
              <a:t>Umsatzpotenziale:</a:t>
            </a:r>
            <a:r>
              <a:rPr lang="de-DE"/>
              <a:t> Nicht ausgeschöpfte Wahlleistungen, Potenziale für Zusatzleistungen (besonders bei internationalen/privaten </a:t>
            </a:r>
            <a:r>
              <a:rPr lang="de-DE" err="1"/>
              <a:t>Patient:innen</a:t>
            </a:r>
            <a:r>
              <a:rPr lang="de-DE"/>
              <a:t>), Optimierung des DRG-Mix.</a:t>
            </a:r>
          </a:p>
          <a:p>
            <a:pPr marL="742950" lvl="1" indent="-285750">
              <a:buFont typeface="Arial" panose="020B0604020202020204" pitchFamily="34" charset="0"/>
              <a:buChar char="•"/>
            </a:pPr>
            <a:r>
              <a:rPr lang="de-DE" b="1"/>
              <a:t>Kostentreiber:</a:t>
            </a:r>
            <a:r>
              <a:rPr lang="de-DE"/>
              <a:t> Ineffizienzen in klinischen Pfaden, überdurchschnittlich hohe Materialverbräuche pro Fall, Leerlaufzeiten von Personal oder teuren Geräten.</a:t>
            </a:r>
          </a:p>
          <a:p>
            <a:pPr marL="742950" lvl="1" indent="-285750">
              <a:buFont typeface="Arial" panose="020B0604020202020204" pitchFamily="34" charset="0"/>
              <a:buChar char="•"/>
            </a:pPr>
            <a:r>
              <a:rPr lang="de-DE" b="1"/>
              <a:t>Handlungsempfehlungen:</a:t>
            </a:r>
            <a:r>
              <a:rPr lang="de-DE"/>
              <a:t> Automatisierte Vorschläge zur Prozessanpassung, Preisgestaltung für Selbstzahler/internationale </a:t>
            </a:r>
            <a:r>
              <a:rPr lang="de-DE" err="1"/>
              <a:t>Patient:innen</a:t>
            </a:r>
            <a:r>
              <a:rPr lang="de-DE"/>
              <a:t> und zur Ressourcenallokation.</a:t>
            </a:r>
          </a:p>
          <a:p>
            <a:pPr>
              <a:buFont typeface="Arial" panose="020B0604020202020204" pitchFamily="34" charset="0"/>
              <a:buChar char="•"/>
            </a:pPr>
            <a:r>
              <a:rPr lang="de-DE" b="1"/>
              <a:t>Innovation &amp; Bezug:</a:t>
            </a:r>
            <a:r>
              <a:rPr lang="de-DE"/>
              <a:t> Nutzt Datenanalyse und KI zur direkten Steuerung der finanziellen Ergebnisse und Adressierung der identifizierten Kostenprobleme (z.B. hohe COGS).</a:t>
            </a:r>
          </a:p>
          <a:p>
            <a:pPr>
              <a:buFont typeface="Arial" panose="020B0604020202020204" pitchFamily="34" charset="0"/>
              <a:buChar char="•"/>
            </a:pPr>
            <a:r>
              <a:rPr lang="de-DE" b="1"/>
              <a:t>Ziel:</a:t>
            </a:r>
            <a:r>
              <a:rPr lang="de-DE"/>
              <a:t> Maximierung der Deckungsbeiträge, schnelle Reaktion auf wirtschaftliche Abweichungen.</a:t>
            </a:r>
          </a:p>
          <a:p>
            <a:pPr>
              <a:buFont typeface="Arial" panose="020B0604020202020204" pitchFamily="34" charset="0"/>
              <a:buNone/>
            </a:pPr>
            <a:endParaRPr lang="de-DE"/>
          </a:p>
          <a:p>
            <a:pPr>
              <a:buFont typeface="Arial" panose="020B0604020202020204" pitchFamily="34" charset="0"/>
              <a:buChar char="•"/>
            </a:pPr>
            <a:endParaRPr lang="de-DE"/>
          </a:p>
          <a:p>
            <a:pPr marL="457200" lvl="1" indent="0">
              <a:buFont typeface="Arial" panose="020B0604020202020204" pitchFamily="34" charset="0"/>
              <a:buNone/>
            </a:pPr>
            <a:endParaRPr lang="de-DE"/>
          </a:p>
          <a:p>
            <a:endParaRPr lang="de-DE"/>
          </a:p>
        </p:txBody>
      </p:sp>
      <p:sp>
        <p:nvSpPr>
          <p:cNvPr id="4" name="Foliennummernplatzhalter 3"/>
          <p:cNvSpPr>
            <a:spLocks noGrp="1"/>
          </p:cNvSpPr>
          <p:nvPr>
            <p:ph type="sldNum" sz="quarter" idx="5"/>
          </p:nvPr>
        </p:nvSpPr>
        <p:spPr/>
        <p:txBody>
          <a:bodyPr/>
          <a:lstStyle/>
          <a:p>
            <a:fld id="{2AFEA223-4F50-4DD6-9CC4-15E4F51256E0}" type="slidenum">
              <a:rPr lang="de-AT" smtClean="0"/>
              <a:t>32</a:t>
            </a:fld>
            <a:endParaRPr lang="de-AT"/>
          </a:p>
        </p:txBody>
      </p:sp>
    </p:spTree>
    <p:extLst>
      <p:ext uri="{BB962C8B-B14F-4D97-AF65-F5344CB8AC3E}">
        <p14:creationId xmlns:p14="http://schemas.microsoft.com/office/powerpoint/2010/main" val="36740035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2AFEA223-4F50-4DD6-9CC4-15E4F51256E0}" type="slidenum">
              <a:rPr lang="de-AT" smtClean="0"/>
              <a:t>45</a:t>
            </a:fld>
            <a:endParaRPr lang="de-AT"/>
          </a:p>
        </p:txBody>
      </p:sp>
    </p:spTree>
    <p:extLst>
      <p:ext uri="{BB962C8B-B14F-4D97-AF65-F5344CB8AC3E}">
        <p14:creationId xmlns:p14="http://schemas.microsoft.com/office/powerpoint/2010/main" val="15711221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2AFEA223-4F50-4DD6-9CC4-15E4F51256E0}" type="slidenum">
              <a:rPr lang="de-AT" smtClean="0"/>
              <a:t>48</a:t>
            </a:fld>
            <a:endParaRPr lang="de-AT"/>
          </a:p>
        </p:txBody>
      </p:sp>
    </p:spTree>
    <p:extLst>
      <p:ext uri="{BB962C8B-B14F-4D97-AF65-F5344CB8AC3E}">
        <p14:creationId xmlns:p14="http://schemas.microsoft.com/office/powerpoint/2010/main" val="40972059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2AFEA223-4F50-4DD6-9CC4-15E4F51256E0}" type="slidenum">
              <a:rPr lang="de-AT" smtClean="0"/>
              <a:t>51</a:t>
            </a:fld>
            <a:endParaRPr lang="de-AT"/>
          </a:p>
        </p:txBody>
      </p:sp>
    </p:spTree>
    <p:extLst>
      <p:ext uri="{BB962C8B-B14F-4D97-AF65-F5344CB8AC3E}">
        <p14:creationId xmlns:p14="http://schemas.microsoft.com/office/powerpoint/2010/main" val="1534169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277587" y="1051413"/>
            <a:ext cx="8596539" cy="1102519"/>
          </a:xfrm>
        </p:spPr>
        <p:txBody>
          <a:bodyPr anchor="t">
            <a:normAutofit/>
          </a:bodyPr>
          <a:lstStyle>
            <a:lvl1pPr algn="l">
              <a:defRPr sz="4000">
                <a:solidFill>
                  <a:schemeClr val="bg2"/>
                </a:solidFill>
              </a:defRPr>
            </a:lvl1pPr>
          </a:lstStyle>
          <a:p>
            <a:r>
              <a:rPr lang="de-AT"/>
              <a:t>Mastertitelformat bearbeiten</a:t>
            </a:r>
            <a:endParaRPr lang="de-DE"/>
          </a:p>
        </p:txBody>
      </p:sp>
      <p:sp>
        <p:nvSpPr>
          <p:cNvPr id="3" name="Untertitel 2"/>
          <p:cNvSpPr>
            <a:spLocks noGrp="1"/>
          </p:cNvSpPr>
          <p:nvPr>
            <p:ph type="subTitle" idx="1"/>
          </p:nvPr>
        </p:nvSpPr>
        <p:spPr>
          <a:xfrm>
            <a:off x="277587" y="3349398"/>
            <a:ext cx="8596539" cy="1314450"/>
          </a:xfrm>
        </p:spPr>
        <p:txBody>
          <a:bodyPr anchor="b"/>
          <a:lstStyle>
            <a:lvl1pPr marL="0" indent="0" algn="l">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AT"/>
              <a:t>Master-Untertitelformat bearbeiten</a:t>
            </a:r>
            <a:endParaRPr lang="de-DE"/>
          </a:p>
        </p:txBody>
      </p:sp>
      <p:pic>
        <p:nvPicPr>
          <p:cNvPr id="6" name="Grafik 5" descr="Ein Bild, das Grün, Farbigkeit, gelb, Grafiken enthält.&#10;&#10;Automatisch generierte Beschreibung">
            <a:extLst>
              <a:ext uri="{FF2B5EF4-FFF2-40B4-BE49-F238E27FC236}">
                <a16:creationId xmlns:a16="http://schemas.microsoft.com/office/drawing/2014/main" id="{6D0BD286-6761-F448-B43B-BCC043C5235B}"/>
              </a:ext>
            </a:extLst>
          </p:cNvPr>
          <p:cNvPicPr>
            <a:picLocks noChangeAspect="1"/>
          </p:cNvPicPr>
          <p:nvPr userDrawn="1"/>
        </p:nvPicPr>
        <p:blipFill>
          <a:blip r:embed="rId2"/>
          <a:stretch>
            <a:fillRect/>
          </a:stretch>
        </p:blipFill>
        <p:spPr>
          <a:xfrm>
            <a:off x="0" y="965201"/>
            <a:ext cx="9144000" cy="4178300"/>
          </a:xfrm>
          <a:prstGeom prst="rect">
            <a:avLst/>
          </a:prstGeom>
        </p:spPr>
      </p:pic>
    </p:spTree>
    <p:extLst>
      <p:ext uri="{BB962C8B-B14F-4D97-AF65-F5344CB8AC3E}">
        <p14:creationId xmlns:p14="http://schemas.microsoft.com/office/powerpoint/2010/main" val="3215731310"/>
      </p:ext>
    </p:extLst>
  </p:cSld>
  <p:clrMapOvr>
    <a:masterClrMapping/>
  </p:clrMapOvr>
  <p:extLst>
    <p:ext uri="{DCECCB84-F9BA-43D5-87BE-67443E8EF086}">
      <p15:sldGuideLst xmlns:p15="http://schemas.microsoft.com/office/powerpoint/2012/main">
        <p15:guide id="0" orient="horz" pos="2160" userDrawn="1">
          <p15:clr>
            <a:srgbClr val="FBAE40"/>
          </p15:clr>
        </p15:guide>
        <p15:guide id="1" pos="226" userDrawn="1">
          <p15:clr>
            <a:srgbClr val="FBAE40"/>
          </p15:clr>
        </p15:guide>
        <p15:guide id="2" pos="5534" userDrawn="1">
          <p15:clr>
            <a:srgbClr val="FBAE40"/>
          </p15:clr>
        </p15:guide>
        <p15:guide id="3" orient="horz" pos="1003" userDrawn="1">
          <p15:clr>
            <a:srgbClr val="FBAE40"/>
          </p15:clr>
        </p15:guide>
        <p15:guide id="4" orient="horz" pos="3838" userDrawn="1">
          <p15:clr>
            <a:srgbClr val="FBAE40"/>
          </p15:clr>
        </p15:guide>
        <p15:guide id="5" orient="horz" pos="686" userDrawn="1">
          <p15:clr>
            <a:srgbClr val="FBAE40"/>
          </p15:clr>
        </p15:guide>
        <p15:guide id="6" orient="horz" pos="4178" userDrawn="1">
          <p15:clr>
            <a:srgbClr val="FBAE40"/>
          </p15:clr>
        </p15:guide>
        <p15:guide id="7" pos="170" userDrawn="1">
          <p15:clr>
            <a:srgbClr val="FBAE40"/>
          </p15:clr>
        </p15:guide>
        <p15:guide id="8" pos="559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nchor="b">
            <a:normAutofit/>
          </a:bodyPr>
          <a:lstStyle>
            <a:lvl1pPr algn="l">
              <a:defRPr sz="3200" b="1"/>
            </a:lvl1pPr>
          </a:lstStyle>
          <a:p>
            <a:r>
              <a:rPr lang="de-AT"/>
              <a:t>Mastertitelformat bearbeiten</a:t>
            </a:r>
            <a:endParaRPr lang="de-DE"/>
          </a:p>
        </p:txBody>
      </p:sp>
      <p:sp>
        <p:nvSpPr>
          <p:cNvPr id="3" name="Inhaltsplatzhalter 2"/>
          <p:cNvSpPr>
            <a:spLocks noGrp="1"/>
          </p:cNvSpPr>
          <p:nvPr>
            <p:ph idx="1"/>
          </p:nvPr>
        </p:nvSpPr>
        <p:spPr/>
        <p:txBody>
          <a:bodyPr/>
          <a:lstStyle>
            <a:lvl1pPr marL="0" indent="0">
              <a:buNone/>
              <a:defRPr sz="2400"/>
            </a:lvl1pPr>
            <a:lvl2pPr marL="457200" indent="0">
              <a:buNone/>
              <a:defRPr sz="2400"/>
            </a:lvl2pPr>
            <a:lvl3pPr marL="914400" indent="0">
              <a:buNone/>
              <a:defRPr sz="2000"/>
            </a:lvl3pPr>
            <a:lvl4pPr marL="1371600" indent="0">
              <a:buNone/>
              <a:defRPr/>
            </a:lvl4pPr>
            <a:lvl5pPr marL="1828800" indent="0">
              <a:buNone/>
              <a:defRPr/>
            </a:lvl5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7" name="Datumsplatzhalter 6"/>
          <p:cNvSpPr>
            <a:spLocks noGrp="1"/>
          </p:cNvSpPr>
          <p:nvPr>
            <p:ph type="dt" sz="half" idx="10"/>
          </p:nvPr>
        </p:nvSpPr>
        <p:spPr/>
        <p:txBody>
          <a:bodyPr/>
          <a:lstStyle/>
          <a:p>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E68C68F6-CEB4-C040-B3A3-CADDD499EB7C}" type="slidenum">
              <a:rPr lang="de-DE" smtClean="0"/>
              <a:pPr/>
              <a:t>‹#›</a:t>
            </a:fld>
            <a:endParaRPr lang="de-DE"/>
          </a:p>
        </p:txBody>
      </p:sp>
    </p:spTree>
    <p:extLst>
      <p:ext uri="{BB962C8B-B14F-4D97-AF65-F5344CB8AC3E}">
        <p14:creationId xmlns:p14="http://schemas.microsoft.com/office/powerpoint/2010/main" val="682292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7" name="Rechteck 6"/>
          <p:cNvSpPr/>
          <p:nvPr/>
        </p:nvSpPr>
        <p:spPr>
          <a:xfrm>
            <a:off x="0" y="816769"/>
            <a:ext cx="9144000" cy="4180574"/>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DE">
              <a:solidFill>
                <a:schemeClr val="tx1"/>
              </a:solidFill>
            </a:endParaRPr>
          </a:p>
        </p:txBody>
      </p:sp>
      <p:sp>
        <p:nvSpPr>
          <p:cNvPr id="2" name="Titel 1"/>
          <p:cNvSpPr>
            <a:spLocks noGrp="1"/>
          </p:cNvSpPr>
          <p:nvPr>
            <p:ph type="title"/>
          </p:nvPr>
        </p:nvSpPr>
        <p:spPr>
          <a:xfrm>
            <a:off x="269875" y="1064539"/>
            <a:ext cx="8604250" cy="1021556"/>
          </a:xfrm>
        </p:spPr>
        <p:txBody>
          <a:bodyPr anchor="t"/>
          <a:lstStyle>
            <a:lvl1pPr algn="l">
              <a:defRPr sz="4000" b="1" cap="all"/>
            </a:lvl1pPr>
          </a:lstStyle>
          <a:p>
            <a:r>
              <a:rPr lang="de-AT"/>
              <a:t>Mastertitelformat bearbeiten</a:t>
            </a:r>
            <a:endParaRPr lang="de-DE"/>
          </a:p>
        </p:txBody>
      </p:sp>
      <p:sp>
        <p:nvSpPr>
          <p:cNvPr id="3" name="Textplatzhalter 2"/>
          <p:cNvSpPr>
            <a:spLocks noGrp="1"/>
          </p:cNvSpPr>
          <p:nvPr>
            <p:ph type="body" idx="1"/>
          </p:nvPr>
        </p:nvSpPr>
        <p:spPr>
          <a:xfrm>
            <a:off x="269875" y="3444479"/>
            <a:ext cx="8604251" cy="1125140"/>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AT"/>
              <a:t>Mastertextformat bearbeiten</a:t>
            </a:r>
          </a:p>
        </p:txBody>
      </p:sp>
      <p:sp>
        <p:nvSpPr>
          <p:cNvPr id="8" name="Datumsplatzhalter 7"/>
          <p:cNvSpPr>
            <a:spLocks noGrp="1"/>
          </p:cNvSpPr>
          <p:nvPr>
            <p:ph type="dt" sz="half" idx="10"/>
          </p:nvPr>
        </p:nvSpPr>
        <p:spPr/>
        <p:txBody>
          <a:bodyPr/>
          <a:lstStyle/>
          <a:p>
            <a:endParaRPr lang="de-DE"/>
          </a:p>
        </p:txBody>
      </p:sp>
      <p:sp>
        <p:nvSpPr>
          <p:cNvPr id="9" name="Fußzeilenplatzhalter 8"/>
          <p:cNvSpPr>
            <a:spLocks noGrp="1"/>
          </p:cNvSpPr>
          <p:nvPr>
            <p:ph type="ftr" sz="quarter" idx="11"/>
          </p:nvPr>
        </p:nvSpPr>
        <p:spPr/>
        <p:txBody>
          <a:bodyPr/>
          <a:lstStyle/>
          <a:p>
            <a:endParaRPr lang="de-DE"/>
          </a:p>
        </p:txBody>
      </p:sp>
      <p:sp>
        <p:nvSpPr>
          <p:cNvPr id="10" name="Foliennummernplatzhalter 9"/>
          <p:cNvSpPr>
            <a:spLocks noGrp="1"/>
          </p:cNvSpPr>
          <p:nvPr>
            <p:ph type="sldNum" sz="quarter" idx="12"/>
          </p:nvPr>
        </p:nvSpPr>
        <p:spPr/>
        <p:txBody>
          <a:bodyPr/>
          <a:lstStyle/>
          <a:p>
            <a:fld id="{E68C68F6-CEB4-C040-B3A3-CADDD499EB7C}" type="slidenum">
              <a:rPr lang="de-DE" smtClean="0"/>
              <a:pPr/>
              <a:t>‹#›</a:t>
            </a:fld>
            <a:endParaRPr lang="de-DE"/>
          </a:p>
        </p:txBody>
      </p:sp>
    </p:spTree>
    <p:extLst>
      <p:ext uri="{BB962C8B-B14F-4D97-AF65-F5344CB8AC3E}">
        <p14:creationId xmlns:p14="http://schemas.microsoft.com/office/powerpoint/2010/main" val="4236911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Aussage">
    <p:spTree>
      <p:nvGrpSpPr>
        <p:cNvPr id="1" name=""/>
        <p:cNvGrpSpPr/>
        <p:nvPr/>
      </p:nvGrpSpPr>
      <p:grpSpPr>
        <a:xfrm>
          <a:off x="0" y="0"/>
          <a:ext cx="0" cy="0"/>
          <a:chOff x="0" y="0"/>
          <a:chExt cx="0" cy="0"/>
        </a:xfrm>
      </p:grpSpPr>
      <p:sp>
        <p:nvSpPr>
          <p:cNvPr id="7" name="Rechteck 6"/>
          <p:cNvSpPr/>
          <p:nvPr/>
        </p:nvSpPr>
        <p:spPr>
          <a:xfrm>
            <a:off x="0" y="1194197"/>
            <a:ext cx="9144000" cy="3375422"/>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DE">
              <a:solidFill>
                <a:schemeClr val="tx1"/>
              </a:solidFill>
            </a:endParaRPr>
          </a:p>
        </p:txBody>
      </p:sp>
      <p:sp>
        <p:nvSpPr>
          <p:cNvPr id="2" name="Titel 1"/>
          <p:cNvSpPr>
            <a:spLocks noGrp="1"/>
          </p:cNvSpPr>
          <p:nvPr>
            <p:ph type="title"/>
          </p:nvPr>
        </p:nvSpPr>
        <p:spPr>
          <a:xfrm>
            <a:off x="358775" y="1949734"/>
            <a:ext cx="8604250" cy="1021556"/>
          </a:xfrm>
        </p:spPr>
        <p:txBody>
          <a:bodyPr anchor="b"/>
          <a:lstStyle>
            <a:lvl1pPr algn="ctr">
              <a:defRPr sz="4000" b="1" i="1" cap="none" baseline="0">
                <a:solidFill>
                  <a:schemeClr val="bg2"/>
                </a:solidFill>
                <a:latin typeface="+mj-lt"/>
              </a:defRPr>
            </a:lvl1pPr>
          </a:lstStyle>
          <a:p>
            <a:r>
              <a:rPr lang="de-AT"/>
              <a:t>Mastertitelformat bearbeiten</a:t>
            </a:r>
            <a:endParaRPr lang="de-DE"/>
          </a:p>
        </p:txBody>
      </p:sp>
      <p:sp>
        <p:nvSpPr>
          <p:cNvPr id="3" name="Textplatzhalter 2"/>
          <p:cNvSpPr>
            <a:spLocks noGrp="1"/>
          </p:cNvSpPr>
          <p:nvPr>
            <p:ph type="body" idx="1"/>
          </p:nvPr>
        </p:nvSpPr>
        <p:spPr>
          <a:xfrm>
            <a:off x="269876" y="3254659"/>
            <a:ext cx="8604251" cy="1125140"/>
          </a:xfrm>
        </p:spPr>
        <p:txBody>
          <a:bodyPr anchor="t"/>
          <a:lstStyle>
            <a:lvl1pPr marL="0" indent="0" algn="ctr">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AT"/>
              <a:t>Mastertextformat bearbeiten</a:t>
            </a:r>
          </a:p>
        </p:txBody>
      </p:sp>
      <p:sp>
        <p:nvSpPr>
          <p:cNvPr id="8" name="Datumsplatzhalter 7"/>
          <p:cNvSpPr>
            <a:spLocks noGrp="1"/>
          </p:cNvSpPr>
          <p:nvPr>
            <p:ph type="dt" sz="half" idx="10"/>
          </p:nvPr>
        </p:nvSpPr>
        <p:spPr/>
        <p:txBody>
          <a:bodyPr/>
          <a:lstStyle/>
          <a:p>
            <a:endParaRPr lang="de-DE"/>
          </a:p>
        </p:txBody>
      </p:sp>
      <p:sp>
        <p:nvSpPr>
          <p:cNvPr id="9" name="Fußzeilenplatzhalter 8"/>
          <p:cNvSpPr>
            <a:spLocks noGrp="1"/>
          </p:cNvSpPr>
          <p:nvPr>
            <p:ph type="ftr" sz="quarter" idx="11"/>
          </p:nvPr>
        </p:nvSpPr>
        <p:spPr/>
        <p:txBody>
          <a:bodyPr/>
          <a:lstStyle/>
          <a:p>
            <a:endParaRPr lang="de-DE"/>
          </a:p>
        </p:txBody>
      </p:sp>
      <p:sp>
        <p:nvSpPr>
          <p:cNvPr id="10" name="Foliennummernplatzhalter 9"/>
          <p:cNvSpPr>
            <a:spLocks noGrp="1"/>
          </p:cNvSpPr>
          <p:nvPr>
            <p:ph type="sldNum" sz="quarter" idx="12"/>
          </p:nvPr>
        </p:nvSpPr>
        <p:spPr/>
        <p:txBody>
          <a:bodyPr/>
          <a:lstStyle/>
          <a:p>
            <a:fld id="{E68C68F6-CEB4-C040-B3A3-CADDD499EB7C}" type="slidenum">
              <a:rPr lang="de-DE" smtClean="0"/>
              <a:pPr/>
              <a:t>‹#›</a:t>
            </a:fld>
            <a:endParaRPr lang="de-DE"/>
          </a:p>
        </p:txBody>
      </p:sp>
    </p:spTree>
    <p:extLst>
      <p:ext uri="{BB962C8B-B14F-4D97-AF65-F5344CB8AC3E}">
        <p14:creationId xmlns:p14="http://schemas.microsoft.com/office/powerpoint/2010/main" val="59445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AT"/>
              <a:t>Mastertitelformat bearbeiten</a:t>
            </a:r>
            <a:endParaRPr lang="de-DE"/>
          </a:p>
        </p:txBody>
      </p:sp>
      <p:sp>
        <p:nvSpPr>
          <p:cNvPr id="3" name="Inhaltsplatzhalter 2"/>
          <p:cNvSpPr>
            <a:spLocks noGrp="1"/>
          </p:cNvSpPr>
          <p:nvPr>
            <p:ph sz="half" idx="1"/>
          </p:nvPr>
        </p:nvSpPr>
        <p:spPr>
          <a:xfrm>
            <a:off x="269876" y="1675136"/>
            <a:ext cx="4225925" cy="28944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4" name="Inhaltsplatzhalter 3"/>
          <p:cNvSpPr>
            <a:spLocks noGrp="1"/>
          </p:cNvSpPr>
          <p:nvPr>
            <p:ph sz="half" idx="2"/>
          </p:nvPr>
        </p:nvSpPr>
        <p:spPr>
          <a:xfrm>
            <a:off x="4648200" y="1675136"/>
            <a:ext cx="4225925" cy="28944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8" name="Datumsplatzhalter 7"/>
          <p:cNvSpPr>
            <a:spLocks noGrp="1"/>
          </p:cNvSpPr>
          <p:nvPr>
            <p:ph type="dt" sz="half" idx="10"/>
          </p:nvPr>
        </p:nvSpPr>
        <p:spPr/>
        <p:txBody>
          <a:bodyPr/>
          <a:lstStyle/>
          <a:p>
            <a:endParaRPr lang="de-DE"/>
          </a:p>
        </p:txBody>
      </p:sp>
      <p:sp>
        <p:nvSpPr>
          <p:cNvPr id="9" name="Fußzeilenplatzhalter 8"/>
          <p:cNvSpPr>
            <a:spLocks noGrp="1"/>
          </p:cNvSpPr>
          <p:nvPr>
            <p:ph type="ftr" sz="quarter" idx="11"/>
          </p:nvPr>
        </p:nvSpPr>
        <p:spPr/>
        <p:txBody>
          <a:bodyPr/>
          <a:lstStyle/>
          <a:p>
            <a:endParaRPr lang="de-DE"/>
          </a:p>
        </p:txBody>
      </p:sp>
      <p:sp>
        <p:nvSpPr>
          <p:cNvPr id="10" name="Foliennummernplatzhalter 9"/>
          <p:cNvSpPr>
            <a:spLocks noGrp="1"/>
          </p:cNvSpPr>
          <p:nvPr>
            <p:ph type="sldNum" sz="quarter" idx="12"/>
          </p:nvPr>
        </p:nvSpPr>
        <p:spPr/>
        <p:txBody>
          <a:bodyPr/>
          <a:lstStyle/>
          <a:p>
            <a:fld id="{E68C68F6-CEB4-C040-B3A3-CADDD499EB7C}" type="slidenum">
              <a:rPr lang="de-DE" smtClean="0"/>
              <a:pPr/>
              <a:t>‹#›</a:t>
            </a:fld>
            <a:endParaRPr lang="de-DE"/>
          </a:p>
        </p:txBody>
      </p:sp>
    </p:spTree>
    <p:extLst>
      <p:ext uri="{BB962C8B-B14F-4D97-AF65-F5344CB8AC3E}">
        <p14:creationId xmlns:p14="http://schemas.microsoft.com/office/powerpoint/2010/main" val="2526277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r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AT"/>
              <a:t>Mastertitelformat bearbeiten</a:t>
            </a:r>
            <a:endParaRPr lang="de-DE"/>
          </a:p>
        </p:txBody>
      </p:sp>
      <p:sp>
        <p:nvSpPr>
          <p:cNvPr id="3" name="Inhaltsplatzhalter 2"/>
          <p:cNvSpPr>
            <a:spLocks noGrp="1"/>
          </p:cNvSpPr>
          <p:nvPr>
            <p:ph sz="half" idx="1"/>
          </p:nvPr>
        </p:nvSpPr>
        <p:spPr>
          <a:xfrm>
            <a:off x="269876" y="1675136"/>
            <a:ext cx="2808000" cy="28944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4" name="Inhaltsplatzhalter 3"/>
          <p:cNvSpPr>
            <a:spLocks noGrp="1"/>
          </p:cNvSpPr>
          <p:nvPr>
            <p:ph sz="half" idx="2"/>
          </p:nvPr>
        </p:nvSpPr>
        <p:spPr>
          <a:xfrm>
            <a:off x="6063641" y="1675136"/>
            <a:ext cx="2808000" cy="28944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8" name="Datumsplatzhalter 7"/>
          <p:cNvSpPr>
            <a:spLocks noGrp="1"/>
          </p:cNvSpPr>
          <p:nvPr>
            <p:ph type="dt" sz="half" idx="10"/>
          </p:nvPr>
        </p:nvSpPr>
        <p:spPr/>
        <p:txBody>
          <a:bodyPr/>
          <a:lstStyle/>
          <a:p>
            <a:endParaRPr lang="de-DE"/>
          </a:p>
        </p:txBody>
      </p:sp>
      <p:sp>
        <p:nvSpPr>
          <p:cNvPr id="9" name="Fußzeilenplatzhalter 8"/>
          <p:cNvSpPr>
            <a:spLocks noGrp="1"/>
          </p:cNvSpPr>
          <p:nvPr>
            <p:ph type="ftr" sz="quarter" idx="11"/>
          </p:nvPr>
        </p:nvSpPr>
        <p:spPr/>
        <p:txBody>
          <a:bodyPr/>
          <a:lstStyle/>
          <a:p>
            <a:endParaRPr lang="de-DE"/>
          </a:p>
        </p:txBody>
      </p:sp>
      <p:sp>
        <p:nvSpPr>
          <p:cNvPr id="10" name="Foliennummernplatzhalter 9"/>
          <p:cNvSpPr>
            <a:spLocks noGrp="1"/>
          </p:cNvSpPr>
          <p:nvPr>
            <p:ph type="sldNum" sz="quarter" idx="12"/>
          </p:nvPr>
        </p:nvSpPr>
        <p:spPr/>
        <p:txBody>
          <a:bodyPr/>
          <a:lstStyle/>
          <a:p>
            <a:fld id="{E68C68F6-CEB4-C040-B3A3-CADDD499EB7C}" type="slidenum">
              <a:rPr lang="de-DE" smtClean="0"/>
              <a:pPr/>
              <a:t>‹#›</a:t>
            </a:fld>
            <a:endParaRPr lang="de-DE"/>
          </a:p>
        </p:txBody>
      </p:sp>
      <p:sp>
        <p:nvSpPr>
          <p:cNvPr id="11" name="Inhaltsplatzhalter 2"/>
          <p:cNvSpPr>
            <a:spLocks noGrp="1"/>
          </p:cNvSpPr>
          <p:nvPr>
            <p:ph sz="half" idx="13"/>
          </p:nvPr>
        </p:nvSpPr>
        <p:spPr>
          <a:xfrm>
            <a:off x="3166759" y="1675136"/>
            <a:ext cx="2808000" cy="28944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Tree>
    <p:extLst>
      <p:ext uri="{BB962C8B-B14F-4D97-AF65-F5344CB8AC3E}">
        <p14:creationId xmlns:p14="http://schemas.microsoft.com/office/powerpoint/2010/main" val="228633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ns plus 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AT"/>
              <a:t>Mastertitelformat bearbeiten</a:t>
            </a:r>
            <a:endParaRPr lang="de-DE"/>
          </a:p>
        </p:txBody>
      </p:sp>
      <p:sp>
        <p:nvSpPr>
          <p:cNvPr id="3" name="Inhaltsplatzhalter 2"/>
          <p:cNvSpPr>
            <a:spLocks noGrp="1"/>
          </p:cNvSpPr>
          <p:nvPr>
            <p:ph sz="half" idx="1"/>
          </p:nvPr>
        </p:nvSpPr>
        <p:spPr>
          <a:xfrm>
            <a:off x="269876" y="1675136"/>
            <a:ext cx="4225925" cy="28944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4" name="Inhaltsplatzhalter 3"/>
          <p:cNvSpPr>
            <a:spLocks noGrp="1"/>
          </p:cNvSpPr>
          <p:nvPr>
            <p:ph sz="half" idx="2"/>
          </p:nvPr>
        </p:nvSpPr>
        <p:spPr>
          <a:xfrm>
            <a:off x="4648200" y="1675136"/>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8" name="Datumsplatzhalter 7"/>
          <p:cNvSpPr>
            <a:spLocks noGrp="1"/>
          </p:cNvSpPr>
          <p:nvPr>
            <p:ph type="dt" sz="half" idx="10"/>
          </p:nvPr>
        </p:nvSpPr>
        <p:spPr/>
        <p:txBody>
          <a:bodyPr/>
          <a:lstStyle/>
          <a:p>
            <a:endParaRPr lang="de-DE"/>
          </a:p>
        </p:txBody>
      </p:sp>
      <p:sp>
        <p:nvSpPr>
          <p:cNvPr id="9" name="Fußzeilenplatzhalter 8"/>
          <p:cNvSpPr>
            <a:spLocks noGrp="1"/>
          </p:cNvSpPr>
          <p:nvPr>
            <p:ph type="ftr" sz="quarter" idx="11"/>
          </p:nvPr>
        </p:nvSpPr>
        <p:spPr/>
        <p:txBody>
          <a:bodyPr/>
          <a:lstStyle/>
          <a:p>
            <a:endParaRPr lang="de-DE"/>
          </a:p>
        </p:txBody>
      </p:sp>
      <p:sp>
        <p:nvSpPr>
          <p:cNvPr id="10" name="Foliennummernplatzhalter 9"/>
          <p:cNvSpPr>
            <a:spLocks noGrp="1"/>
          </p:cNvSpPr>
          <p:nvPr>
            <p:ph type="sldNum" sz="quarter" idx="12"/>
          </p:nvPr>
        </p:nvSpPr>
        <p:spPr/>
        <p:txBody>
          <a:bodyPr/>
          <a:lstStyle/>
          <a:p>
            <a:fld id="{E68C68F6-CEB4-C040-B3A3-CADDD499EB7C}" type="slidenum">
              <a:rPr lang="de-DE" smtClean="0"/>
              <a:pPr/>
              <a:t>‹#›</a:t>
            </a:fld>
            <a:endParaRPr lang="de-DE"/>
          </a:p>
        </p:txBody>
      </p:sp>
      <p:sp>
        <p:nvSpPr>
          <p:cNvPr id="12" name="Inhaltsplatzhalter 3"/>
          <p:cNvSpPr>
            <a:spLocks noGrp="1"/>
          </p:cNvSpPr>
          <p:nvPr>
            <p:ph sz="half" idx="14"/>
          </p:nvPr>
        </p:nvSpPr>
        <p:spPr>
          <a:xfrm>
            <a:off x="4648201" y="3165619"/>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Tree>
    <p:extLst>
      <p:ext uri="{BB962C8B-B14F-4D97-AF65-F5344CB8AC3E}">
        <p14:creationId xmlns:p14="http://schemas.microsoft.com/office/powerpoint/2010/main" val="1526963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Vier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AT"/>
              <a:t>Mastertitelformat bearbeiten</a:t>
            </a:r>
            <a:endParaRPr lang="de-DE"/>
          </a:p>
        </p:txBody>
      </p:sp>
      <p:sp>
        <p:nvSpPr>
          <p:cNvPr id="3" name="Inhaltsplatzhalter 2"/>
          <p:cNvSpPr>
            <a:spLocks noGrp="1"/>
          </p:cNvSpPr>
          <p:nvPr>
            <p:ph sz="half" idx="1"/>
          </p:nvPr>
        </p:nvSpPr>
        <p:spPr>
          <a:xfrm>
            <a:off x="269876" y="1675136"/>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4" name="Inhaltsplatzhalter 3"/>
          <p:cNvSpPr>
            <a:spLocks noGrp="1"/>
          </p:cNvSpPr>
          <p:nvPr>
            <p:ph sz="half" idx="2"/>
          </p:nvPr>
        </p:nvSpPr>
        <p:spPr>
          <a:xfrm>
            <a:off x="4648200" y="1675136"/>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8" name="Datumsplatzhalter 7"/>
          <p:cNvSpPr>
            <a:spLocks noGrp="1"/>
          </p:cNvSpPr>
          <p:nvPr>
            <p:ph type="dt" sz="half" idx="10"/>
          </p:nvPr>
        </p:nvSpPr>
        <p:spPr/>
        <p:txBody>
          <a:bodyPr/>
          <a:lstStyle/>
          <a:p>
            <a:endParaRPr lang="de-DE"/>
          </a:p>
        </p:txBody>
      </p:sp>
      <p:sp>
        <p:nvSpPr>
          <p:cNvPr id="9" name="Fußzeilenplatzhalter 8"/>
          <p:cNvSpPr>
            <a:spLocks noGrp="1"/>
          </p:cNvSpPr>
          <p:nvPr>
            <p:ph type="ftr" sz="quarter" idx="11"/>
          </p:nvPr>
        </p:nvSpPr>
        <p:spPr/>
        <p:txBody>
          <a:bodyPr/>
          <a:lstStyle/>
          <a:p>
            <a:endParaRPr lang="de-DE"/>
          </a:p>
        </p:txBody>
      </p:sp>
      <p:sp>
        <p:nvSpPr>
          <p:cNvPr id="10" name="Foliennummernplatzhalter 9"/>
          <p:cNvSpPr>
            <a:spLocks noGrp="1"/>
          </p:cNvSpPr>
          <p:nvPr>
            <p:ph type="sldNum" sz="quarter" idx="12"/>
          </p:nvPr>
        </p:nvSpPr>
        <p:spPr/>
        <p:txBody>
          <a:bodyPr/>
          <a:lstStyle/>
          <a:p>
            <a:fld id="{E68C68F6-CEB4-C040-B3A3-CADDD499EB7C}" type="slidenum">
              <a:rPr lang="de-DE" smtClean="0"/>
              <a:pPr/>
              <a:t>‹#›</a:t>
            </a:fld>
            <a:endParaRPr lang="de-DE"/>
          </a:p>
        </p:txBody>
      </p:sp>
      <p:sp>
        <p:nvSpPr>
          <p:cNvPr id="11" name="Inhaltsplatzhalter 2"/>
          <p:cNvSpPr>
            <a:spLocks noGrp="1"/>
          </p:cNvSpPr>
          <p:nvPr>
            <p:ph sz="half" idx="13"/>
          </p:nvPr>
        </p:nvSpPr>
        <p:spPr>
          <a:xfrm>
            <a:off x="264981" y="3165619"/>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12" name="Inhaltsplatzhalter 3"/>
          <p:cNvSpPr>
            <a:spLocks noGrp="1"/>
          </p:cNvSpPr>
          <p:nvPr>
            <p:ph sz="half" idx="14"/>
          </p:nvPr>
        </p:nvSpPr>
        <p:spPr>
          <a:xfrm>
            <a:off x="4648201" y="3165619"/>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Tree>
    <p:extLst>
      <p:ext uri="{BB962C8B-B14F-4D97-AF65-F5344CB8AC3E}">
        <p14:creationId xmlns:p14="http://schemas.microsoft.com/office/powerpoint/2010/main" val="1884461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symmetrisch links">
    <p:spTree>
      <p:nvGrpSpPr>
        <p:cNvPr id="1" name=""/>
        <p:cNvGrpSpPr/>
        <p:nvPr/>
      </p:nvGrpSpPr>
      <p:grpSpPr>
        <a:xfrm>
          <a:off x="0" y="0"/>
          <a:ext cx="0" cy="0"/>
          <a:chOff x="0" y="0"/>
          <a:chExt cx="0" cy="0"/>
        </a:xfrm>
      </p:grpSpPr>
      <p:sp>
        <p:nvSpPr>
          <p:cNvPr id="4" name="Inhaltsplatzhalter 3"/>
          <p:cNvSpPr>
            <a:spLocks noGrp="1"/>
          </p:cNvSpPr>
          <p:nvPr>
            <p:ph sz="half" idx="2"/>
          </p:nvPr>
        </p:nvSpPr>
        <p:spPr>
          <a:xfrm>
            <a:off x="4571999" y="1616700"/>
            <a:ext cx="4300156" cy="2952919"/>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9" name="Datumsplatzhalter 8"/>
          <p:cNvSpPr>
            <a:spLocks noGrp="1"/>
          </p:cNvSpPr>
          <p:nvPr>
            <p:ph type="dt" sz="half" idx="10"/>
          </p:nvPr>
        </p:nvSpPr>
        <p:spPr/>
        <p:txBody>
          <a:bodyPr/>
          <a:lstStyle/>
          <a:p>
            <a:endParaRPr lang="de-DE"/>
          </a:p>
        </p:txBody>
      </p:sp>
      <p:sp>
        <p:nvSpPr>
          <p:cNvPr id="10" name="Fußzeilenplatzhalter 9"/>
          <p:cNvSpPr>
            <a:spLocks noGrp="1"/>
          </p:cNvSpPr>
          <p:nvPr>
            <p:ph type="ftr" sz="quarter" idx="11"/>
          </p:nvPr>
        </p:nvSpPr>
        <p:spPr/>
        <p:txBody>
          <a:bodyPr/>
          <a:lstStyle/>
          <a:p>
            <a:endParaRPr lang="de-DE"/>
          </a:p>
        </p:txBody>
      </p:sp>
      <p:sp>
        <p:nvSpPr>
          <p:cNvPr id="11" name="Foliennummernplatzhalter 10"/>
          <p:cNvSpPr>
            <a:spLocks noGrp="1"/>
          </p:cNvSpPr>
          <p:nvPr>
            <p:ph type="sldNum" sz="quarter" idx="12"/>
          </p:nvPr>
        </p:nvSpPr>
        <p:spPr/>
        <p:txBody>
          <a:bodyPr/>
          <a:lstStyle/>
          <a:p>
            <a:fld id="{E68C68F6-CEB4-C040-B3A3-CADDD499EB7C}" type="slidenum">
              <a:rPr lang="de-DE" smtClean="0"/>
              <a:pPr/>
              <a:t>‹#›</a:t>
            </a:fld>
            <a:endParaRPr lang="de-DE"/>
          </a:p>
        </p:txBody>
      </p:sp>
      <p:sp>
        <p:nvSpPr>
          <p:cNvPr id="12" name="Titel 11"/>
          <p:cNvSpPr>
            <a:spLocks noGrp="1"/>
          </p:cNvSpPr>
          <p:nvPr>
            <p:ph type="title"/>
          </p:nvPr>
        </p:nvSpPr>
        <p:spPr>
          <a:xfrm>
            <a:off x="4572000" y="1204233"/>
            <a:ext cx="4300155" cy="412467"/>
          </a:xfrm>
        </p:spPr>
        <p:txBody>
          <a:bodyPr anchor="b">
            <a:noAutofit/>
          </a:bodyPr>
          <a:lstStyle>
            <a:lvl1pPr algn="l">
              <a:defRPr sz="3200"/>
            </a:lvl1pPr>
          </a:lstStyle>
          <a:p>
            <a:r>
              <a:rPr lang="de-AT"/>
              <a:t>Mastertitelformat bearbeiten</a:t>
            </a:r>
          </a:p>
        </p:txBody>
      </p:sp>
      <p:sp>
        <p:nvSpPr>
          <p:cNvPr id="5" name="Bildplatzhalter 4"/>
          <p:cNvSpPr>
            <a:spLocks noGrp="1"/>
          </p:cNvSpPr>
          <p:nvPr>
            <p:ph type="pic" sz="quarter" idx="13"/>
          </p:nvPr>
        </p:nvSpPr>
        <p:spPr>
          <a:xfrm>
            <a:off x="358776" y="1194197"/>
            <a:ext cx="2765425" cy="3375422"/>
          </a:xfrm>
        </p:spPr>
        <p:txBody>
          <a:bodyPr/>
          <a:lstStyle/>
          <a:p>
            <a:r>
              <a:rPr lang="de-AT"/>
              <a:t>Bild auf Platzhalter ziehen oder durch Klicken auf Symbol hinzufügen</a:t>
            </a:r>
          </a:p>
        </p:txBody>
      </p:sp>
    </p:spTree>
    <p:extLst>
      <p:ext uri="{BB962C8B-B14F-4D97-AF65-F5344CB8AC3E}">
        <p14:creationId xmlns:p14="http://schemas.microsoft.com/office/powerpoint/2010/main" val="27278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symmetrisch rechts">
    <p:spTree>
      <p:nvGrpSpPr>
        <p:cNvPr id="1" name=""/>
        <p:cNvGrpSpPr/>
        <p:nvPr/>
      </p:nvGrpSpPr>
      <p:grpSpPr>
        <a:xfrm>
          <a:off x="0" y="0"/>
          <a:ext cx="0" cy="0"/>
          <a:chOff x="0" y="0"/>
          <a:chExt cx="0" cy="0"/>
        </a:xfrm>
      </p:grpSpPr>
      <p:sp>
        <p:nvSpPr>
          <p:cNvPr id="4" name="Inhaltsplatzhalter 3"/>
          <p:cNvSpPr>
            <a:spLocks noGrp="1"/>
          </p:cNvSpPr>
          <p:nvPr>
            <p:ph sz="half" idx="2"/>
          </p:nvPr>
        </p:nvSpPr>
        <p:spPr>
          <a:xfrm>
            <a:off x="271845" y="1616700"/>
            <a:ext cx="4300156" cy="2952919"/>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9" name="Datumsplatzhalter 8"/>
          <p:cNvSpPr>
            <a:spLocks noGrp="1"/>
          </p:cNvSpPr>
          <p:nvPr>
            <p:ph type="dt" sz="half" idx="10"/>
          </p:nvPr>
        </p:nvSpPr>
        <p:spPr/>
        <p:txBody>
          <a:bodyPr/>
          <a:lstStyle/>
          <a:p>
            <a:endParaRPr lang="de-DE"/>
          </a:p>
        </p:txBody>
      </p:sp>
      <p:sp>
        <p:nvSpPr>
          <p:cNvPr id="10" name="Fußzeilenplatzhalter 9"/>
          <p:cNvSpPr>
            <a:spLocks noGrp="1"/>
          </p:cNvSpPr>
          <p:nvPr>
            <p:ph type="ftr" sz="quarter" idx="11"/>
          </p:nvPr>
        </p:nvSpPr>
        <p:spPr/>
        <p:txBody>
          <a:bodyPr/>
          <a:lstStyle/>
          <a:p>
            <a:endParaRPr lang="de-DE"/>
          </a:p>
        </p:txBody>
      </p:sp>
      <p:sp>
        <p:nvSpPr>
          <p:cNvPr id="11" name="Foliennummernplatzhalter 10"/>
          <p:cNvSpPr>
            <a:spLocks noGrp="1"/>
          </p:cNvSpPr>
          <p:nvPr>
            <p:ph type="sldNum" sz="quarter" idx="12"/>
          </p:nvPr>
        </p:nvSpPr>
        <p:spPr/>
        <p:txBody>
          <a:bodyPr/>
          <a:lstStyle/>
          <a:p>
            <a:fld id="{E68C68F6-CEB4-C040-B3A3-CADDD499EB7C}" type="slidenum">
              <a:rPr lang="de-DE" smtClean="0"/>
              <a:pPr/>
              <a:t>‹#›</a:t>
            </a:fld>
            <a:endParaRPr lang="de-DE"/>
          </a:p>
        </p:txBody>
      </p:sp>
      <p:sp>
        <p:nvSpPr>
          <p:cNvPr id="12" name="Titel 11"/>
          <p:cNvSpPr>
            <a:spLocks noGrp="1"/>
          </p:cNvSpPr>
          <p:nvPr>
            <p:ph type="title"/>
          </p:nvPr>
        </p:nvSpPr>
        <p:spPr>
          <a:xfrm>
            <a:off x="271846" y="1194197"/>
            <a:ext cx="4300155" cy="412467"/>
          </a:xfrm>
        </p:spPr>
        <p:txBody>
          <a:bodyPr anchor="b">
            <a:noAutofit/>
          </a:bodyPr>
          <a:lstStyle>
            <a:lvl1pPr algn="l">
              <a:defRPr sz="3200"/>
            </a:lvl1pPr>
          </a:lstStyle>
          <a:p>
            <a:r>
              <a:rPr lang="de-AT"/>
              <a:t>Mastertitelformat bearbeiten</a:t>
            </a:r>
          </a:p>
        </p:txBody>
      </p:sp>
      <p:sp>
        <p:nvSpPr>
          <p:cNvPr id="5" name="Bildplatzhalter 4"/>
          <p:cNvSpPr>
            <a:spLocks noGrp="1"/>
          </p:cNvSpPr>
          <p:nvPr>
            <p:ph type="pic" sz="quarter" idx="13"/>
          </p:nvPr>
        </p:nvSpPr>
        <p:spPr>
          <a:xfrm>
            <a:off x="6019801" y="1194197"/>
            <a:ext cx="2765425" cy="3375422"/>
          </a:xfrm>
        </p:spPr>
        <p:txBody>
          <a:bodyPr/>
          <a:lstStyle/>
          <a:p>
            <a:r>
              <a:rPr lang="de-AT"/>
              <a:t>Bild auf Platzhalter ziehen oder durch Klicken auf Symbol hinzufügen</a:t>
            </a:r>
          </a:p>
        </p:txBody>
      </p:sp>
    </p:spTree>
    <p:extLst>
      <p:ext uri="{BB962C8B-B14F-4D97-AF65-F5344CB8AC3E}">
        <p14:creationId xmlns:p14="http://schemas.microsoft.com/office/powerpoint/2010/main" val="2704990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269875" y="816769"/>
            <a:ext cx="8602280" cy="857250"/>
          </a:xfrm>
        </p:spPr>
        <p:txBody>
          <a:bodyPr/>
          <a:lstStyle>
            <a:lvl1pPr>
              <a:defRPr/>
            </a:lvl1pPr>
          </a:lstStyle>
          <a:p>
            <a:r>
              <a:rPr lang="de-AT"/>
              <a:t>Mastertitelformat bearbeiten</a:t>
            </a:r>
            <a:endParaRPr lang="de-DE"/>
          </a:p>
        </p:txBody>
      </p:sp>
      <p:sp>
        <p:nvSpPr>
          <p:cNvPr id="3" name="Textplatzhalter 2"/>
          <p:cNvSpPr>
            <a:spLocks noGrp="1"/>
          </p:cNvSpPr>
          <p:nvPr>
            <p:ph type="body" idx="1"/>
          </p:nvPr>
        </p:nvSpPr>
        <p:spPr>
          <a:xfrm>
            <a:off x="269876" y="1751750"/>
            <a:ext cx="4227513"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AT"/>
              <a:t>Mastertextformat bearbeiten</a:t>
            </a:r>
          </a:p>
        </p:txBody>
      </p:sp>
      <p:sp>
        <p:nvSpPr>
          <p:cNvPr id="4" name="Inhaltsplatzhalter 3"/>
          <p:cNvSpPr>
            <a:spLocks noGrp="1"/>
          </p:cNvSpPr>
          <p:nvPr>
            <p:ph sz="half" idx="2"/>
          </p:nvPr>
        </p:nvSpPr>
        <p:spPr>
          <a:xfrm>
            <a:off x="269876" y="2231572"/>
            <a:ext cx="4227513" cy="233804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5" name="Textplatzhalter 4"/>
          <p:cNvSpPr>
            <a:spLocks noGrp="1"/>
          </p:cNvSpPr>
          <p:nvPr>
            <p:ph type="body" sz="quarter" idx="3"/>
          </p:nvPr>
        </p:nvSpPr>
        <p:spPr>
          <a:xfrm>
            <a:off x="4645025" y="1751750"/>
            <a:ext cx="4227130"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AT"/>
              <a:t>Mastertextformat bearbeiten</a:t>
            </a:r>
          </a:p>
        </p:txBody>
      </p:sp>
      <p:sp>
        <p:nvSpPr>
          <p:cNvPr id="6" name="Inhaltsplatzhalter 5"/>
          <p:cNvSpPr>
            <a:spLocks noGrp="1"/>
          </p:cNvSpPr>
          <p:nvPr>
            <p:ph sz="quarter" idx="4"/>
          </p:nvPr>
        </p:nvSpPr>
        <p:spPr>
          <a:xfrm>
            <a:off x="4645025" y="2231572"/>
            <a:ext cx="4229100" cy="233804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10" name="Datumsplatzhalter 9"/>
          <p:cNvSpPr>
            <a:spLocks noGrp="1"/>
          </p:cNvSpPr>
          <p:nvPr>
            <p:ph type="dt" sz="half" idx="10"/>
          </p:nvPr>
        </p:nvSpPr>
        <p:spPr/>
        <p:txBody>
          <a:bodyPr/>
          <a:lstStyle/>
          <a:p>
            <a:endParaRPr lang="de-DE"/>
          </a:p>
        </p:txBody>
      </p:sp>
      <p:sp>
        <p:nvSpPr>
          <p:cNvPr id="11" name="Fußzeilenplatzhalter 10"/>
          <p:cNvSpPr>
            <a:spLocks noGrp="1"/>
          </p:cNvSpPr>
          <p:nvPr>
            <p:ph type="ftr" sz="quarter" idx="11"/>
          </p:nvPr>
        </p:nvSpPr>
        <p:spPr/>
        <p:txBody>
          <a:bodyPr/>
          <a:lstStyle/>
          <a:p>
            <a:endParaRPr lang="de-DE"/>
          </a:p>
        </p:txBody>
      </p:sp>
      <p:sp>
        <p:nvSpPr>
          <p:cNvPr id="12" name="Foliennummernplatzhalter 11"/>
          <p:cNvSpPr>
            <a:spLocks noGrp="1"/>
          </p:cNvSpPr>
          <p:nvPr>
            <p:ph type="sldNum" sz="quarter" idx="12"/>
          </p:nvPr>
        </p:nvSpPr>
        <p:spPr/>
        <p:txBody>
          <a:bodyPr/>
          <a:lstStyle/>
          <a:p>
            <a:fld id="{E68C68F6-CEB4-C040-B3A3-CADDD499EB7C}" type="slidenum">
              <a:rPr lang="de-DE" smtClean="0"/>
              <a:pPr/>
              <a:t>‹#›</a:t>
            </a:fld>
            <a:endParaRPr lang="de-DE"/>
          </a:p>
        </p:txBody>
      </p:sp>
    </p:spTree>
    <p:extLst>
      <p:ext uri="{BB962C8B-B14F-4D97-AF65-F5344CB8AC3E}">
        <p14:creationId xmlns:p14="http://schemas.microsoft.com/office/powerpoint/2010/main" val="4219082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AT"/>
              <a:t>Mastertitelformat bearbeiten</a:t>
            </a:r>
            <a:endParaRPr lang="de-DE"/>
          </a:p>
        </p:txBody>
      </p:sp>
      <p:sp>
        <p:nvSpPr>
          <p:cNvPr id="6" name="Datumsplatzhalter 5"/>
          <p:cNvSpPr>
            <a:spLocks noGrp="1"/>
          </p:cNvSpPr>
          <p:nvPr>
            <p:ph type="dt" sz="half" idx="10"/>
          </p:nvPr>
        </p:nvSpPr>
        <p:spPr/>
        <p:txBody>
          <a:bodyPr/>
          <a:lstStyle/>
          <a:p>
            <a:endParaRPr lang="de-DE"/>
          </a:p>
        </p:txBody>
      </p:sp>
      <p:sp>
        <p:nvSpPr>
          <p:cNvPr id="7" name="Fußzeilenplatzhalter 6"/>
          <p:cNvSpPr>
            <a:spLocks noGrp="1"/>
          </p:cNvSpPr>
          <p:nvPr>
            <p:ph type="ftr" sz="quarter" idx="11"/>
          </p:nvPr>
        </p:nvSpPr>
        <p:spPr/>
        <p:txBody>
          <a:bodyPr/>
          <a:lstStyle/>
          <a:p>
            <a:endParaRPr lang="de-DE"/>
          </a:p>
        </p:txBody>
      </p:sp>
      <p:sp>
        <p:nvSpPr>
          <p:cNvPr id="8" name="Foliennummernplatzhalter 7"/>
          <p:cNvSpPr>
            <a:spLocks noGrp="1"/>
          </p:cNvSpPr>
          <p:nvPr>
            <p:ph type="sldNum" sz="quarter" idx="12"/>
          </p:nvPr>
        </p:nvSpPr>
        <p:spPr/>
        <p:txBody>
          <a:bodyPr/>
          <a:lstStyle/>
          <a:p>
            <a:fld id="{E68C68F6-CEB4-C040-B3A3-CADDD499EB7C}" type="slidenum">
              <a:rPr lang="de-DE" smtClean="0"/>
              <a:pPr/>
              <a:t>‹#›</a:t>
            </a:fld>
            <a:endParaRPr lang="de-DE"/>
          </a:p>
        </p:txBody>
      </p:sp>
    </p:spTree>
    <p:extLst>
      <p:ext uri="{BB962C8B-B14F-4D97-AF65-F5344CB8AC3E}">
        <p14:creationId xmlns:p14="http://schemas.microsoft.com/office/powerpoint/2010/main" val="1777374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264981" y="816769"/>
            <a:ext cx="3200533" cy="901814"/>
          </a:xfrm>
        </p:spPr>
        <p:txBody>
          <a:bodyPr anchor="t"/>
          <a:lstStyle>
            <a:lvl1pPr algn="l">
              <a:defRPr sz="2000" b="1"/>
            </a:lvl1pPr>
          </a:lstStyle>
          <a:p>
            <a:r>
              <a:rPr lang="de-AT"/>
              <a:t>Mastertitelformat bearbeiten</a:t>
            </a:r>
            <a:endParaRPr lang="de-DE"/>
          </a:p>
        </p:txBody>
      </p:sp>
      <p:sp>
        <p:nvSpPr>
          <p:cNvPr id="3" name="Inhaltsplatzhalter 2"/>
          <p:cNvSpPr>
            <a:spLocks noGrp="1"/>
          </p:cNvSpPr>
          <p:nvPr>
            <p:ph idx="1"/>
          </p:nvPr>
        </p:nvSpPr>
        <p:spPr>
          <a:xfrm>
            <a:off x="3575050" y="816769"/>
            <a:ext cx="5297105" cy="3752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4" name="Textplatzhalter 3"/>
          <p:cNvSpPr>
            <a:spLocks noGrp="1"/>
          </p:cNvSpPr>
          <p:nvPr>
            <p:ph type="body" sz="half" idx="2"/>
          </p:nvPr>
        </p:nvSpPr>
        <p:spPr>
          <a:xfrm>
            <a:off x="269876" y="1719943"/>
            <a:ext cx="3195638" cy="284967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AT"/>
              <a:t>Mastertextformat bearbeiten</a:t>
            </a:r>
          </a:p>
        </p:txBody>
      </p:sp>
      <p:sp>
        <p:nvSpPr>
          <p:cNvPr id="8" name="Datumsplatzhalter 7"/>
          <p:cNvSpPr>
            <a:spLocks noGrp="1"/>
          </p:cNvSpPr>
          <p:nvPr>
            <p:ph type="dt" sz="half" idx="10"/>
          </p:nvPr>
        </p:nvSpPr>
        <p:spPr/>
        <p:txBody>
          <a:bodyPr/>
          <a:lstStyle/>
          <a:p>
            <a:endParaRPr lang="de-DE"/>
          </a:p>
        </p:txBody>
      </p:sp>
      <p:sp>
        <p:nvSpPr>
          <p:cNvPr id="9" name="Fußzeilenplatzhalter 8"/>
          <p:cNvSpPr>
            <a:spLocks noGrp="1"/>
          </p:cNvSpPr>
          <p:nvPr>
            <p:ph type="ftr" sz="quarter" idx="11"/>
          </p:nvPr>
        </p:nvSpPr>
        <p:spPr/>
        <p:txBody>
          <a:bodyPr/>
          <a:lstStyle/>
          <a:p>
            <a:endParaRPr lang="de-DE"/>
          </a:p>
        </p:txBody>
      </p:sp>
      <p:sp>
        <p:nvSpPr>
          <p:cNvPr id="10" name="Foliennummernplatzhalter 9"/>
          <p:cNvSpPr>
            <a:spLocks noGrp="1"/>
          </p:cNvSpPr>
          <p:nvPr>
            <p:ph type="sldNum" sz="quarter" idx="12"/>
          </p:nvPr>
        </p:nvSpPr>
        <p:spPr/>
        <p:txBody>
          <a:bodyPr/>
          <a:lstStyle/>
          <a:p>
            <a:fld id="{E68C68F6-CEB4-C040-B3A3-CADDD499EB7C}" type="slidenum">
              <a:rPr lang="de-DE" smtClean="0"/>
              <a:pPr/>
              <a:t>‹#›</a:t>
            </a:fld>
            <a:endParaRPr lang="de-DE"/>
          </a:p>
        </p:txBody>
      </p:sp>
    </p:spTree>
    <p:extLst>
      <p:ext uri="{BB962C8B-B14F-4D97-AF65-F5344CB8AC3E}">
        <p14:creationId xmlns:p14="http://schemas.microsoft.com/office/powerpoint/2010/main" val="29362411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269876" y="4144565"/>
            <a:ext cx="4302125" cy="425054"/>
          </a:xfrm>
        </p:spPr>
        <p:txBody>
          <a:bodyPr anchor="b"/>
          <a:lstStyle>
            <a:lvl1pPr algn="l">
              <a:defRPr sz="2000" b="1"/>
            </a:lvl1pPr>
          </a:lstStyle>
          <a:p>
            <a:r>
              <a:rPr lang="de-AT"/>
              <a:t>Mastertitelformat bearbeiten</a:t>
            </a:r>
            <a:endParaRPr lang="de-DE"/>
          </a:p>
        </p:txBody>
      </p:sp>
      <p:sp>
        <p:nvSpPr>
          <p:cNvPr id="3" name="Bildplatzhalter 2"/>
          <p:cNvSpPr>
            <a:spLocks noGrp="1"/>
          </p:cNvSpPr>
          <p:nvPr>
            <p:ph type="pic" idx="1"/>
          </p:nvPr>
        </p:nvSpPr>
        <p:spPr>
          <a:xfrm>
            <a:off x="358775" y="816769"/>
            <a:ext cx="8426450" cy="332779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AT"/>
              <a:t>Bild auf Platzhalter ziehen oder durch Klicken auf Symbol hinzufügen</a:t>
            </a:r>
            <a:endParaRPr lang="de-DE"/>
          </a:p>
        </p:txBody>
      </p:sp>
      <p:sp>
        <p:nvSpPr>
          <p:cNvPr id="4" name="Textplatzhalter 3"/>
          <p:cNvSpPr>
            <a:spLocks noGrp="1"/>
          </p:cNvSpPr>
          <p:nvPr>
            <p:ph type="body" sz="half" idx="2"/>
          </p:nvPr>
        </p:nvSpPr>
        <p:spPr>
          <a:xfrm>
            <a:off x="4571999" y="4144565"/>
            <a:ext cx="4302125" cy="425054"/>
          </a:xfrm>
        </p:spPr>
        <p:txBody>
          <a:bodyPr anchor="b"/>
          <a:lstStyle>
            <a:lvl1pPr marL="0" indent="0" algn="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AT"/>
              <a:t>Mastertextformat bearbeiten</a:t>
            </a:r>
          </a:p>
        </p:txBody>
      </p:sp>
      <p:sp>
        <p:nvSpPr>
          <p:cNvPr id="8" name="Datumsplatzhalter 7"/>
          <p:cNvSpPr>
            <a:spLocks noGrp="1"/>
          </p:cNvSpPr>
          <p:nvPr>
            <p:ph type="dt" sz="half" idx="10"/>
          </p:nvPr>
        </p:nvSpPr>
        <p:spPr/>
        <p:txBody>
          <a:bodyPr/>
          <a:lstStyle/>
          <a:p>
            <a:endParaRPr lang="de-DE"/>
          </a:p>
        </p:txBody>
      </p:sp>
      <p:sp>
        <p:nvSpPr>
          <p:cNvPr id="9" name="Fußzeilenplatzhalter 8"/>
          <p:cNvSpPr>
            <a:spLocks noGrp="1"/>
          </p:cNvSpPr>
          <p:nvPr>
            <p:ph type="ftr" sz="quarter" idx="11"/>
          </p:nvPr>
        </p:nvSpPr>
        <p:spPr/>
        <p:txBody>
          <a:bodyPr/>
          <a:lstStyle/>
          <a:p>
            <a:endParaRPr lang="de-DE"/>
          </a:p>
        </p:txBody>
      </p:sp>
      <p:sp>
        <p:nvSpPr>
          <p:cNvPr id="10" name="Foliennummernplatzhalter 9"/>
          <p:cNvSpPr>
            <a:spLocks noGrp="1"/>
          </p:cNvSpPr>
          <p:nvPr>
            <p:ph type="sldNum" sz="quarter" idx="12"/>
          </p:nvPr>
        </p:nvSpPr>
        <p:spPr/>
        <p:txBody>
          <a:bodyPr/>
          <a:lstStyle/>
          <a:p>
            <a:fld id="{E68C68F6-CEB4-C040-B3A3-CADDD499EB7C}" type="slidenum">
              <a:rPr lang="de-DE" smtClean="0"/>
              <a:pPr/>
              <a:t>‹#›</a:t>
            </a:fld>
            <a:endParaRPr lang="de-DE"/>
          </a:p>
        </p:txBody>
      </p:sp>
    </p:spTree>
    <p:extLst>
      <p:ext uri="{BB962C8B-B14F-4D97-AF65-F5344CB8AC3E}">
        <p14:creationId xmlns:p14="http://schemas.microsoft.com/office/powerpoint/2010/main" val="19122970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ollbild">
    <p:spTree>
      <p:nvGrpSpPr>
        <p:cNvPr id="1" name=""/>
        <p:cNvGrpSpPr/>
        <p:nvPr/>
      </p:nvGrpSpPr>
      <p:grpSpPr>
        <a:xfrm>
          <a:off x="0" y="0"/>
          <a:ext cx="0" cy="0"/>
          <a:chOff x="0" y="0"/>
          <a:chExt cx="0" cy="0"/>
        </a:xfrm>
      </p:grpSpPr>
      <p:sp>
        <p:nvSpPr>
          <p:cNvPr id="3" name="Bildplatzhalter 2"/>
          <p:cNvSpPr>
            <a:spLocks noGrp="1"/>
          </p:cNvSpPr>
          <p:nvPr>
            <p:ph type="pic" idx="1"/>
          </p:nvPr>
        </p:nvSpPr>
        <p:spPr>
          <a:xfrm>
            <a:off x="0" y="1194197"/>
            <a:ext cx="9144000" cy="394930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AT"/>
              <a:t>Bild auf Platzhalter ziehen oder durch Klicken auf Symbol hinzufügen</a:t>
            </a:r>
            <a:endParaRPr lang="de-DE"/>
          </a:p>
        </p:txBody>
      </p:sp>
    </p:spTree>
    <p:extLst>
      <p:ext uri="{BB962C8B-B14F-4D97-AF65-F5344CB8AC3E}">
        <p14:creationId xmlns:p14="http://schemas.microsoft.com/office/powerpoint/2010/main" val="866866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AT"/>
              <a:t>Mastertitelformat bearbeiten</a:t>
            </a:r>
            <a:endParaRPr lang="de-DE"/>
          </a:p>
        </p:txBody>
      </p:sp>
      <p:sp>
        <p:nvSpPr>
          <p:cNvPr id="3" name="Vertikaler Textplatzhalter 2"/>
          <p:cNvSpPr>
            <a:spLocks noGrp="1"/>
          </p:cNvSpPr>
          <p:nvPr>
            <p:ph type="body" orient="vert" idx="1"/>
          </p:nvPr>
        </p:nvSpPr>
        <p:spPr/>
        <p:txBody>
          <a:bodyPr vert="eaVert"/>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7" name="Datumsplatzhalter 6"/>
          <p:cNvSpPr>
            <a:spLocks noGrp="1"/>
          </p:cNvSpPr>
          <p:nvPr>
            <p:ph type="dt" sz="half" idx="10"/>
          </p:nvPr>
        </p:nvSpPr>
        <p:spPr/>
        <p:txBody>
          <a:bodyPr/>
          <a:lstStyle/>
          <a:p>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E68C68F6-CEB4-C040-B3A3-CADDD499EB7C}" type="slidenum">
              <a:rPr lang="de-DE" smtClean="0"/>
              <a:pPr/>
              <a:t>‹#›</a:t>
            </a:fld>
            <a:endParaRPr lang="de-DE"/>
          </a:p>
        </p:txBody>
      </p:sp>
    </p:spTree>
    <p:extLst>
      <p:ext uri="{BB962C8B-B14F-4D97-AF65-F5344CB8AC3E}">
        <p14:creationId xmlns:p14="http://schemas.microsoft.com/office/powerpoint/2010/main" val="35044304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816769"/>
            <a:ext cx="2244725" cy="3752850"/>
          </a:xfrm>
        </p:spPr>
        <p:txBody>
          <a:bodyPr vert="eaVert"/>
          <a:lstStyle/>
          <a:p>
            <a:r>
              <a:rPr lang="de-AT"/>
              <a:t>Mastertitelformat bearbeiten</a:t>
            </a:r>
            <a:endParaRPr lang="de-DE"/>
          </a:p>
        </p:txBody>
      </p:sp>
      <p:sp>
        <p:nvSpPr>
          <p:cNvPr id="3" name="Vertikaler Textplatzhalter 2"/>
          <p:cNvSpPr>
            <a:spLocks noGrp="1"/>
          </p:cNvSpPr>
          <p:nvPr>
            <p:ph type="body" orient="vert" idx="1"/>
          </p:nvPr>
        </p:nvSpPr>
        <p:spPr>
          <a:xfrm>
            <a:off x="269876" y="816769"/>
            <a:ext cx="6207125" cy="3752850"/>
          </a:xfrm>
        </p:spPr>
        <p:txBody>
          <a:bodyPr vert="eaVert"/>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7" name="Datumsplatzhalter 6"/>
          <p:cNvSpPr>
            <a:spLocks noGrp="1"/>
          </p:cNvSpPr>
          <p:nvPr>
            <p:ph type="dt" sz="half" idx="10"/>
          </p:nvPr>
        </p:nvSpPr>
        <p:spPr/>
        <p:txBody>
          <a:bodyPr/>
          <a:lstStyle/>
          <a:p>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E68C68F6-CEB4-C040-B3A3-CADDD499EB7C}" type="slidenum">
              <a:rPr lang="de-DE" smtClean="0"/>
              <a:pPr/>
              <a:t>‹#›</a:t>
            </a:fld>
            <a:endParaRPr lang="de-DE"/>
          </a:p>
        </p:txBody>
      </p:sp>
    </p:spTree>
    <p:extLst>
      <p:ext uri="{BB962C8B-B14F-4D97-AF65-F5344CB8AC3E}">
        <p14:creationId xmlns:p14="http://schemas.microsoft.com/office/powerpoint/2010/main" val="501244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8085A53B-18B8-EB32-4D55-CC6B0AC6E306}"/>
              </a:ext>
            </a:extLst>
          </p:cNvPr>
          <p:cNvPicPr>
            <a:picLocks noChangeAspect="1"/>
          </p:cNvPicPr>
          <p:nvPr userDrawn="1"/>
        </p:nvPicPr>
        <p:blipFill>
          <a:blip r:embed="rId19"/>
          <a:stretch>
            <a:fillRect/>
          </a:stretch>
        </p:blipFill>
        <p:spPr>
          <a:xfrm>
            <a:off x="93187" y="9981"/>
            <a:ext cx="8975098" cy="914400"/>
          </a:xfrm>
          <a:prstGeom prst="rect">
            <a:avLst/>
          </a:prstGeom>
        </p:spPr>
      </p:pic>
      <p:sp>
        <p:nvSpPr>
          <p:cNvPr id="2" name="Titelplatzhalter 1"/>
          <p:cNvSpPr>
            <a:spLocks noGrp="1"/>
          </p:cNvSpPr>
          <p:nvPr>
            <p:ph type="title"/>
          </p:nvPr>
        </p:nvSpPr>
        <p:spPr>
          <a:xfrm>
            <a:off x="269875" y="817886"/>
            <a:ext cx="8602280" cy="857250"/>
          </a:xfrm>
          <a:prstGeom prst="rect">
            <a:avLst/>
          </a:prstGeom>
        </p:spPr>
        <p:txBody>
          <a:bodyPr vert="horz" lIns="91440" tIns="45720" rIns="91440" bIns="45720" rtlCol="0" anchor="b">
            <a:normAutofit/>
          </a:bodyPr>
          <a:lstStyle/>
          <a:p>
            <a:r>
              <a:rPr lang="de-AT"/>
              <a:t>Mastertitelformat bearbeiten</a:t>
            </a:r>
            <a:endParaRPr lang="de-DE"/>
          </a:p>
        </p:txBody>
      </p:sp>
      <p:sp>
        <p:nvSpPr>
          <p:cNvPr id="3" name="Textplatzhalter 2"/>
          <p:cNvSpPr>
            <a:spLocks noGrp="1"/>
          </p:cNvSpPr>
          <p:nvPr>
            <p:ph type="body" idx="1"/>
          </p:nvPr>
        </p:nvSpPr>
        <p:spPr>
          <a:xfrm>
            <a:off x="269875" y="1758043"/>
            <a:ext cx="8604250" cy="2811576"/>
          </a:xfrm>
          <a:prstGeom prst="rect">
            <a:avLst/>
          </a:prstGeom>
        </p:spPr>
        <p:txBody>
          <a:bodyPr vert="horz" lIns="91440" tIns="45720" rIns="91440" bIns="45720" rtlCol="0">
            <a:normAutofit/>
          </a:body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10" name="Textfeld 9"/>
          <p:cNvSpPr txBox="1"/>
          <p:nvPr/>
        </p:nvSpPr>
        <p:spPr>
          <a:xfrm>
            <a:off x="646655" y="313292"/>
            <a:ext cx="2537501" cy="307777"/>
          </a:xfrm>
          <a:prstGeom prst="rect">
            <a:avLst/>
          </a:prstGeom>
          <a:noFill/>
        </p:spPr>
        <p:txBody>
          <a:bodyPr wrap="square" rtlCol="0">
            <a:spAutoFit/>
          </a:bodyPr>
          <a:lstStyle/>
          <a:p>
            <a:r>
              <a:rPr lang="de-AT" sz="1400" cap="all" baseline="0">
                <a:solidFill>
                  <a:schemeClr val="accent1"/>
                </a:solidFill>
                <a:latin typeface="+mn-lt"/>
                <a:cs typeface="Estrangelo Edessa" pitchFamily="66" charset="0"/>
              </a:rPr>
              <a:t>ANGEWANDTE INFORMATIK</a:t>
            </a:r>
          </a:p>
        </p:txBody>
      </p:sp>
      <p:sp>
        <p:nvSpPr>
          <p:cNvPr id="11" name="Datumsplatzhalter 3"/>
          <p:cNvSpPr>
            <a:spLocks noGrp="1"/>
          </p:cNvSpPr>
          <p:nvPr>
            <p:ph type="dt" sz="half" idx="2"/>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de-DE"/>
          </a:p>
        </p:txBody>
      </p:sp>
      <p:sp>
        <p:nvSpPr>
          <p:cNvPr id="12" name="Fußzeilenplatzhalt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de-DE"/>
          </a:p>
        </p:txBody>
      </p:sp>
      <p:sp>
        <p:nvSpPr>
          <p:cNvPr id="13" name="Foliennummernplatzhalter 5"/>
          <p:cNvSpPr>
            <a:spLocks noGrp="1"/>
          </p:cNvSpPr>
          <p:nvPr>
            <p:ph type="sldNum" sz="quarter" idx="4"/>
          </p:nvPr>
        </p:nvSpPr>
        <p:spPr>
          <a:xfrm>
            <a:off x="6738555" y="4767263"/>
            <a:ext cx="2133600" cy="273844"/>
          </a:xfrm>
          <a:prstGeom prst="rect">
            <a:avLst/>
          </a:prstGeom>
        </p:spPr>
        <p:txBody>
          <a:bodyPr vert="horz" lIns="91440" tIns="45720" rIns="91440" bIns="45720" rtlCol="0" anchor="ctr"/>
          <a:lstStyle>
            <a:lvl1pPr algn="r">
              <a:defRPr sz="1000">
                <a:solidFill>
                  <a:schemeClr val="tx1">
                    <a:tint val="75000"/>
                  </a:schemeClr>
                </a:solidFill>
              </a:defRPr>
            </a:lvl1pPr>
          </a:lstStyle>
          <a:p>
            <a:fld id="{E68C68F6-CEB4-C040-B3A3-CADDD499EB7C}" type="slidenum">
              <a:rPr lang="de-DE" smtClean="0"/>
              <a:pPr/>
              <a:t>‹#›</a:t>
            </a:fld>
            <a:endParaRPr lang="de-DE"/>
          </a:p>
        </p:txBody>
      </p:sp>
      <p:cxnSp>
        <p:nvCxnSpPr>
          <p:cNvPr id="14" name="Gerade Verbindung 13"/>
          <p:cNvCxnSpPr/>
          <p:nvPr/>
        </p:nvCxnSpPr>
        <p:spPr>
          <a:xfrm>
            <a:off x="355601" y="4733925"/>
            <a:ext cx="8423275" cy="0"/>
          </a:xfrm>
          <a:prstGeom prst="line">
            <a:avLst/>
          </a:prstGeom>
          <a:ln w="6350" cmpd="sng">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cxnSp>
        <p:nvCxnSpPr>
          <p:cNvPr id="16" name="Gerade Verbindung 13"/>
          <p:cNvCxnSpPr/>
          <p:nvPr/>
        </p:nvCxnSpPr>
        <p:spPr>
          <a:xfrm>
            <a:off x="355601" y="4733925"/>
            <a:ext cx="8423275" cy="0"/>
          </a:xfrm>
          <a:prstGeom prst="line">
            <a:avLst/>
          </a:prstGeom>
          <a:ln w="6350" cmpd="sng">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961257384"/>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5" r:id="rId13"/>
    <p:sldLayoutId id="2147483796" r:id="rId14"/>
    <p:sldLayoutId id="2147483797" r:id="rId15"/>
    <p:sldLayoutId id="2147483798" r:id="rId16"/>
    <p:sldLayoutId id="2147483799" r:id="rId17"/>
  </p:sldLayoutIdLst>
  <p:hf hdr="0"/>
  <p:txStyles>
    <p:titleStyle>
      <a:lvl1pPr algn="l" defTabSz="457200" rtl="0" eaLnBrk="1" latinLnBrk="0" hangingPunct="1">
        <a:spcBef>
          <a:spcPct val="0"/>
        </a:spcBef>
        <a:buNone/>
        <a:defRPr sz="3200" b="1" kern="1200">
          <a:solidFill>
            <a:schemeClr val="tx1"/>
          </a:solidFill>
          <a:latin typeface="+mn-lt"/>
          <a:ea typeface="+mj-ea"/>
          <a:cs typeface="+mj-cs"/>
        </a:defRPr>
      </a:lvl1pPr>
    </p:titleStyle>
    <p:bodyStyle>
      <a:lvl1pPr marL="0" indent="0" algn="l" defTabSz="457200" rtl="0" eaLnBrk="1" latinLnBrk="0" hangingPunct="1">
        <a:spcBef>
          <a:spcPts val="600"/>
        </a:spcBef>
        <a:spcAft>
          <a:spcPts val="0"/>
        </a:spcAft>
        <a:buClr>
          <a:srgbClr val="F7A600"/>
        </a:buClr>
        <a:buFont typeface="Arial" pitchFamily="34" charset="0"/>
        <a:buNone/>
        <a:defRPr sz="2400" kern="1200">
          <a:solidFill>
            <a:schemeClr val="tx1"/>
          </a:solidFill>
          <a:latin typeface="+mn-lt"/>
          <a:ea typeface="+mn-ea"/>
          <a:cs typeface="+mn-cs"/>
        </a:defRPr>
      </a:lvl1pPr>
      <a:lvl2pPr marL="457200" indent="0" algn="l" defTabSz="457200" rtl="0" eaLnBrk="1" latinLnBrk="0" hangingPunct="1">
        <a:spcBef>
          <a:spcPts val="0"/>
        </a:spcBef>
        <a:buClr>
          <a:srgbClr val="F7A600"/>
        </a:buClr>
        <a:buFont typeface="Arial" pitchFamily="34" charset="0"/>
        <a:buNone/>
        <a:defRPr sz="2400" kern="1200">
          <a:solidFill>
            <a:schemeClr val="tx1"/>
          </a:solidFill>
          <a:latin typeface="+mn-lt"/>
          <a:ea typeface="+mn-ea"/>
          <a:cs typeface="+mn-cs"/>
        </a:defRPr>
      </a:lvl2pPr>
      <a:lvl3pPr marL="914400" indent="0" algn="l" defTabSz="457200" rtl="0" eaLnBrk="1" latinLnBrk="0" hangingPunct="1">
        <a:spcBef>
          <a:spcPts val="0"/>
        </a:spcBef>
        <a:buClr>
          <a:srgbClr val="F7A600"/>
        </a:buClr>
        <a:buFont typeface="Arial" pitchFamily="34" charset="0"/>
        <a:buNone/>
        <a:defRPr sz="2000" kern="1200">
          <a:solidFill>
            <a:schemeClr val="tx1"/>
          </a:solidFill>
          <a:latin typeface="+mn-lt"/>
          <a:ea typeface="+mn-ea"/>
          <a:cs typeface="+mn-cs"/>
        </a:defRPr>
      </a:lvl3pPr>
      <a:lvl4pPr marL="1371600" indent="0" algn="l" defTabSz="457200" rtl="0" eaLnBrk="1" latinLnBrk="0" hangingPunct="1">
        <a:spcBef>
          <a:spcPts val="0"/>
        </a:spcBef>
        <a:buClr>
          <a:srgbClr val="F7A600"/>
        </a:buClr>
        <a:buFont typeface="Arial" pitchFamily="34" charset="0"/>
        <a:buNone/>
        <a:defRPr sz="2000" kern="1200">
          <a:solidFill>
            <a:schemeClr val="tx1"/>
          </a:solidFill>
          <a:latin typeface="+mn-lt"/>
          <a:ea typeface="+mn-ea"/>
          <a:cs typeface="+mn-cs"/>
        </a:defRPr>
      </a:lvl4pPr>
      <a:lvl5pPr marL="1836000" indent="0" algn="l" defTabSz="457200" rtl="0" eaLnBrk="1" latinLnBrk="0" hangingPunct="1">
        <a:spcBef>
          <a:spcPts val="0"/>
        </a:spcBef>
        <a:buClr>
          <a:srgbClr val="F7A600"/>
        </a:buClr>
        <a:buFont typeface="Arial" pitchFamily="34" charset="0"/>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1003" userDrawn="1">
          <p15:clr>
            <a:srgbClr val="F26B43"/>
          </p15:clr>
        </p15:guide>
        <p15:guide id="1" pos="2880" userDrawn="1">
          <p15:clr>
            <a:srgbClr val="F26B43"/>
          </p15:clr>
        </p15:guide>
        <p15:guide id="2" pos="226" userDrawn="1">
          <p15:clr>
            <a:srgbClr val="F26B43"/>
          </p15:clr>
        </p15:guide>
        <p15:guide id="3" pos="170" userDrawn="1">
          <p15:clr>
            <a:srgbClr val="F26B43"/>
          </p15:clr>
        </p15:guide>
        <p15:guide id="4" pos="5534" userDrawn="1">
          <p15:clr>
            <a:srgbClr val="F26B43"/>
          </p15:clr>
        </p15:guide>
        <p15:guide id="5" pos="5590" userDrawn="1">
          <p15:clr>
            <a:srgbClr val="F26B43"/>
          </p15:clr>
        </p15:guide>
        <p15:guide id="6" orient="horz" pos="3838" userDrawn="1">
          <p15:clr>
            <a:srgbClr val="F26B43"/>
          </p15:clr>
        </p15:guide>
        <p15:guide id="7" orient="horz" pos="686" userDrawn="1">
          <p15:clr>
            <a:srgbClr val="F26B43"/>
          </p15:clr>
        </p15:guide>
        <p15:guide id="8" orient="horz" pos="417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fhjoanneum-my.sharepoint.com/:x:/r/personal/alexander_taupe_edu_fh-joanneum_at/Documents/01c2_Financial%20Statements.xlsx?d=w65381084f98b4309b7fe942303250c60&amp;csf=1&amp;web=1&amp;e=ut00cI" TargetMode="Externa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microsoft.com/office/2007/relationships/hdphoto" Target="../media/hdphoto1.wdp"/></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38793" y="1242842"/>
            <a:ext cx="8866413" cy="1102519"/>
          </a:xfrm>
        </p:spPr>
        <p:txBody>
          <a:bodyPr>
            <a:normAutofit fontScale="90000"/>
          </a:bodyPr>
          <a:lstStyle/>
          <a:p>
            <a:r>
              <a:rPr lang="de-DE" noProof="0"/>
              <a:t>Elysium Vitalys Klinik – </a:t>
            </a:r>
            <a:r>
              <a:rPr lang="de-DE" noProof="0" err="1"/>
              <a:t>Hagnau</a:t>
            </a:r>
            <a:r>
              <a:rPr lang="de-DE" noProof="0"/>
              <a:t> am Bodensee</a:t>
            </a:r>
          </a:p>
        </p:txBody>
      </p:sp>
      <p:sp>
        <p:nvSpPr>
          <p:cNvPr id="3" name="Untertitel 2"/>
          <p:cNvSpPr>
            <a:spLocks noGrp="1"/>
          </p:cNvSpPr>
          <p:nvPr>
            <p:ph type="subTitle" idx="1"/>
          </p:nvPr>
        </p:nvSpPr>
        <p:spPr>
          <a:xfrm>
            <a:off x="273729" y="3534749"/>
            <a:ext cx="8596539" cy="1314450"/>
          </a:xfrm>
        </p:spPr>
        <p:txBody>
          <a:bodyPr/>
          <a:lstStyle/>
          <a:p>
            <a:r>
              <a:rPr lang="de-DE" noProof="0"/>
              <a:t>Alexander Taupe, Christian </a:t>
            </a:r>
            <a:r>
              <a:rPr lang="de-DE" noProof="0" err="1"/>
              <a:t>Briegler</a:t>
            </a:r>
            <a:r>
              <a:rPr lang="de-DE" noProof="0"/>
              <a:t>, Steffen Helmut Marz</a:t>
            </a:r>
          </a:p>
        </p:txBody>
      </p:sp>
    </p:spTree>
    <p:extLst>
      <p:ext uri="{BB962C8B-B14F-4D97-AF65-F5344CB8AC3E}">
        <p14:creationId xmlns:p14="http://schemas.microsoft.com/office/powerpoint/2010/main" val="3537182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02A8C-72F8-1040-F5F5-0BB6B40EF94B}"/>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EA97290A-F130-E920-96D7-D2CBFC35C87B}"/>
              </a:ext>
            </a:extLst>
          </p:cNvPr>
          <p:cNvSpPr>
            <a:spLocks noGrp="1"/>
          </p:cNvSpPr>
          <p:nvPr>
            <p:ph type="ctrTitle"/>
          </p:nvPr>
        </p:nvSpPr>
        <p:spPr>
          <a:xfrm>
            <a:off x="1076919" y="2571750"/>
            <a:ext cx="6990161" cy="737548"/>
          </a:xfrm>
        </p:spPr>
        <p:txBody>
          <a:bodyPr/>
          <a:lstStyle/>
          <a:p>
            <a:r>
              <a:rPr lang="de-DE" noProof="0"/>
              <a:t>Unternehmens- und IT-Strategie</a:t>
            </a:r>
          </a:p>
        </p:txBody>
      </p:sp>
      <p:sp>
        <p:nvSpPr>
          <p:cNvPr id="6" name="Foliennummernplatzhalter 5">
            <a:extLst>
              <a:ext uri="{FF2B5EF4-FFF2-40B4-BE49-F238E27FC236}">
                <a16:creationId xmlns:a16="http://schemas.microsoft.com/office/drawing/2014/main" id="{AB757FF5-B3B7-5391-B4A6-E954BE54F513}"/>
              </a:ext>
            </a:extLst>
          </p:cNvPr>
          <p:cNvSpPr>
            <a:spLocks noGrp="1"/>
          </p:cNvSpPr>
          <p:nvPr>
            <p:ph type="sldNum" sz="quarter" idx="4294967295"/>
          </p:nvPr>
        </p:nvSpPr>
        <p:spPr>
          <a:xfrm>
            <a:off x="7010400" y="4767263"/>
            <a:ext cx="2133600" cy="274637"/>
          </a:xfrm>
        </p:spPr>
        <p:txBody>
          <a:bodyPr/>
          <a:lstStyle/>
          <a:p>
            <a:fld id="{E68C68F6-CEB4-C040-B3A3-CADDD499EB7C}" type="slidenum">
              <a:rPr lang="de-DE" noProof="0" smtClean="0"/>
              <a:pPr/>
              <a:t>2</a:t>
            </a:fld>
            <a:endParaRPr lang="de-DE" noProof="0"/>
          </a:p>
        </p:txBody>
      </p:sp>
    </p:spTree>
    <p:extLst>
      <p:ext uri="{BB962C8B-B14F-4D97-AF65-F5344CB8AC3E}">
        <p14:creationId xmlns:p14="http://schemas.microsoft.com/office/powerpoint/2010/main" val="1476328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04F0CC-514A-EED0-199E-AB9B3F2AB100}"/>
              </a:ext>
            </a:extLst>
          </p:cNvPr>
          <p:cNvSpPr>
            <a:spLocks noGrp="1"/>
          </p:cNvSpPr>
          <p:nvPr>
            <p:ph type="title"/>
          </p:nvPr>
        </p:nvSpPr>
        <p:spPr>
          <a:xfrm>
            <a:off x="269875" y="480701"/>
            <a:ext cx="8602280" cy="857250"/>
          </a:xfrm>
        </p:spPr>
        <p:txBody>
          <a:bodyPr/>
          <a:lstStyle/>
          <a:p>
            <a:r>
              <a:rPr lang="de-DE" noProof="0"/>
              <a:t>Analyse der Rahmenbedingungen - Rechtsform</a:t>
            </a:r>
          </a:p>
        </p:txBody>
      </p:sp>
      <p:sp>
        <p:nvSpPr>
          <p:cNvPr id="3" name="Inhaltsplatzhalter 2">
            <a:extLst>
              <a:ext uri="{FF2B5EF4-FFF2-40B4-BE49-F238E27FC236}">
                <a16:creationId xmlns:a16="http://schemas.microsoft.com/office/drawing/2014/main" id="{BEB1A440-5466-DE57-627C-E789DD04B710}"/>
              </a:ext>
            </a:extLst>
          </p:cNvPr>
          <p:cNvSpPr>
            <a:spLocks noGrp="1"/>
          </p:cNvSpPr>
          <p:nvPr>
            <p:ph idx="1"/>
          </p:nvPr>
        </p:nvSpPr>
        <p:spPr>
          <a:xfrm>
            <a:off x="269875" y="1415143"/>
            <a:ext cx="8604250" cy="2811576"/>
          </a:xfrm>
        </p:spPr>
        <p:txBody>
          <a:bodyPr>
            <a:normAutofit lnSpcReduction="10000"/>
          </a:bodyPr>
          <a:lstStyle/>
          <a:p>
            <a:r>
              <a:rPr lang="de-DE" sz="2000" noProof="0"/>
              <a:t>Die Klinik wird als GmbH &amp; Co. KG geführt</a:t>
            </a:r>
          </a:p>
          <a:p>
            <a:r>
              <a:rPr lang="de-DE" sz="2000" b="1" noProof="0"/>
              <a:t>Vorteile:</a:t>
            </a:r>
            <a:r>
              <a:rPr lang="de-DE" sz="2000" noProof="0"/>
              <a:t> </a:t>
            </a:r>
          </a:p>
          <a:p>
            <a:pPr marL="342900" indent="-342900">
              <a:buFont typeface="Arial" panose="020B0604020202020204" pitchFamily="34" charset="0"/>
              <a:buChar char="•"/>
            </a:pPr>
            <a:r>
              <a:rPr lang="de-DE" sz="2000" noProof="0"/>
              <a:t>Geringere steuerliche Belastung als eine reine GmbH, flexiblere Eigenkapitalbeschaffung durch Aufnahme neuer Kommanditisten und Haftungsbeschränkung für die meisten Gesellschafter.</a:t>
            </a:r>
          </a:p>
          <a:p>
            <a:r>
              <a:rPr lang="de-DE" sz="2000" b="1" noProof="0"/>
              <a:t>Nachteile:</a:t>
            </a:r>
            <a:r>
              <a:rPr lang="de-DE" sz="2000" noProof="0"/>
              <a:t> </a:t>
            </a:r>
          </a:p>
          <a:p>
            <a:pPr marL="342900" indent="-342900">
              <a:buFont typeface="Arial" panose="020B0604020202020204" pitchFamily="34" charset="0"/>
              <a:buChar char="•"/>
            </a:pPr>
            <a:r>
              <a:rPr lang="de-DE" sz="2000" noProof="0"/>
              <a:t>Komplexere Struktur (zwei Gesellschaften: GmbH &amp; KG) und rechtliche Unsicherheiten bei Mitbestimmungspflichten)</a:t>
            </a:r>
          </a:p>
          <a:p>
            <a:pPr marL="342900" indent="-342900">
              <a:buFont typeface="Arial" panose="020B0604020202020204" pitchFamily="34" charset="0"/>
              <a:buChar char="•"/>
            </a:pPr>
            <a:endParaRPr lang="de-DE" sz="2000" noProof="0"/>
          </a:p>
        </p:txBody>
      </p:sp>
      <p:sp>
        <p:nvSpPr>
          <p:cNvPr id="4" name="Datumsplatzhalter 3">
            <a:extLst>
              <a:ext uri="{FF2B5EF4-FFF2-40B4-BE49-F238E27FC236}">
                <a16:creationId xmlns:a16="http://schemas.microsoft.com/office/drawing/2014/main" id="{8AF866CD-966A-97A1-362F-913BEF9E29C0}"/>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230380E1-D1BE-A822-6719-957B7C44BFAD}"/>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0F31A411-A15B-CA7F-B1E4-CEE2509227E1}"/>
              </a:ext>
            </a:extLst>
          </p:cNvPr>
          <p:cNvSpPr>
            <a:spLocks noGrp="1"/>
          </p:cNvSpPr>
          <p:nvPr>
            <p:ph type="sldNum" sz="quarter" idx="12"/>
          </p:nvPr>
        </p:nvSpPr>
        <p:spPr/>
        <p:txBody>
          <a:bodyPr/>
          <a:lstStyle/>
          <a:p>
            <a:fld id="{E68C68F6-CEB4-C040-B3A3-CADDD499EB7C}" type="slidenum">
              <a:rPr lang="de-DE" noProof="0" smtClean="0"/>
              <a:pPr/>
              <a:t>3</a:t>
            </a:fld>
            <a:endParaRPr lang="de-DE" noProof="0"/>
          </a:p>
        </p:txBody>
      </p:sp>
    </p:spTree>
    <p:extLst>
      <p:ext uri="{BB962C8B-B14F-4D97-AF65-F5344CB8AC3E}">
        <p14:creationId xmlns:p14="http://schemas.microsoft.com/office/powerpoint/2010/main" val="361143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7E328-5AC3-691A-D1F9-22C80B00551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40BC696-BA7D-C7CC-4AE7-47D22E3650CD}"/>
              </a:ext>
            </a:extLst>
          </p:cNvPr>
          <p:cNvSpPr>
            <a:spLocks noGrp="1"/>
          </p:cNvSpPr>
          <p:nvPr>
            <p:ph type="title"/>
          </p:nvPr>
        </p:nvSpPr>
        <p:spPr>
          <a:xfrm>
            <a:off x="264980" y="922710"/>
            <a:ext cx="8602280" cy="637689"/>
          </a:xfrm>
        </p:spPr>
        <p:txBody>
          <a:bodyPr>
            <a:normAutofit/>
          </a:bodyPr>
          <a:lstStyle/>
          <a:p>
            <a:r>
              <a:rPr lang="de-DE" noProof="0"/>
              <a:t>Analyse der Rahmenbedingungen - Finanzierung</a:t>
            </a:r>
          </a:p>
        </p:txBody>
      </p:sp>
      <p:sp>
        <p:nvSpPr>
          <p:cNvPr id="3" name="Inhaltsplatzhalter 2">
            <a:extLst>
              <a:ext uri="{FF2B5EF4-FFF2-40B4-BE49-F238E27FC236}">
                <a16:creationId xmlns:a16="http://schemas.microsoft.com/office/drawing/2014/main" id="{FE067D17-58C5-0EA6-D691-05A226C09BA6}"/>
              </a:ext>
            </a:extLst>
          </p:cNvPr>
          <p:cNvSpPr>
            <a:spLocks noGrp="1"/>
          </p:cNvSpPr>
          <p:nvPr>
            <p:ph idx="1"/>
          </p:nvPr>
        </p:nvSpPr>
        <p:spPr>
          <a:xfrm>
            <a:off x="264980" y="1758043"/>
            <a:ext cx="8604250" cy="2811576"/>
          </a:xfrm>
        </p:spPr>
        <p:txBody>
          <a:bodyPr/>
          <a:lstStyle/>
          <a:p>
            <a:r>
              <a:rPr lang="de-DE" b="1" noProof="0"/>
              <a:t>Finanzierungsstruktur:</a:t>
            </a:r>
            <a:r>
              <a:rPr lang="de-DE" noProof="0"/>
              <a:t> </a:t>
            </a:r>
          </a:p>
          <a:p>
            <a:pPr marL="342900" indent="-342900">
              <a:buFont typeface="Arial" panose="020B0604020202020204" pitchFamily="34" charset="0"/>
              <a:buChar char="•"/>
            </a:pPr>
            <a:r>
              <a:rPr lang="de-DE" noProof="0"/>
              <a:t>Primäres Ziel: Optimale Patientenversorgung, auch über DRG-Katalog und G-BA-Standards hinaus.   </a:t>
            </a:r>
          </a:p>
          <a:p>
            <a:pPr marL="342900" indent="-342900">
              <a:buFont typeface="Arial" panose="020B0604020202020204" pitchFamily="34" charset="0"/>
              <a:buChar char="•"/>
            </a:pPr>
            <a:r>
              <a:rPr lang="de-DE" noProof="0"/>
              <a:t>Gesetzlich Versicherte tragen Kosten für nicht GKV-gedeckte Leistungen selbst; Wahlleistungen sind </a:t>
            </a:r>
            <a:r>
              <a:rPr lang="de-DE" noProof="0" err="1"/>
              <a:t>zubuchbar</a:t>
            </a:r>
            <a:r>
              <a:rPr lang="de-DE" noProof="0"/>
              <a:t>.</a:t>
            </a:r>
          </a:p>
          <a:p>
            <a:pPr marL="342900" indent="-342900">
              <a:buFont typeface="Arial" panose="020B0604020202020204" pitchFamily="34" charset="0"/>
              <a:buChar char="•"/>
            </a:pPr>
            <a:endParaRPr lang="de-DE" noProof="0"/>
          </a:p>
          <a:p>
            <a:endParaRPr lang="de-DE" noProof="0"/>
          </a:p>
        </p:txBody>
      </p:sp>
      <p:sp>
        <p:nvSpPr>
          <p:cNvPr id="4" name="Datumsplatzhalter 3">
            <a:extLst>
              <a:ext uri="{FF2B5EF4-FFF2-40B4-BE49-F238E27FC236}">
                <a16:creationId xmlns:a16="http://schemas.microsoft.com/office/drawing/2014/main" id="{A09EAE55-245E-038F-6930-8B90A26F44C1}"/>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869A8816-E962-B749-EFB3-57A44992C213}"/>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BD5C3A3B-1DED-1AE8-5960-62FA526FFEB0}"/>
              </a:ext>
            </a:extLst>
          </p:cNvPr>
          <p:cNvSpPr>
            <a:spLocks noGrp="1"/>
          </p:cNvSpPr>
          <p:nvPr>
            <p:ph type="sldNum" sz="quarter" idx="12"/>
          </p:nvPr>
        </p:nvSpPr>
        <p:spPr/>
        <p:txBody>
          <a:bodyPr/>
          <a:lstStyle/>
          <a:p>
            <a:fld id="{E68C68F6-CEB4-C040-B3A3-CADDD499EB7C}" type="slidenum">
              <a:rPr lang="de-DE" noProof="0" smtClean="0"/>
              <a:pPr/>
              <a:t>4</a:t>
            </a:fld>
            <a:endParaRPr lang="de-DE" noProof="0"/>
          </a:p>
        </p:txBody>
      </p:sp>
    </p:spTree>
    <p:extLst>
      <p:ext uri="{BB962C8B-B14F-4D97-AF65-F5344CB8AC3E}">
        <p14:creationId xmlns:p14="http://schemas.microsoft.com/office/powerpoint/2010/main" val="3358467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5A247-5C41-615C-B199-0520FAC9661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DB30CC5-260C-E670-EC44-80AD70585B75}"/>
              </a:ext>
            </a:extLst>
          </p:cNvPr>
          <p:cNvSpPr>
            <a:spLocks noGrp="1"/>
          </p:cNvSpPr>
          <p:nvPr>
            <p:ph type="title"/>
          </p:nvPr>
        </p:nvSpPr>
        <p:spPr>
          <a:xfrm>
            <a:off x="264980" y="913081"/>
            <a:ext cx="8602280" cy="497427"/>
          </a:xfrm>
        </p:spPr>
        <p:txBody>
          <a:bodyPr>
            <a:normAutofit fontScale="90000"/>
          </a:bodyPr>
          <a:lstStyle/>
          <a:p>
            <a:pPr algn="ctr"/>
            <a:r>
              <a:rPr lang="de-DE" noProof="0"/>
              <a:t>Analyse der Rahmenbedingungen - Einnahmequellen</a:t>
            </a:r>
          </a:p>
        </p:txBody>
      </p:sp>
      <p:sp>
        <p:nvSpPr>
          <p:cNvPr id="3" name="Inhaltsplatzhalter 2">
            <a:extLst>
              <a:ext uri="{FF2B5EF4-FFF2-40B4-BE49-F238E27FC236}">
                <a16:creationId xmlns:a16="http://schemas.microsoft.com/office/drawing/2014/main" id="{C02EACD3-9EB1-DB3F-1835-8F48CDED87B4}"/>
              </a:ext>
            </a:extLst>
          </p:cNvPr>
          <p:cNvSpPr>
            <a:spLocks noGrp="1"/>
          </p:cNvSpPr>
          <p:nvPr>
            <p:ph idx="1"/>
          </p:nvPr>
        </p:nvSpPr>
        <p:spPr>
          <a:xfrm>
            <a:off x="263010" y="1573893"/>
            <a:ext cx="8604250" cy="2811576"/>
          </a:xfrm>
        </p:spPr>
        <p:txBody>
          <a:bodyPr>
            <a:normAutofit fontScale="92500"/>
          </a:bodyPr>
          <a:lstStyle/>
          <a:p>
            <a:pPr marL="342900" indent="-342900">
              <a:buFont typeface="Arial" panose="020B0604020202020204" pitchFamily="34" charset="0"/>
              <a:buChar char="•"/>
            </a:pPr>
            <a:r>
              <a:rPr lang="de-DE" noProof="0"/>
              <a:t>Gesetzliche Krankenkassen (GKV) über Fallpauschalen (DRG-System)</a:t>
            </a:r>
          </a:p>
          <a:p>
            <a:pPr marL="342900" indent="-342900">
              <a:buFont typeface="Arial" panose="020B0604020202020204" pitchFamily="34" charset="0"/>
              <a:buChar char="•"/>
            </a:pPr>
            <a:r>
              <a:rPr lang="de-DE" noProof="0"/>
              <a:t>Private Krankenkassen zahlen höhere Sätze</a:t>
            </a:r>
          </a:p>
          <a:p>
            <a:pPr marL="342900" indent="-342900">
              <a:buFont typeface="Arial" panose="020B0604020202020204" pitchFamily="34" charset="0"/>
              <a:buChar char="•"/>
            </a:pPr>
            <a:r>
              <a:rPr lang="de-DE" noProof="0"/>
              <a:t>Zuzahlungen &amp; Selbstzahler für Zusatzleistungen (z.B. Einzelzimmer, Chefarztbehandlung, Gehirnstromüberwachung)</a:t>
            </a:r>
          </a:p>
          <a:p>
            <a:pPr marL="342900" indent="-342900">
              <a:buFont typeface="Arial" panose="020B0604020202020204" pitchFamily="34" charset="0"/>
              <a:buChar char="•"/>
            </a:pPr>
            <a:r>
              <a:rPr lang="de-DE" noProof="0"/>
              <a:t>Private Kapitalgeber &amp; Investoren</a:t>
            </a:r>
          </a:p>
          <a:p>
            <a:pPr marL="342900" indent="-342900">
              <a:buFont typeface="Arial" panose="020B0604020202020204" pitchFamily="34" charset="0"/>
              <a:buChar char="•"/>
            </a:pPr>
            <a:r>
              <a:rPr lang="de-DE" noProof="0"/>
              <a:t>Kein Zugriff auf KHZG oder duale Finanzierung da nicht im Krankenhausplan enthalten</a:t>
            </a:r>
          </a:p>
          <a:p>
            <a:endParaRPr lang="de-DE" noProof="0"/>
          </a:p>
        </p:txBody>
      </p:sp>
      <p:sp>
        <p:nvSpPr>
          <p:cNvPr id="4" name="Datumsplatzhalter 3">
            <a:extLst>
              <a:ext uri="{FF2B5EF4-FFF2-40B4-BE49-F238E27FC236}">
                <a16:creationId xmlns:a16="http://schemas.microsoft.com/office/drawing/2014/main" id="{9AA4199F-28D7-6BA3-6DE4-45F554609B76}"/>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40F6F4A5-B086-C583-A51A-241288DC401E}"/>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AEC0E859-1233-EC02-AD1E-8CA288E36207}"/>
              </a:ext>
            </a:extLst>
          </p:cNvPr>
          <p:cNvSpPr>
            <a:spLocks noGrp="1"/>
          </p:cNvSpPr>
          <p:nvPr>
            <p:ph type="sldNum" sz="quarter" idx="12"/>
          </p:nvPr>
        </p:nvSpPr>
        <p:spPr/>
        <p:txBody>
          <a:bodyPr/>
          <a:lstStyle/>
          <a:p>
            <a:fld id="{E68C68F6-CEB4-C040-B3A3-CADDD499EB7C}" type="slidenum">
              <a:rPr lang="de-DE" noProof="0" smtClean="0"/>
              <a:pPr/>
              <a:t>5</a:t>
            </a:fld>
            <a:endParaRPr lang="de-DE" noProof="0"/>
          </a:p>
        </p:txBody>
      </p:sp>
    </p:spTree>
    <p:extLst>
      <p:ext uri="{BB962C8B-B14F-4D97-AF65-F5344CB8AC3E}">
        <p14:creationId xmlns:p14="http://schemas.microsoft.com/office/powerpoint/2010/main" val="3410078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18D61-33AF-936C-A559-B05689E3921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C0D6766-E108-F91B-E227-864E7FFF423B}"/>
              </a:ext>
            </a:extLst>
          </p:cNvPr>
          <p:cNvSpPr>
            <a:spLocks noGrp="1"/>
          </p:cNvSpPr>
          <p:nvPr>
            <p:ph type="title"/>
          </p:nvPr>
        </p:nvSpPr>
        <p:spPr>
          <a:xfrm>
            <a:off x="264980" y="972011"/>
            <a:ext cx="8602280" cy="588388"/>
          </a:xfrm>
        </p:spPr>
        <p:txBody>
          <a:bodyPr>
            <a:normAutofit/>
          </a:bodyPr>
          <a:lstStyle/>
          <a:p>
            <a:pPr algn="ctr"/>
            <a:r>
              <a:rPr lang="de-DE" noProof="0"/>
              <a:t>Analyse der Rahmenbedingungen - Wirtschaft</a:t>
            </a:r>
          </a:p>
        </p:txBody>
      </p:sp>
      <p:sp>
        <p:nvSpPr>
          <p:cNvPr id="3" name="Inhaltsplatzhalter 2">
            <a:extLst>
              <a:ext uri="{FF2B5EF4-FFF2-40B4-BE49-F238E27FC236}">
                <a16:creationId xmlns:a16="http://schemas.microsoft.com/office/drawing/2014/main" id="{6CF2AF47-F711-9209-D81C-2DABE8BDB5DD}"/>
              </a:ext>
            </a:extLst>
          </p:cNvPr>
          <p:cNvSpPr>
            <a:spLocks noGrp="1"/>
          </p:cNvSpPr>
          <p:nvPr>
            <p:ph idx="1"/>
          </p:nvPr>
        </p:nvSpPr>
        <p:spPr>
          <a:xfrm>
            <a:off x="264980" y="1758043"/>
            <a:ext cx="8604250" cy="2811576"/>
          </a:xfrm>
        </p:spPr>
        <p:txBody>
          <a:bodyPr>
            <a:normAutofit lnSpcReduction="10000"/>
          </a:bodyPr>
          <a:lstStyle/>
          <a:p>
            <a:pPr marL="342900" indent="-342900">
              <a:buFont typeface="Arial" panose="020B0604020202020204" pitchFamily="34" charset="0"/>
              <a:buChar char="•"/>
            </a:pPr>
            <a:r>
              <a:rPr lang="de-DE" noProof="0"/>
              <a:t>DRG-System (Kostendruck), Krankenhausreformen, </a:t>
            </a:r>
            <a:r>
              <a:rPr lang="de-DE" noProof="0" err="1"/>
              <a:t>Ambulantisierung</a:t>
            </a:r>
            <a:endParaRPr lang="de-DE" noProof="0"/>
          </a:p>
          <a:p>
            <a:pPr marL="342900" indent="-342900">
              <a:buFont typeface="Arial" panose="020B0604020202020204" pitchFamily="34" charset="0"/>
              <a:buChar char="•"/>
            </a:pPr>
            <a:r>
              <a:rPr lang="de-DE" noProof="0"/>
              <a:t>Demografische Entwicklung (auch sinkender Anteil PKV – Patienten)</a:t>
            </a:r>
          </a:p>
          <a:p>
            <a:pPr marL="342900" indent="-342900">
              <a:buFont typeface="Arial" panose="020B0604020202020204" pitchFamily="34" charset="0"/>
              <a:buChar char="•"/>
            </a:pPr>
            <a:r>
              <a:rPr lang="de-DE" noProof="0"/>
              <a:t>Wettbewerb durch Kettenbildung öffentlicher Kliniken</a:t>
            </a:r>
          </a:p>
          <a:p>
            <a:pPr marL="342900" indent="-342900">
              <a:buFont typeface="Arial" panose="020B0604020202020204" pitchFamily="34" charset="0"/>
              <a:buChar char="•"/>
            </a:pPr>
            <a:r>
              <a:rPr lang="de-DE" noProof="0"/>
              <a:t>Personal-, Energie- &amp; Materialkosten steigen</a:t>
            </a:r>
          </a:p>
          <a:p>
            <a:pPr marL="342900" indent="-342900">
              <a:buFont typeface="Arial" panose="020B0604020202020204" pitchFamily="34" charset="0"/>
              <a:buChar char="•"/>
            </a:pPr>
            <a:r>
              <a:rPr lang="de-DE" noProof="0"/>
              <a:t>Staatliche Investitionen schließen private Träger aus</a:t>
            </a:r>
          </a:p>
        </p:txBody>
      </p:sp>
      <p:sp>
        <p:nvSpPr>
          <p:cNvPr id="4" name="Datumsplatzhalter 3">
            <a:extLst>
              <a:ext uri="{FF2B5EF4-FFF2-40B4-BE49-F238E27FC236}">
                <a16:creationId xmlns:a16="http://schemas.microsoft.com/office/drawing/2014/main" id="{75E72896-0B16-9814-7E47-E753F2E43D22}"/>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8F25F413-1EDE-A5CE-494E-2DDDA91A880C}"/>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01F840A1-C7CD-E3A4-467E-53BEEC51E768}"/>
              </a:ext>
            </a:extLst>
          </p:cNvPr>
          <p:cNvSpPr>
            <a:spLocks noGrp="1"/>
          </p:cNvSpPr>
          <p:nvPr>
            <p:ph type="sldNum" sz="quarter" idx="12"/>
          </p:nvPr>
        </p:nvSpPr>
        <p:spPr/>
        <p:txBody>
          <a:bodyPr/>
          <a:lstStyle/>
          <a:p>
            <a:fld id="{E68C68F6-CEB4-C040-B3A3-CADDD499EB7C}" type="slidenum">
              <a:rPr lang="de-DE" noProof="0" smtClean="0"/>
              <a:pPr/>
              <a:t>6</a:t>
            </a:fld>
            <a:endParaRPr lang="de-DE" noProof="0"/>
          </a:p>
        </p:txBody>
      </p:sp>
    </p:spTree>
    <p:extLst>
      <p:ext uri="{BB962C8B-B14F-4D97-AF65-F5344CB8AC3E}">
        <p14:creationId xmlns:p14="http://schemas.microsoft.com/office/powerpoint/2010/main" val="2957854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56905-8E38-FF28-050B-A4E44DE938E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94A444A-2BA4-8DF0-3A1A-683D4D1A205A}"/>
              </a:ext>
            </a:extLst>
          </p:cNvPr>
          <p:cNvSpPr>
            <a:spLocks noGrp="1"/>
          </p:cNvSpPr>
          <p:nvPr>
            <p:ph type="title"/>
          </p:nvPr>
        </p:nvSpPr>
        <p:spPr/>
        <p:txBody>
          <a:bodyPr>
            <a:normAutofit/>
          </a:bodyPr>
          <a:lstStyle/>
          <a:p>
            <a:r>
              <a:rPr lang="de-DE" noProof="0"/>
              <a:t>Analyse der Rahmenbedingungen - Regulatorisch</a:t>
            </a:r>
          </a:p>
        </p:txBody>
      </p:sp>
      <p:sp>
        <p:nvSpPr>
          <p:cNvPr id="3" name="Inhaltsplatzhalter 2">
            <a:extLst>
              <a:ext uri="{FF2B5EF4-FFF2-40B4-BE49-F238E27FC236}">
                <a16:creationId xmlns:a16="http://schemas.microsoft.com/office/drawing/2014/main" id="{1FACDA89-0CFF-25D9-D118-DA4A352901C8}"/>
              </a:ext>
            </a:extLst>
          </p:cNvPr>
          <p:cNvSpPr>
            <a:spLocks noGrp="1"/>
          </p:cNvSpPr>
          <p:nvPr>
            <p:ph idx="1"/>
          </p:nvPr>
        </p:nvSpPr>
        <p:spPr>
          <a:xfrm>
            <a:off x="264980" y="1758043"/>
            <a:ext cx="8604250" cy="2811576"/>
          </a:xfrm>
        </p:spPr>
        <p:txBody>
          <a:bodyPr>
            <a:normAutofit/>
          </a:bodyPr>
          <a:lstStyle/>
          <a:p>
            <a:pPr marL="342900" indent="-342900">
              <a:buFont typeface="Arial" panose="020B0604020202020204" pitchFamily="34" charset="0"/>
              <a:buChar char="•"/>
            </a:pPr>
            <a:r>
              <a:rPr lang="de-DE" noProof="0"/>
              <a:t>Medizinische und Qualitative Anforderungen, Hygiene, Patientensicherheit, Arzneimittel-/Medizinproduktegesetzt</a:t>
            </a:r>
          </a:p>
          <a:p>
            <a:pPr marL="342900" indent="-342900">
              <a:buFont typeface="Arial" panose="020B0604020202020204" pitchFamily="34" charset="0"/>
              <a:buChar char="•"/>
            </a:pPr>
            <a:r>
              <a:rPr lang="de-DE" noProof="0"/>
              <a:t>Finanzierung &amp; Abrechnungsregeln</a:t>
            </a:r>
          </a:p>
          <a:p>
            <a:pPr marL="342900" indent="-342900">
              <a:buFont typeface="Arial" panose="020B0604020202020204" pitchFamily="34" charset="0"/>
              <a:buChar char="•"/>
            </a:pPr>
            <a:r>
              <a:rPr lang="de-DE" noProof="0"/>
              <a:t>Arbeitsrecht</a:t>
            </a:r>
          </a:p>
          <a:p>
            <a:pPr marL="342900" indent="-342900">
              <a:buFont typeface="Arial" panose="020B0604020202020204" pitchFamily="34" charset="0"/>
              <a:buChar char="•"/>
            </a:pPr>
            <a:r>
              <a:rPr lang="de-DE" noProof="0"/>
              <a:t>Spezialisierung &amp; Zusatzleistungen</a:t>
            </a:r>
          </a:p>
        </p:txBody>
      </p:sp>
      <p:sp>
        <p:nvSpPr>
          <p:cNvPr id="4" name="Datumsplatzhalter 3">
            <a:extLst>
              <a:ext uri="{FF2B5EF4-FFF2-40B4-BE49-F238E27FC236}">
                <a16:creationId xmlns:a16="http://schemas.microsoft.com/office/drawing/2014/main" id="{BD5E78AE-FA20-08AE-11FD-A61E7743119A}"/>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0517B71F-ECAB-709D-2AE9-A152803ABA94}"/>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1187E8C4-F97A-C396-97F7-98B58B62D309}"/>
              </a:ext>
            </a:extLst>
          </p:cNvPr>
          <p:cNvSpPr>
            <a:spLocks noGrp="1"/>
          </p:cNvSpPr>
          <p:nvPr>
            <p:ph type="sldNum" sz="quarter" idx="12"/>
          </p:nvPr>
        </p:nvSpPr>
        <p:spPr/>
        <p:txBody>
          <a:bodyPr/>
          <a:lstStyle/>
          <a:p>
            <a:fld id="{E68C68F6-CEB4-C040-B3A3-CADDD499EB7C}" type="slidenum">
              <a:rPr lang="de-DE" noProof="0" smtClean="0"/>
              <a:pPr/>
              <a:t>7</a:t>
            </a:fld>
            <a:endParaRPr lang="de-DE" noProof="0"/>
          </a:p>
        </p:txBody>
      </p:sp>
    </p:spTree>
    <p:extLst>
      <p:ext uri="{BB962C8B-B14F-4D97-AF65-F5344CB8AC3E}">
        <p14:creationId xmlns:p14="http://schemas.microsoft.com/office/powerpoint/2010/main" val="968579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FC4D2-2E58-1987-ED41-16BAC5329B0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3877969-5ADE-E568-770C-6B1591C63B2D}"/>
              </a:ext>
            </a:extLst>
          </p:cNvPr>
          <p:cNvSpPr>
            <a:spLocks noGrp="1"/>
          </p:cNvSpPr>
          <p:nvPr>
            <p:ph type="title"/>
          </p:nvPr>
        </p:nvSpPr>
        <p:spPr/>
        <p:txBody>
          <a:bodyPr>
            <a:normAutofit fontScale="90000"/>
          </a:bodyPr>
          <a:lstStyle/>
          <a:p>
            <a:r>
              <a:rPr lang="de-DE" noProof="0"/>
              <a:t>Analyse der Rahmenbedingungen – IT Infrastruktur</a:t>
            </a:r>
          </a:p>
        </p:txBody>
      </p:sp>
      <p:sp>
        <p:nvSpPr>
          <p:cNvPr id="3" name="Inhaltsplatzhalter 2">
            <a:extLst>
              <a:ext uri="{FF2B5EF4-FFF2-40B4-BE49-F238E27FC236}">
                <a16:creationId xmlns:a16="http://schemas.microsoft.com/office/drawing/2014/main" id="{A8324680-3338-AF49-AF54-2846F0AAFC9E}"/>
              </a:ext>
            </a:extLst>
          </p:cNvPr>
          <p:cNvSpPr>
            <a:spLocks noGrp="1"/>
          </p:cNvSpPr>
          <p:nvPr>
            <p:ph idx="1"/>
          </p:nvPr>
        </p:nvSpPr>
        <p:spPr>
          <a:xfrm>
            <a:off x="264980" y="1758043"/>
            <a:ext cx="8604250" cy="2811576"/>
          </a:xfrm>
        </p:spPr>
        <p:txBody>
          <a:bodyPr>
            <a:normAutofit fontScale="92500" lnSpcReduction="10000"/>
          </a:bodyPr>
          <a:lstStyle/>
          <a:p>
            <a:pPr marL="342900" indent="-342900">
              <a:buFont typeface="Arial" panose="020B0604020202020204" pitchFamily="34" charset="0"/>
              <a:buChar char="•"/>
            </a:pPr>
            <a:r>
              <a:rPr lang="de-DE" noProof="0"/>
              <a:t>Patientenportal zur Patientenbindung</a:t>
            </a:r>
          </a:p>
          <a:p>
            <a:pPr marL="342900" indent="-342900">
              <a:buFont typeface="Arial" panose="020B0604020202020204" pitchFamily="34" charset="0"/>
              <a:buChar char="•"/>
            </a:pPr>
            <a:r>
              <a:rPr lang="de-DE" noProof="0"/>
              <a:t>Datenschutz &amp; IT-Sicherheit</a:t>
            </a:r>
          </a:p>
          <a:p>
            <a:pPr marL="342900" indent="-342900">
              <a:buFont typeface="Arial" panose="020B0604020202020204" pitchFamily="34" charset="0"/>
              <a:buChar char="•"/>
            </a:pPr>
            <a:r>
              <a:rPr lang="de-DE" noProof="0"/>
              <a:t>BSI – KRITIS Verordnung wenn &lt;30.000 Fälle / Jahr</a:t>
            </a:r>
          </a:p>
          <a:p>
            <a:pPr marL="342900" indent="-342900">
              <a:buFont typeface="Arial" panose="020B0604020202020204" pitchFamily="34" charset="0"/>
              <a:buChar char="•"/>
            </a:pPr>
            <a:r>
              <a:rPr lang="de-DE" noProof="0" err="1"/>
              <a:t>ePA</a:t>
            </a:r>
            <a:r>
              <a:rPr lang="de-DE" noProof="0"/>
              <a:t> und Interoperabilität</a:t>
            </a:r>
          </a:p>
          <a:p>
            <a:pPr marL="342900" indent="-342900">
              <a:buFont typeface="Arial" panose="020B0604020202020204" pitchFamily="34" charset="0"/>
              <a:buChar char="•"/>
            </a:pPr>
            <a:r>
              <a:rPr lang="de-DE" noProof="0"/>
              <a:t>Abrechnung und Dokumentation</a:t>
            </a:r>
          </a:p>
          <a:p>
            <a:pPr marL="342900" indent="-342900">
              <a:buFont typeface="Arial" panose="020B0604020202020204" pitchFamily="34" charset="0"/>
              <a:buChar char="•"/>
            </a:pPr>
            <a:r>
              <a:rPr lang="de-DE" noProof="0"/>
              <a:t>IT Betrieb &amp; Notfallmanagement </a:t>
            </a:r>
          </a:p>
          <a:p>
            <a:pPr marL="342900" indent="-342900">
              <a:buFont typeface="Arial" panose="020B0604020202020204" pitchFamily="34" charset="0"/>
              <a:buChar char="•"/>
            </a:pPr>
            <a:r>
              <a:rPr lang="de-DE" noProof="0"/>
              <a:t>Backup &amp; Wiederherstellung</a:t>
            </a:r>
          </a:p>
        </p:txBody>
      </p:sp>
      <p:sp>
        <p:nvSpPr>
          <p:cNvPr id="4" name="Datumsplatzhalter 3">
            <a:extLst>
              <a:ext uri="{FF2B5EF4-FFF2-40B4-BE49-F238E27FC236}">
                <a16:creationId xmlns:a16="http://schemas.microsoft.com/office/drawing/2014/main" id="{20EC5994-4D19-871B-7547-41801B03C7D5}"/>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81E5E6B2-2768-BF84-4280-3750F98DF813}"/>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4FC2CFD8-5BD2-2654-AA82-662810AC4AEA}"/>
              </a:ext>
            </a:extLst>
          </p:cNvPr>
          <p:cNvSpPr>
            <a:spLocks noGrp="1"/>
          </p:cNvSpPr>
          <p:nvPr>
            <p:ph type="sldNum" sz="quarter" idx="12"/>
          </p:nvPr>
        </p:nvSpPr>
        <p:spPr/>
        <p:txBody>
          <a:bodyPr/>
          <a:lstStyle/>
          <a:p>
            <a:fld id="{E68C68F6-CEB4-C040-B3A3-CADDD499EB7C}" type="slidenum">
              <a:rPr lang="de-DE" noProof="0" smtClean="0"/>
              <a:pPr/>
              <a:t>8</a:t>
            </a:fld>
            <a:endParaRPr lang="de-DE" noProof="0"/>
          </a:p>
        </p:txBody>
      </p:sp>
    </p:spTree>
    <p:extLst>
      <p:ext uri="{BB962C8B-B14F-4D97-AF65-F5344CB8AC3E}">
        <p14:creationId xmlns:p14="http://schemas.microsoft.com/office/powerpoint/2010/main" val="1476771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1E638-41FD-3775-2DFD-F0752374855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4E3C268-3D58-E6E9-66CC-669D3F06B531}"/>
              </a:ext>
            </a:extLst>
          </p:cNvPr>
          <p:cNvSpPr>
            <a:spLocks noGrp="1"/>
          </p:cNvSpPr>
          <p:nvPr>
            <p:ph type="title"/>
          </p:nvPr>
        </p:nvSpPr>
        <p:spPr>
          <a:xfrm>
            <a:off x="266950" y="767080"/>
            <a:ext cx="8602280" cy="552416"/>
          </a:xfrm>
        </p:spPr>
        <p:txBody>
          <a:bodyPr>
            <a:normAutofit fontScale="90000"/>
          </a:bodyPr>
          <a:lstStyle/>
          <a:p>
            <a:pPr algn="ctr"/>
            <a:r>
              <a:rPr lang="de-DE" noProof="0"/>
              <a:t>Erstellung eines Organisationsprofils</a:t>
            </a:r>
          </a:p>
        </p:txBody>
      </p:sp>
      <p:sp>
        <p:nvSpPr>
          <p:cNvPr id="3" name="Inhaltsplatzhalter 2">
            <a:extLst>
              <a:ext uri="{FF2B5EF4-FFF2-40B4-BE49-F238E27FC236}">
                <a16:creationId xmlns:a16="http://schemas.microsoft.com/office/drawing/2014/main" id="{0BF3EA1B-1460-55D6-9418-D688D18FC705}"/>
              </a:ext>
            </a:extLst>
          </p:cNvPr>
          <p:cNvSpPr>
            <a:spLocks noGrp="1"/>
          </p:cNvSpPr>
          <p:nvPr>
            <p:ph idx="1"/>
          </p:nvPr>
        </p:nvSpPr>
        <p:spPr>
          <a:xfrm>
            <a:off x="274770" y="1469911"/>
            <a:ext cx="8604250" cy="3673589"/>
          </a:xfrm>
        </p:spPr>
        <p:txBody>
          <a:bodyPr>
            <a:normAutofit/>
          </a:bodyPr>
          <a:lstStyle/>
          <a:p>
            <a:pPr>
              <a:buFont typeface="Arial" panose="020B0604020202020204" pitchFamily="34" charset="0"/>
              <a:buChar char="•"/>
            </a:pPr>
            <a:r>
              <a:rPr lang="de-DE" sz="2000" b="1" noProof="0"/>
              <a:t> </a:t>
            </a:r>
            <a:r>
              <a:rPr lang="de-DE" sz="2000" noProof="0"/>
              <a:t>Elysium Vitalis Klinik – </a:t>
            </a:r>
            <a:r>
              <a:rPr lang="de-DE" sz="2000" noProof="0" err="1"/>
              <a:t>Hagnau</a:t>
            </a:r>
            <a:r>
              <a:rPr lang="de-DE" sz="2000" noProof="0"/>
              <a:t> am Bodensee</a:t>
            </a:r>
          </a:p>
          <a:p>
            <a:pPr>
              <a:buFont typeface="Arial" panose="020B0604020202020204" pitchFamily="34" charset="0"/>
              <a:buChar char="•"/>
            </a:pPr>
            <a:r>
              <a:rPr lang="de-DE" sz="2000" b="1" noProof="0"/>
              <a:t>Personalstruktur</a:t>
            </a:r>
            <a:r>
              <a:rPr lang="de-DE" sz="2000" noProof="0"/>
              <a:t> (Zielgrößen für 24/7 Betrieb): </a:t>
            </a:r>
          </a:p>
          <a:p>
            <a:pPr lvl="1">
              <a:buFont typeface="Arial" panose="020B0604020202020204" pitchFamily="34" charset="0"/>
              <a:buChar char="•"/>
            </a:pPr>
            <a:r>
              <a:rPr lang="de-DE" sz="2000" noProof="0"/>
              <a:t> Ärzte:7-10 (Bedarf ca. 7-10 für Schichtabdeckung)</a:t>
            </a:r>
          </a:p>
          <a:p>
            <a:pPr lvl="1">
              <a:buFont typeface="Arial" panose="020B0604020202020204" pitchFamily="34" charset="0"/>
              <a:buChar char="•"/>
            </a:pPr>
            <a:r>
              <a:rPr lang="de-DE" sz="2000" noProof="0"/>
              <a:t> Pflege: 80-90 (Bedarf ca. 25-30 pro Schicht)</a:t>
            </a:r>
          </a:p>
          <a:p>
            <a:pPr lvl="1">
              <a:buFont typeface="Arial" panose="020B0604020202020204" pitchFamily="34" charset="0"/>
              <a:buChar char="•"/>
            </a:pPr>
            <a:r>
              <a:rPr lang="de-DE" sz="2000" noProof="0"/>
              <a:t> Therapeuten: 6-8 (ca. 320 Std./Woche)</a:t>
            </a:r>
          </a:p>
          <a:p>
            <a:pPr lvl="1">
              <a:buFont typeface="Arial" panose="020B0604020202020204" pitchFamily="34" charset="0"/>
              <a:buChar char="•"/>
            </a:pPr>
            <a:r>
              <a:rPr lang="de-DE" sz="2000" noProof="0"/>
              <a:t> Verwaltung: 6-8 (Kernzeiten plus Erreichbarkeit)</a:t>
            </a:r>
          </a:p>
          <a:p>
            <a:pPr lvl="1">
              <a:buFont typeface="Arial" panose="020B0604020202020204" pitchFamily="34" charset="0"/>
              <a:buChar char="•"/>
            </a:pPr>
            <a:r>
              <a:rPr lang="de-DE" sz="2000" noProof="0"/>
              <a:t> Facility Management: 9 (Schichtbetrieb)</a:t>
            </a:r>
          </a:p>
          <a:p>
            <a:pPr lvl="1">
              <a:buFont typeface="Arial" panose="020B0604020202020204" pitchFamily="34" charset="0"/>
              <a:buChar char="•"/>
            </a:pPr>
            <a:r>
              <a:rPr lang="de-DE" sz="2000" noProof="0"/>
              <a:t> IT-Serviceteam: 13 </a:t>
            </a:r>
          </a:p>
          <a:p>
            <a:pPr lvl="1"/>
            <a:r>
              <a:rPr lang="de-DE" sz="2000" noProof="0"/>
              <a:t>   (IT-Leitung, Admins, Support, Entwickler, Sicherheit)</a:t>
            </a:r>
          </a:p>
        </p:txBody>
      </p:sp>
      <p:sp>
        <p:nvSpPr>
          <p:cNvPr id="4" name="Datumsplatzhalter 3">
            <a:extLst>
              <a:ext uri="{FF2B5EF4-FFF2-40B4-BE49-F238E27FC236}">
                <a16:creationId xmlns:a16="http://schemas.microsoft.com/office/drawing/2014/main" id="{A004A7C5-962D-F8C8-2D53-14AE32A239D0}"/>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244526EF-1764-1DFA-69ED-CCBD3903273B}"/>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375C8EAF-5DA1-0C84-C906-9B691866C44A}"/>
              </a:ext>
            </a:extLst>
          </p:cNvPr>
          <p:cNvSpPr>
            <a:spLocks noGrp="1"/>
          </p:cNvSpPr>
          <p:nvPr>
            <p:ph type="sldNum" sz="quarter" idx="12"/>
          </p:nvPr>
        </p:nvSpPr>
        <p:spPr/>
        <p:txBody>
          <a:bodyPr/>
          <a:lstStyle/>
          <a:p>
            <a:fld id="{E68C68F6-CEB4-C040-B3A3-CADDD499EB7C}" type="slidenum">
              <a:rPr lang="de-DE" noProof="0" smtClean="0"/>
              <a:pPr/>
              <a:t>9</a:t>
            </a:fld>
            <a:endParaRPr lang="de-DE" noProof="0"/>
          </a:p>
        </p:txBody>
      </p:sp>
    </p:spTree>
    <p:extLst>
      <p:ext uri="{BB962C8B-B14F-4D97-AF65-F5344CB8AC3E}">
        <p14:creationId xmlns:p14="http://schemas.microsoft.com/office/powerpoint/2010/main" val="2395389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204F2-938B-6959-8D37-BE1B30EDB84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E3DB227-BD3D-32E5-B05B-3B176D2F481C}"/>
              </a:ext>
            </a:extLst>
          </p:cNvPr>
          <p:cNvSpPr>
            <a:spLocks noGrp="1"/>
          </p:cNvSpPr>
          <p:nvPr>
            <p:ph type="title"/>
          </p:nvPr>
        </p:nvSpPr>
        <p:spPr>
          <a:xfrm>
            <a:off x="163380" y="201050"/>
            <a:ext cx="8602280" cy="531551"/>
          </a:xfrm>
        </p:spPr>
        <p:txBody>
          <a:bodyPr>
            <a:normAutofit fontScale="90000"/>
          </a:bodyPr>
          <a:lstStyle/>
          <a:p>
            <a:pPr algn="ctr"/>
            <a:r>
              <a:rPr lang="de-DE" noProof="0"/>
              <a:t>Vision &amp; Mission</a:t>
            </a:r>
          </a:p>
        </p:txBody>
      </p:sp>
      <p:sp>
        <p:nvSpPr>
          <p:cNvPr id="4" name="Datumsplatzhalter 3">
            <a:extLst>
              <a:ext uri="{FF2B5EF4-FFF2-40B4-BE49-F238E27FC236}">
                <a16:creationId xmlns:a16="http://schemas.microsoft.com/office/drawing/2014/main" id="{84BD3EF4-5D75-9858-8601-E4FF8DCB2BAE}"/>
              </a:ext>
            </a:extLst>
          </p:cNvPr>
          <p:cNvSpPr>
            <a:spLocks noGrp="1"/>
          </p:cNvSpPr>
          <p:nvPr>
            <p:ph type="dt" sz="half" idx="10"/>
          </p:nvPr>
        </p:nvSpPr>
        <p:spPr>
          <a:xfrm>
            <a:off x="461830" y="4735513"/>
            <a:ext cx="2133600" cy="273844"/>
          </a:xfrm>
        </p:spPr>
        <p:txBody>
          <a:bodyPr/>
          <a:lstStyle/>
          <a:p>
            <a:endParaRPr lang="de-DE" noProof="0"/>
          </a:p>
        </p:txBody>
      </p:sp>
      <p:sp>
        <p:nvSpPr>
          <p:cNvPr id="5" name="Fußzeilenplatzhalter 4">
            <a:extLst>
              <a:ext uri="{FF2B5EF4-FFF2-40B4-BE49-F238E27FC236}">
                <a16:creationId xmlns:a16="http://schemas.microsoft.com/office/drawing/2014/main" id="{DC86B247-F654-BC76-220E-8135A8648F5F}"/>
              </a:ext>
            </a:extLst>
          </p:cNvPr>
          <p:cNvSpPr>
            <a:spLocks noGrp="1"/>
          </p:cNvSpPr>
          <p:nvPr>
            <p:ph type="ftr" sz="quarter" idx="11"/>
          </p:nvPr>
        </p:nvSpPr>
        <p:spPr>
          <a:xfrm>
            <a:off x="3321050" y="4735513"/>
            <a:ext cx="2895600" cy="273844"/>
          </a:xfrm>
        </p:spPr>
        <p:txBody>
          <a:bodyPr/>
          <a:lstStyle/>
          <a:p>
            <a:endParaRPr lang="de-DE" noProof="0"/>
          </a:p>
        </p:txBody>
      </p:sp>
      <p:sp>
        <p:nvSpPr>
          <p:cNvPr id="6" name="Foliennummernplatzhalter 5">
            <a:extLst>
              <a:ext uri="{FF2B5EF4-FFF2-40B4-BE49-F238E27FC236}">
                <a16:creationId xmlns:a16="http://schemas.microsoft.com/office/drawing/2014/main" id="{0B14A029-1148-5F07-D1F1-611768D2327C}"/>
              </a:ext>
            </a:extLst>
          </p:cNvPr>
          <p:cNvSpPr>
            <a:spLocks noGrp="1"/>
          </p:cNvSpPr>
          <p:nvPr>
            <p:ph type="sldNum" sz="quarter" idx="12"/>
          </p:nvPr>
        </p:nvSpPr>
        <p:spPr>
          <a:xfrm>
            <a:off x="6935405" y="4735513"/>
            <a:ext cx="2133600" cy="273844"/>
          </a:xfrm>
        </p:spPr>
        <p:txBody>
          <a:bodyPr/>
          <a:lstStyle/>
          <a:p>
            <a:fld id="{E68C68F6-CEB4-C040-B3A3-CADDD499EB7C}" type="slidenum">
              <a:rPr lang="de-DE" noProof="0" smtClean="0"/>
              <a:pPr/>
              <a:t>10</a:t>
            </a:fld>
            <a:endParaRPr lang="de-DE" noProof="0"/>
          </a:p>
        </p:txBody>
      </p:sp>
      <p:pic>
        <p:nvPicPr>
          <p:cNvPr id="16" name="Grafik 15" descr="Ein Bild, das Text, Schrift, Screenshot, Design enthält.&#10;&#10;KI-generierte Inhalte können fehlerhaft sein.">
            <a:extLst>
              <a:ext uri="{FF2B5EF4-FFF2-40B4-BE49-F238E27FC236}">
                <a16:creationId xmlns:a16="http://schemas.microsoft.com/office/drawing/2014/main" id="{340B1F59-D5ED-8ABF-EF10-23D294D1E8DA}"/>
              </a:ext>
            </a:extLst>
          </p:cNvPr>
          <p:cNvPicPr>
            <a:picLocks noChangeAspect="1"/>
          </p:cNvPicPr>
          <p:nvPr/>
        </p:nvPicPr>
        <p:blipFill>
          <a:blip r:embed="rId2"/>
          <a:stretch>
            <a:fillRect/>
          </a:stretch>
        </p:blipFill>
        <p:spPr>
          <a:xfrm>
            <a:off x="221300" y="1040185"/>
            <a:ext cx="3401786" cy="3401786"/>
          </a:xfrm>
          <a:prstGeom prst="rect">
            <a:avLst/>
          </a:prstGeom>
        </p:spPr>
      </p:pic>
      <p:sp>
        <p:nvSpPr>
          <p:cNvPr id="22" name="Rectangle 5">
            <a:extLst>
              <a:ext uri="{FF2B5EF4-FFF2-40B4-BE49-F238E27FC236}">
                <a16:creationId xmlns:a16="http://schemas.microsoft.com/office/drawing/2014/main" id="{B64656DA-0A34-433C-C723-809A220A335C}"/>
              </a:ext>
            </a:extLst>
          </p:cNvPr>
          <p:cNvSpPr>
            <a:spLocks noChangeArrowheads="1"/>
          </p:cNvSpPr>
          <p:nvPr/>
        </p:nvSpPr>
        <p:spPr bwMode="auto">
          <a:xfrm>
            <a:off x="3688400" y="1043577"/>
            <a:ext cx="514174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sz="1000" b="1" i="0" u="none" strike="noStrike" cap="none" normalizeH="0" baseline="0" noProof="0">
                <a:ln>
                  <a:noFill/>
                </a:ln>
                <a:solidFill>
                  <a:schemeClr val="tx1"/>
                </a:solidFill>
                <a:effectLst/>
                <a:latin typeface="Arial" panose="020B0604020202020204" pitchFamily="34" charset="0"/>
              </a:rPr>
              <a:t>🌿 1. Medizinische Exzellenz mit minimalinvasiven Methoden</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sz="1000" b="0" i="0" u="none" strike="noStrike" cap="none" normalizeH="0" baseline="0" noProof="0">
                <a:ln>
                  <a:noFill/>
                </a:ln>
                <a:solidFill>
                  <a:schemeClr val="tx1"/>
                </a:solidFill>
                <a:effectLst/>
                <a:latin typeface="Arial" panose="020B0604020202020204" pitchFamily="34" charset="0"/>
              </a:rPr>
              <a:t>Wir verpflichten uns zur kontinuierlichen Weiterentwicklung und Anwendung minimalinvasiver Behandlungsverfahren, um Heilungsverläufe zu beschleunigen, Schmerzen zu minimieren und die Lebensqualität unserer </a:t>
            </a:r>
            <a:r>
              <a:rPr kumimoji="0" lang="de-DE" sz="1000" b="0" i="0" u="none" strike="noStrike" cap="none" normalizeH="0" baseline="0" noProof="0" err="1">
                <a:ln>
                  <a:noFill/>
                </a:ln>
                <a:solidFill>
                  <a:schemeClr val="tx1"/>
                </a:solidFill>
                <a:effectLst/>
                <a:latin typeface="Arial" panose="020B0604020202020204" pitchFamily="34" charset="0"/>
              </a:rPr>
              <a:t>Patient:innen</a:t>
            </a:r>
            <a:r>
              <a:rPr kumimoji="0" lang="de-DE" sz="1000" b="0" i="0" u="none" strike="noStrike" cap="none" normalizeH="0" baseline="0" noProof="0">
                <a:ln>
                  <a:noFill/>
                </a:ln>
                <a:solidFill>
                  <a:schemeClr val="tx1"/>
                </a:solidFill>
                <a:effectLst/>
                <a:latin typeface="Arial" panose="020B0604020202020204" pitchFamily="34" charset="0"/>
              </a:rPr>
              <a:t> zu verbessern.</a:t>
            </a:r>
            <a:endParaRPr kumimoji="0" lang="de-DE" sz="4000" b="0" i="0" u="none" strike="noStrike" cap="none" normalizeH="0" baseline="0" noProof="0">
              <a:ln>
                <a:noFill/>
              </a:ln>
              <a:solidFill>
                <a:schemeClr val="tx1"/>
              </a:solidFill>
              <a:effectLst/>
              <a:latin typeface="Arial" panose="020B0604020202020204" pitchFamily="34" charset="0"/>
            </a:endParaRPr>
          </a:p>
        </p:txBody>
      </p:sp>
      <p:sp>
        <p:nvSpPr>
          <p:cNvPr id="24" name="Rectangle 7">
            <a:extLst>
              <a:ext uri="{FF2B5EF4-FFF2-40B4-BE49-F238E27FC236}">
                <a16:creationId xmlns:a16="http://schemas.microsoft.com/office/drawing/2014/main" id="{78A0BE3A-CF9B-CE72-A43E-7A8487531AA3}"/>
              </a:ext>
            </a:extLst>
          </p:cNvPr>
          <p:cNvSpPr>
            <a:spLocks noChangeArrowheads="1"/>
          </p:cNvSpPr>
          <p:nvPr/>
        </p:nvSpPr>
        <p:spPr bwMode="auto">
          <a:xfrm>
            <a:off x="3688400" y="1750998"/>
            <a:ext cx="5141748" cy="71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de-DE" sz="1000" b="1" noProof="0">
                <a:latin typeface="Arial" panose="020B0604020202020204" pitchFamily="34" charset="0"/>
              </a:rPr>
              <a:t>♻️ 2. Nachhaltigkeit im gesamten Klinikbetrieb</a:t>
            </a:r>
          </a:p>
          <a:p>
            <a:pPr marL="0" marR="0" lvl="0" indent="0" algn="l" defTabSz="914400" rtl="0" eaLnBrk="0" fontAlgn="base" latinLnBrk="0" hangingPunct="0">
              <a:lnSpc>
                <a:spcPct val="100000"/>
              </a:lnSpc>
              <a:spcBef>
                <a:spcPct val="0"/>
              </a:spcBef>
              <a:spcAft>
                <a:spcPct val="0"/>
              </a:spcAft>
              <a:buClrTx/>
              <a:buSzTx/>
              <a:buFontTx/>
              <a:buNone/>
              <a:tabLst/>
            </a:pPr>
            <a:r>
              <a:rPr lang="de-DE" sz="1000" noProof="0">
                <a:latin typeface="Arial" panose="020B0604020202020204" pitchFamily="34" charset="0"/>
              </a:rPr>
              <a:t>Wir gestalten unsere Prozesse, Infrastruktur und Beschaffung nachhaltig – von energieeffizientem Gebäudemanagement über umweltfreundliche Materialien bis hin zu einer ressourcenschonenden Logistik.</a:t>
            </a:r>
          </a:p>
        </p:txBody>
      </p:sp>
      <p:sp>
        <p:nvSpPr>
          <p:cNvPr id="27" name="Rectangle 9">
            <a:extLst>
              <a:ext uri="{FF2B5EF4-FFF2-40B4-BE49-F238E27FC236}">
                <a16:creationId xmlns:a16="http://schemas.microsoft.com/office/drawing/2014/main" id="{C8B2B32E-CCB4-5975-4D93-D54BE03716C8}"/>
              </a:ext>
            </a:extLst>
          </p:cNvPr>
          <p:cNvSpPr>
            <a:spLocks noChangeArrowheads="1"/>
          </p:cNvSpPr>
          <p:nvPr/>
        </p:nvSpPr>
        <p:spPr bwMode="auto">
          <a:xfrm>
            <a:off x="3688400" y="2458884"/>
            <a:ext cx="514174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de-DE" sz="1000" b="1" noProof="0">
                <a:latin typeface="Arial" panose="020B0604020202020204" pitchFamily="34" charset="0"/>
              </a:rPr>
              <a:t>❤️ 3. Der Mensch im Mittelpunkt</a:t>
            </a:r>
          </a:p>
          <a:p>
            <a:pPr defTabSz="914400" eaLnBrk="0" fontAlgn="base" hangingPunct="0">
              <a:spcBef>
                <a:spcPct val="0"/>
              </a:spcBef>
              <a:spcAft>
                <a:spcPct val="0"/>
              </a:spcAft>
            </a:pPr>
            <a:r>
              <a:rPr lang="de-DE" sz="1000" noProof="0">
                <a:latin typeface="Arial" panose="020B0604020202020204" pitchFamily="34" charset="0"/>
              </a:rPr>
              <a:t>Wir bieten unseren </a:t>
            </a:r>
            <a:r>
              <a:rPr lang="de-DE" sz="1000" noProof="0" err="1">
                <a:latin typeface="Arial" panose="020B0604020202020204" pitchFamily="34" charset="0"/>
              </a:rPr>
              <a:t>Patient:innen</a:t>
            </a:r>
            <a:r>
              <a:rPr lang="de-DE" sz="1000" noProof="0">
                <a:latin typeface="Arial" panose="020B0604020202020204" pitchFamily="34" charset="0"/>
              </a:rPr>
              <a:t> eine empathische, respektvolle und ganzheitliche Betreuung, die auf individuelle Bedürfnisse eingeht – vor, während und nach der Behandlung.</a:t>
            </a:r>
          </a:p>
        </p:txBody>
      </p:sp>
      <p:sp>
        <p:nvSpPr>
          <p:cNvPr id="29" name="Rectangle 11">
            <a:extLst>
              <a:ext uri="{FF2B5EF4-FFF2-40B4-BE49-F238E27FC236}">
                <a16:creationId xmlns:a16="http://schemas.microsoft.com/office/drawing/2014/main" id="{BDFBA2C9-FBC5-6B99-81B1-B97C67194F9B}"/>
              </a:ext>
            </a:extLst>
          </p:cNvPr>
          <p:cNvSpPr>
            <a:spLocks noChangeArrowheads="1"/>
          </p:cNvSpPr>
          <p:nvPr/>
        </p:nvSpPr>
        <p:spPr bwMode="auto">
          <a:xfrm>
            <a:off x="3688400" y="3176854"/>
            <a:ext cx="5141748"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de-DE" sz="1000" b="1" noProof="0">
                <a:latin typeface="Arial" panose="020B0604020202020204" pitchFamily="34" charset="0"/>
              </a:rPr>
              <a:t>📈 4. Qualität durch Innovation</a:t>
            </a:r>
          </a:p>
          <a:p>
            <a:pPr defTabSz="914400" eaLnBrk="0" fontAlgn="base" hangingPunct="0">
              <a:spcBef>
                <a:spcPct val="0"/>
              </a:spcBef>
              <a:spcAft>
                <a:spcPct val="0"/>
              </a:spcAft>
            </a:pPr>
            <a:r>
              <a:rPr lang="de-DE" sz="1000" noProof="0">
                <a:latin typeface="Arial" panose="020B0604020202020204" pitchFamily="34" charset="0"/>
              </a:rPr>
              <a:t>Unser Fokus liegt auf Telemedizin &amp; einem intuitiven Patientenportal, um medizinische Exzellenz mit modernster Technologie &amp; maximaler Nutzerfreundlichkeit zu vereinen.</a:t>
            </a:r>
          </a:p>
        </p:txBody>
      </p:sp>
      <p:sp>
        <p:nvSpPr>
          <p:cNvPr id="30" name="Rectangle 12">
            <a:extLst>
              <a:ext uri="{FF2B5EF4-FFF2-40B4-BE49-F238E27FC236}">
                <a16:creationId xmlns:a16="http://schemas.microsoft.com/office/drawing/2014/main" id="{56427F31-D30A-D857-033C-926D71CE295F}"/>
              </a:ext>
            </a:extLst>
          </p:cNvPr>
          <p:cNvSpPr>
            <a:spLocks noChangeArrowheads="1"/>
          </p:cNvSpPr>
          <p:nvPr/>
        </p:nvSpPr>
        <p:spPr bwMode="auto">
          <a:xfrm>
            <a:off x="3688400" y="3740740"/>
            <a:ext cx="514174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de-DE" sz="1000" b="1" noProof="0">
                <a:latin typeface="Arial" panose="020B0604020202020204" pitchFamily="34" charset="0"/>
              </a:rPr>
              <a:t>🫱🏼‍🫲🏽 5. Partnerschaftliche Zusammenarbeit im Gesundheitswesen</a:t>
            </a:r>
          </a:p>
          <a:p>
            <a:pPr defTabSz="914400" eaLnBrk="0" fontAlgn="base" hangingPunct="0">
              <a:spcBef>
                <a:spcPct val="0"/>
              </a:spcBef>
              <a:spcAft>
                <a:spcPct val="0"/>
              </a:spcAft>
            </a:pPr>
            <a:r>
              <a:rPr lang="de-DE" sz="1000" noProof="0">
                <a:latin typeface="Arial" panose="020B0604020202020204" pitchFamily="34" charset="0"/>
              </a:rPr>
              <a:t>Wir arbeiten interdisziplinär und sektorenübergreifend mit Fachkräften, Bildungseinrichtungen und Partnerkliniken zusammen, um eine nachhaltige und zukunftsorientierte Gesundheitsversorgung zu gestalten.</a:t>
            </a:r>
          </a:p>
        </p:txBody>
      </p:sp>
    </p:spTree>
    <p:extLst>
      <p:ext uri="{BB962C8B-B14F-4D97-AF65-F5344CB8AC3E}">
        <p14:creationId xmlns:p14="http://schemas.microsoft.com/office/powerpoint/2010/main" val="2420629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B701-F867-798F-A6AA-405FA584695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63D61C6-63F4-6717-E5FD-9C811DA56754}"/>
              </a:ext>
            </a:extLst>
          </p:cNvPr>
          <p:cNvSpPr>
            <a:spLocks noGrp="1"/>
          </p:cNvSpPr>
          <p:nvPr>
            <p:ph type="title"/>
          </p:nvPr>
        </p:nvSpPr>
        <p:spPr>
          <a:xfrm>
            <a:off x="270860" y="601570"/>
            <a:ext cx="8602280" cy="514350"/>
          </a:xfrm>
        </p:spPr>
        <p:txBody>
          <a:bodyPr>
            <a:normAutofit fontScale="90000"/>
          </a:bodyPr>
          <a:lstStyle/>
          <a:p>
            <a:pPr algn="ctr"/>
            <a:r>
              <a:rPr lang="de-DE" noProof="0"/>
              <a:t>Strategieentwicklung</a:t>
            </a:r>
          </a:p>
        </p:txBody>
      </p:sp>
      <p:sp>
        <p:nvSpPr>
          <p:cNvPr id="4" name="Datumsplatzhalter 3">
            <a:extLst>
              <a:ext uri="{FF2B5EF4-FFF2-40B4-BE49-F238E27FC236}">
                <a16:creationId xmlns:a16="http://schemas.microsoft.com/office/drawing/2014/main" id="{BEC50200-A28E-C616-5844-DF706C5C2B93}"/>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1B4EA593-86A3-CB72-6DAF-2F6EA34EDD8F}"/>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B4E181E9-7D80-53E4-96BD-16A3F1E8377A}"/>
              </a:ext>
            </a:extLst>
          </p:cNvPr>
          <p:cNvSpPr>
            <a:spLocks noGrp="1"/>
          </p:cNvSpPr>
          <p:nvPr>
            <p:ph type="sldNum" sz="quarter" idx="12"/>
          </p:nvPr>
        </p:nvSpPr>
        <p:spPr/>
        <p:txBody>
          <a:bodyPr/>
          <a:lstStyle/>
          <a:p>
            <a:fld id="{E68C68F6-CEB4-C040-B3A3-CADDD499EB7C}" type="slidenum">
              <a:rPr lang="de-DE" noProof="0" smtClean="0"/>
              <a:pPr/>
              <a:t>11</a:t>
            </a:fld>
            <a:endParaRPr lang="de-DE" noProof="0"/>
          </a:p>
        </p:txBody>
      </p:sp>
      <p:sp>
        <p:nvSpPr>
          <p:cNvPr id="8" name="Inhaltsplatzhalter 7">
            <a:extLst>
              <a:ext uri="{FF2B5EF4-FFF2-40B4-BE49-F238E27FC236}">
                <a16:creationId xmlns:a16="http://schemas.microsoft.com/office/drawing/2014/main" id="{7C86B14E-7411-E25E-BE54-F0165B46B15B}"/>
              </a:ext>
            </a:extLst>
          </p:cNvPr>
          <p:cNvSpPr>
            <a:spLocks noGrp="1"/>
          </p:cNvSpPr>
          <p:nvPr>
            <p:ph idx="1"/>
          </p:nvPr>
        </p:nvSpPr>
        <p:spPr>
          <a:xfrm>
            <a:off x="264980" y="1607615"/>
            <a:ext cx="8604250" cy="2811576"/>
          </a:xfrm>
        </p:spPr>
        <p:txBody>
          <a:bodyPr/>
          <a:lstStyle/>
          <a:p>
            <a:pPr marL="342900" indent="-342900">
              <a:buFont typeface="Arial" panose="020B0604020202020204" pitchFamily="34" charset="0"/>
              <a:buChar char="•"/>
            </a:pPr>
            <a:r>
              <a:rPr lang="de-DE" noProof="0"/>
              <a:t>Medizinische Exzellenz mit minimalinvasiven Methoden</a:t>
            </a:r>
          </a:p>
          <a:p>
            <a:pPr marL="342900" indent="-342900">
              <a:buFont typeface="Arial" panose="020B0604020202020204" pitchFamily="34" charset="0"/>
              <a:buChar char="•"/>
            </a:pPr>
            <a:r>
              <a:rPr lang="de-DE" noProof="0"/>
              <a:t>Nachhaltigkeit im gesamten Klinikbetrieb</a:t>
            </a:r>
          </a:p>
          <a:p>
            <a:pPr marL="342900" indent="-342900">
              <a:buFont typeface="Arial" panose="020B0604020202020204" pitchFamily="34" charset="0"/>
              <a:buChar char="•"/>
            </a:pPr>
            <a:r>
              <a:rPr lang="de-DE" noProof="0"/>
              <a:t>Der Mensch im Mittelpunkt</a:t>
            </a:r>
          </a:p>
          <a:p>
            <a:pPr marL="342900" indent="-342900">
              <a:buFont typeface="Arial" panose="020B0604020202020204" pitchFamily="34" charset="0"/>
              <a:buChar char="•"/>
            </a:pPr>
            <a:r>
              <a:rPr lang="de-DE" noProof="0"/>
              <a:t>Qualität durch Innovation (Fokus: Telemedizin &amp; Patientenportal)</a:t>
            </a:r>
          </a:p>
          <a:p>
            <a:pPr marL="342900" indent="-342900">
              <a:buFont typeface="Arial" panose="020B0604020202020204" pitchFamily="34" charset="0"/>
              <a:buChar char="•"/>
            </a:pPr>
            <a:r>
              <a:rPr lang="de-DE" noProof="0"/>
              <a:t>Partnerschaftliche Zusammenarbeit im Gesundheitswesen</a:t>
            </a:r>
          </a:p>
        </p:txBody>
      </p:sp>
    </p:spTree>
    <p:extLst>
      <p:ext uri="{BB962C8B-B14F-4D97-AF65-F5344CB8AC3E}">
        <p14:creationId xmlns:p14="http://schemas.microsoft.com/office/powerpoint/2010/main" val="3590942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3A2EE-CF24-1302-6688-672D008D7DD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CC8A713-AB95-9241-2D9D-B962E7C3D05B}"/>
              </a:ext>
            </a:extLst>
          </p:cNvPr>
          <p:cNvSpPr>
            <a:spLocks noGrp="1"/>
          </p:cNvSpPr>
          <p:nvPr>
            <p:ph type="title"/>
          </p:nvPr>
        </p:nvSpPr>
        <p:spPr>
          <a:xfrm>
            <a:off x="264980" y="865565"/>
            <a:ext cx="8602280" cy="535726"/>
          </a:xfrm>
        </p:spPr>
        <p:txBody>
          <a:bodyPr>
            <a:noAutofit/>
          </a:bodyPr>
          <a:lstStyle/>
          <a:p>
            <a:r>
              <a:rPr lang="de-DE" sz="2800" noProof="0"/>
              <a:t>Medizinische Exzellenz mit minimalinvasiven Methoden</a:t>
            </a:r>
          </a:p>
        </p:txBody>
      </p:sp>
      <p:sp>
        <p:nvSpPr>
          <p:cNvPr id="3" name="Inhaltsplatzhalter 2">
            <a:extLst>
              <a:ext uri="{FF2B5EF4-FFF2-40B4-BE49-F238E27FC236}">
                <a16:creationId xmlns:a16="http://schemas.microsoft.com/office/drawing/2014/main" id="{1C69C4A5-42A1-5F36-7E0A-2EEB17251A0F}"/>
              </a:ext>
            </a:extLst>
          </p:cNvPr>
          <p:cNvSpPr>
            <a:spLocks noGrp="1"/>
          </p:cNvSpPr>
          <p:nvPr>
            <p:ph idx="1"/>
          </p:nvPr>
        </p:nvSpPr>
        <p:spPr>
          <a:xfrm>
            <a:off x="336792" y="1614420"/>
            <a:ext cx="8604250" cy="2811576"/>
          </a:xfrm>
        </p:spPr>
        <p:txBody>
          <a:bodyPr>
            <a:normAutofit fontScale="92500"/>
          </a:bodyPr>
          <a:lstStyle/>
          <a:p>
            <a:r>
              <a:rPr lang="de-DE" sz="1400" b="1" noProof="0"/>
              <a:t>Ziel</a:t>
            </a:r>
            <a:r>
              <a:rPr lang="de-DE" sz="1400" noProof="0"/>
              <a:t>: 	</a:t>
            </a:r>
          </a:p>
          <a:p>
            <a:r>
              <a:rPr lang="de-DE" sz="1400" noProof="0"/>
              <a:t>Heilungsverläufe beschleunigen, Schmerzen minimieren, Lebensqualität verbessern durch modernste 	minimalinvasive Verfahren.  </a:t>
            </a:r>
          </a:p>
          <a:p>
            <a:pPr marL="342900" indent="-342900">
              <a:buFont typeface="Arial" panose="020B0604020202020204" pitchFamily="34" charset="0"/>
              <a:buChar char="•"/>
            </a:pPr>
            <a:endParaRPr lang="de-DE" sz="1400" noProof="0"/>
          </a:p>
          <a:p>
            <a:r>
              <a:rPr lang="de-DE" sz="1400" b="1" noProof="0"/>
              <a:t>IT-Management Rolle &amp; Maßnahmen:</a:t>
            </a:r>
          </a:p>
          <a:p>
            <a:pPr marL="342900" indent="-342900">
              <a:buFont typeface="Arial" panose="020B0604020202020204" pitchFamily="34" charset="0"/>
              <a:buChar char="•"/>
            </a:pPr>
            <a:r>
              <a:rPr lang="de-DE" sz="1400" noProof="0"/>
              <a:t>Bereitstellung und Wartung von Hochleistungs-IT für bildgebende Diagnostik (PACS, KI-Analyse) zur präzisen Planung.</a:t>
            </a:r>
          </a:p>
          <a:p>
            <a:pPr marL="342900" indent="-342900">
              <a:buFont typeface="Arial" panose="020B0604020202020204" pitchFamily="34" charset="0"/>
              <a:buChar char="•"/>
            </a:pPr>
            <a:r>
              <a:rPr lang="de-DE" sz="1400" noProof="0"/>
              <a:t>Unterstützung digitaler OP-Planungs- und Simulationstools.</a:t>
            </a:r>
          </a:p>
          <a:p>
            <a:pPr marL="342900" indent="-342900">
              <a:buFont typeface="Arial" panose="020B0604020202020204" pitchFamily="34" charset="0"/>
              <a:buChar char="•"/>
            </a:pPr>
            <a:r>
              <a:rPr lang="de-DE" sz="1400" noProof="0"/>
              <a:t>Implementierung von Systemen zur Dokumentation und Analyse von Behandlungsergebnissen zur kontinuierlichen Verbesserung.</a:t>
            </a:r>
          </a:p>
          <a:p>
            <a:pPr marL="342900" indent="-342900">
              <a:buFont typeface="Arial" panose="020B0604020202020204" pitchFamily="34" charset="0"/>
              <a:buChar char="•"/>
            </a:pPr>
            <a:r>
              <a:rPr lang="de-DE" sz="1400" noProof="0"/>
              <a:t>Sicherstellung der Integration von Medizintechnik (z.B. roboterassistierte Chirurgie) in die klinische IT-Infrastruktur.</a:t>
            </a:r>
          </a:p>
        </p:txBody>
      </p:sp>
      <p:sp>
        <p:nvSpPr>
          <p:cNvPr id="4" name="Datumsplatzhalter 3">
            <a:extLst>
              <a:ext uri="{FF2B5EF4-FFF2-40B4-BE49-F238E27FC236}">
                <a16:creationId xmlns:a16="http://schemas.microsoft.com/office/drawing/2014/main" id="{134EB5A7-DB8D-94F8-C417-51BA7C461AA4}"/>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9A6C91A7-F5D7-36A3-01D0-7A07A3DE2D76}"/>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C9323573-5EA7-BF04-AC28-1873DB0AF851}"/>
              </a:ext>
            </a:extLst>
          </p:cNvPr>
          <p:cNvSpPr>
            <a:spLocks noGrp="1"/>
          </p:cNvSpPr>
          <p:nvPr>
            <p:ph type="sldNum" sz="quarter" idx="12"/>
          </p:nvPr>
        </p:nvSpPr>
        <p:spPr/>
        <p:txBody>
          <a:bodyPr/>
          <a:lstStyle/>
          <a:p>
            <a:fld id="{E68C68F6-CEB4-C040-B3A3-CADDD499EB7C}" type="slidenum">
              <a:rPr lang="de-DE" noProof="0" smtClean="0"/>
              <a:pPr/>
              <a:t>12</a:t>
            </a:fld>
            <a:endParaRPr lang="de-DE" noProof="0"/>
          </a:p>
        </p:txBody>
      </p:sp>
    </p:spTree>
    <p:extLst>
      <p:ext uri="{BB962C8B-B14F-4D97-AF65-F5344CB8AC3E}">
        <p14:creationId xmlns:p14="http://schemas.microsoft.com/office/powerpoint/2010/main" val="714157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98D36-6B53-EBA9-88B0-B8BDDDD7DA0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98FD5CE-6DD2-4436-9F50-A58BE8BBF2D7}"/>
              </a:ext>
            </a:extLst>
          </p:cNvPr>
          <p:cNvSpPr>
            <a:spLocks noGrp="1"/>
          </p:cNvSpPr>
          <p:nvPr>
            <p:ph type="title"/>
          </p:nvPr>
        </p:nvSpPr>
        <p:spPr>
          <a:xfrm>
            <a:off x="264980" y="793754"/>
            <a:ext cx="8602280" cy="535726"/>
          </a:xfrm>
        </p:spPr>
        <p:txBody>
          <a:bodyPr>
            <a:noAutofit/>
          </a:bodyPr>
          <a:lstStyle/>
          <a:p>
            <a:pPr algn="ctr"/>
            <a:r>
              <a:rPr lang="de-DE" sz="2800" noProof="0"/>
              <a:t>Nachhaltigkeit im gesamten Klinikbetrieb</a:t>
            </a:r>
          </a:p>
        </p:txBody>
      </p:sp>
      <p:sp>
        <p:nvSpPr>
          <p:cNvPr id="3" name="Inhaltsplatzhalter 2">
            <a:extLst>
              <a:ext uri="{FF2B5EF4-FFF2-40B4-BE49-F238E27FC236}">
                <a16:creationId xmlns:a16="http://schemas.microsoft.com/office/drawing/2014/main" id="{C32E3518-8E3C-C55E-C37E-2C20FDD5FE67}"/>
              </a:ext>
            </a:extLst>
          </p:cNvPr>
          <p:cNvSpPr>
            <a:spLocks noGrp="1"/>
          </p:cNvSpPr>
          <p:nvPr>
            <p:ph idx="1"/>
          </p:nvPr>
        </p:nvSpPr>
        <p:spPr>
          <a:xfrm>
            <a:off x="336792" y="1614420"/>
            <a:ext cx="8604250" cy="2811576"/>
          </a:xfrm>
        </p:spPr>
        <p:txBody>
          <a:bodyPr vert="horz" lIns="91440" tIns="45720" rIns="91440" bIns="45720" rtlCol="0">
            <a:normAutofit fontScale="92500" lnSpcReduction="10000"/>
          </a:bodyPr>
          <a:lstStyle/>
          <a:p>
            <a:r>
              <a:rPr lang="de-DE" sz="1400" b="1" noProof="0"/>
              <a:t>Ziel: 	</a:t>
            </a:r>
          </a:p>
          <a:p>
            <a:r>
              <a:rPr lang="de-DE" sz="1400" noProof="0"/>
              <a:t>Nachhaltige Gestaltung von Prozessen, Infrastruktur und Beschaffung – von Energieeffizienz über umweltfreundliche Materialien bis zu ressourcenschonender Logistik. </a:t>
            </a:r>
          </a:p>
          <a:p>
            <a:endParaRPr lang="de-DE" sz="1400" b="1" noProof="0"/>
          </a:p>
          <a:p>
            <a:r>
              <a:rPr lang="de-DE" sz="1400" b="1" noProof="0"/>
              <a:t>IT-Management Rolle &amp; Maßnahmen:</a:t>
            </a:r>
          </a:p>
          <a:p>
            <a:pPr marL="285750" indent="-285750">
              <a:buFont typeface="Arial" panose="020B0604020202020204" pitchFamily="34" charset="0"/>
              <a:buChar char="•"/>
            </a:pPr>
            <a:r>
              <a:rPr lang="de-DE" sz="1400" noProof="0"/>
              <a:t>Digitalisierung von Prozessen zur Reduktion des Papierverbrauchs (z.B. digitale Patientenakte, elektronische Formulare, digitale Kommunikation). </a:t>
            </a:r>
          </a:p>
          <a:p>
            <a:pPr marL="285750" indent="-285750">
              <a:buFont typeface="Arial" panose="020B0604020202020204" pitchFamily="34" charset="0"/>
              <a:buChar char="•"/>
            </a:pPr>
            <a:r>
              <a:rPr lang="de-DE" sz="1400" noProof="0"/>
              <a:t>Implementierung und Optimierung von IT-Systemen zur Ressourcenplanung (Personal, Material, Räume) zur Effizienzsteigerung und Abfallvermeidung. </a:t>
            </a:r>
          </a:p>
          <a:p>
            <a:pPr marL="285750" indent="-285750">
              <a:buFont typeface="Arial" panose="020B0604020202020204" pitchFamily="34" charset="0"/>
              <a:buChar char="•"/>
            </a:pPr>
            <a:r>
              <a:rPr lang="de-DE" sz="1400" noProof="0"/>
              <a:t>Unterstützung eines energieeffizienten Gebäudemanagements durch smarte IT-Lösungen. </a:t>
            </a:r>
          </a:p>
          <a:p>
            <a:pPr marL="285750" indent="-285750">
              <a:buFont typeface="Arial" panose="020B0604020202020204" pitchFamily="34" charset="0"/>
              <a:buChar char="•"/>
            </a:pPr>
            <a:r>
              <a:rPr lang="de-DE" sz="1400" noProof="0"/>
              <a:t>Förderung von Green-IT-Prinzipien bei Beschaffung und Betrieb der IT-Infrastruktur (z.B. energieeffiziente Hardware, Konsolidierung von Servern). </a:t>
            </a:r>
          </a:p>
          <a:p>
            <a:endParaRPr lang="de-DE" sz="1400" b="1" noProof="0"/>
          </a:p>
        </p:txBody>
      </p:sp>
      <p:sp>
        <p:nvSpPr>
          <p:cNvPr id="4" name="Datumsplatzhalter 3">
            <a:extLst>
              <a:ext uri="{FF2B5EF4-FFF2-40B4-BE49-F238E27FC236}">
                <a16:creationId xmlns:a16="http://schemas.microsoft.com/office/drawing/2014/main" id="{27EDF83C-6231-A7F9-67E7-B5D2391B21C8}"/>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633EAD3B-9986-8E54-200D-784D7C5453B6}"/>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BF891A6E-A02C-3F3B-69FD-8E21E451A584}"/>
              </a:ext>
            </a:extLst>
          </p:cNvPr>
          <p:cNvSpPr>
            <a:spLocks noGrp="1"/>
          </p:cNvSpPr>
          <p:nvPr>
            <p:ph type="sldNum" sz="quarter" idx="12"/>
          </p:nvPr>
        </p:nvSpPr>
        <p:spPr/>
        <p:txBody>
          <a:bodyPr/>
          <a:lstStyle/>
          <a:p>
            <a:fld id="{E68C68F6-CEB4-C040-B3A3-CADDD499EB7C}" type="slidenum">
              <a:rPr lang="de-DE" noProof="0" smtClean="0"/>
              <a:pPr/>
              <a:t>13</a:t>
            </a:fld>
            <a:endParaRPr lang="de-DE" noProof="0"/>
          </a:p>
        </p:txBody>
      </p:sp>
    </p:spTree>
    <p:extLst>
      <p:ext uri="{BB962C8B-B14F-4D97-AF65-F5344CB8AC3E}">
        <p14:creationId xmlns:p14="http://schemas.microsoft.com/office/powerpoint/2010/main" val="1351906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79C72-2186-921D-8647-C32FF67EB33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DDD18C0-40B8-408D-D3FE-FEDFA5539CA6}"/>
              </a:ext>
            </a:extLst>
          </p:cNvPr>
          <p:cNvSpPr>
            <a:spLocks noGrp="1"/>
          </p:cNvSpPr>
          <p:nvPr>
            <p:ph type="title"/>
          </p:nvPr>
        </p:nvSpPr>
        <p:spPr>
          <a:xfrm>
            <a:off x="264980" y="793754"/>
            <a:ext cx="8602280" cy="535726"/>
          </a:xfrm>
        </p:spPr>
        <p:txBody>
          <a:bodyPr>
            <a:noAutofit/>
          </a:bodyPr>
          <a:lstStyle/>
          <a:p>
            <a:pPr algn="ctr"/>
            <a:r>
              <a:rPr lang="de-DE" sz="2800" noProof="0"/>
              <a:t>Der Mensch im Mittelpunkt</a:t>
            </a:r>
          </a:p>
        </p:txBody>
      </p:sp>
      <p:sp>
        <p:nvSpPr>
          <p:cNvPr id="3" name="Inhaltsplatzhalter 2">
            <a:extLst>
              <a:ext uri="{FF2B5EF4-FFF2-40B4-BE49-F238E27FC236}">
                <a16:creationId xmlns:a16="http://schemas.microsoft.com/office/drawing/2014/main" id="{D2593F32-3747-43A5-B6CE-53C04AE619F8}"/>
              </a:ext>
            </a:extLst>
          </p:cNvPr>
          <p:cNvSpPr>
            <a:spLocks noGrp="1"/>
          </p:cNvSpPr>
          <p:nvPr>
            <p:ph idx="1"/>
          </p:nvPr>
        </p:nvSpPr>
        <p:spPr>
          <a:xfrm>
            <a:off x="336792" y="1628782"/>
            <a:ext cx="8604250" cy="2811576"/>
          </a:xfrm>
        </p:spPr>
        <p:txBody>
          <a:bodyPr vert="horz" lIns="91440" tIns="45720" rIns="91440" bIns="45720" rtlCol="0">
            <a:normAutofit/>
          </a:bodyPr>
          <a:lstStyle/>
          <a:p>
            <a:r>
              <a:rPr lang="de-DE" sz="1300" b="1" noProof="0"/>
              <a:t>Ziel: 	</a:t>
            </a:r>
          </a:p>
          <a:p>
            <a:r>
              <a:rPr lang="de-DE" sz="1300" noProof="0"/>
              <a:t>Empathische, respektvolle und ganzheitliche Betreuung, die auf individuelle Patientenbedürfnisse eingeht.</a:t>
            </a:r>
          </a:p>
          <a:p>
            <a:endParaRPr lang="de-DE" sz="1300" b="1" noProof="0"/>
          </a:p>
          <a:p>
            <a:r>
              <a:rPr lang="de-DE" sz="1300" b="1" noProof="0"/>
              <a:t>IT-Management Rolle &amp; Maßnahmen:</a:t>
            </a:r>
          </a:p>
          <a:p>
            <a:pPr marL="285750" indent="-285750">
              <a:buFont typeface="Arial" panose="020B0604020202020204" pitchFamily="34" charset="0"/>
              <a:buChar char="•"/>
            </a:pPr>
            <a:r>
              <a:rPr kumimoji="0" lang="de-DE" sz="1300" b="0" i="0" u="none" strike="noStrike" cap="none" normalizeH="0" baseline="0" noProof="0">
                <a:ln>
                  <a:noFill/>
                </a:ln>
                <a:solidFill>
                  <a:schemeClr val="tx1"/>
                </a:solidFill>
                <a:effectLst/>
                <a:latin typeface="Arial" panose="020B0604020202020204" pitchFamily="34" charset="0"/>
              </a:rPr>
              <a:t>Bereitstellung des intuitiven Patientenportals für einfachen Zugang zu Informationen, Terminen und sichere Kommunikation mit dem Behandlungsteam. </a:t>
            </a:r>
          </a:p>
          <a:p>
            <a:pPr marL="285750" indent="-285750">
              <a:buFont typeface="Arial" panose="020B0604020202020204" pitchFamily="34" charset="0"/>
              <a:buChar char="•"/>
            </a:pPr>
            <a:r>
              <a:rPr kumimoji="0" lang="de-DE" sz="1300" b="0" i="0" u="none" strike="noStrike" cap="none" normalizeH="0" baseline="0" noProof="0">
                <a:ln>
                  <a:noFill/>
                </a:ln>
                <a:solidFill>
                  <a:schemeClr val="tx1"/>
                </a:solidFill>
                <a:effectLst/>
                <a:latin typeface="Arial" panose="020B0604020202020204" pitchFamily="34" charset="0"/>
              </a:rPr>
              <a:t>Implementierung von IT-Systemen, die eine personalisierte Behandlungsplanung und -verfolgung ermöglichen (z.B. digitale Pflegepläne, individualisierte Reha-Pläne).</a:t>
            </a:r>
          </a:p>
          <a:p>
            <a:pPr marL="285750" indent="-285750">
              <a:buFont typeface="Arial" panose="020B0604020202020204" pitchFamily="34" charset="0"/>
              <a:buChar char="•"/>
            </a:pPr>
            <a:r>
              <a:rPr kumimoji="0" lang="de-DE" sz="1300" b="0" i="0" u="none" strike="noStrike" cap="none" normalizeH="0" baseline="0" noProof="0">
                <a:ln>
                  <a:noFill/>
                </a:ln>
                <a:solidFill>
                  <a:schemeClr val="tx1"/>
                </a:solidFill>
                <a:effectLst/>
                <a:latin typeface="Arial" panose="020B0604020202020204" pitchFamily="34" charset="0"/>
              </a:rPr>
              <a:t>Gewährleistung höchster Datensicherheit und Datenschutz für sensible Patientendaten zur Stärkung des Vertrauens. </a:t>
            </a:r>
          </a:p>
          <a:p>
            <a:pPr marL="285750" indent="-285750">
              <a:buFont typeface="Arial" panose="020B0604020202020204" pitchFamily="34" charset="0"/>
              <a:buChar char="•"/>
            </a:pPr>
            <a:r>
              <a:rPr kumimoji="0" lang="de-DE" sz="1300" b="0" i="0" u="none" strike="noStrike" cap="none" normalizeH="0" baseline="0" noProof="0">
                <a:ln>
                  <a:noFill/>
                </a:ln>
                <a:solidFill>
                  <a:schemeClr val="tx1"/>
                </a:solidFill>
                <a:effectLst/>
                <a:latin typeface="Arial" panose="020B0604020202020204" pitchFamily="34" charset="0"/>
              </a:rPr>
              <a:t>Unterstützung mobiler Lösungen für das Personal, um mehr Zeit am Patienten zu ermöglichen. </a:t>
            </a:r>
          </a:p>
          <a:p>
            <a:pPr marL="285750" indent="-285750">
              <a:buFont typeface="Arial" panose="020B0604020202020204" pitchFamily="34" charset="0"/>
              <a:buChar char="•"/>
            </a:pPr>
            <a:endParaRPr lang="de-DE" sz="1300" noProof="0"/>
          </a:p>
          <a:p>
            <a:endParaRPr lang="de-DE" sz="1300" b="1" noProof="0"/>
          </a:p>
        </p:txBody>
      </p:sp>
      <p:sp>
        <p:nvSpPr>
          <p:cNvPr id="4" name="Datumsplatzhalter 3">
            <a:extLst>
              <a:ext uri="{FF2B5EF4-FFF2-40B4-BE49-F238E27FC236}">
                <a16:creationId xmlns:a16="http://schemas.microsoft.com/office/drawing/2014/main" id="{8C71CC3E-3C4F-A421-6B27-1CFF1F8F13ED}"/>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633F4F38-826C-61DE-556E-CEF6797A38C8}"/>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4075739E-45C4-99E6-D2B6-7816D2E1DE42}"/>
              </a:ext>
            </a:extLst>
          </p:cNvPr>
          <p:cNvSpPr>
            <a:spLocks noGrp="1"/>
          </p:cNvSpPr>
          <p:nvPr>
            <p:ph type="sldNum" sz="quarter" idx="12"/>
          </p:nvPr>
        </p:nvSpPr>
        <p:spPr/>
        <p:txBody>
          <a:bodyPr/>
          <a:lstStyle/>
          <a:p>
            <a:fld id="{E68C68F6-CEB4-C040-B3A3-CADDD499EB7C}" type="slidenum">
              <a:rPr lang="de-DE" noProof="0" smtClean="0"/>
              <a:pPr/>
              <a:t>14</a:t>
            </a:fld>
            <a:endParaRPr lang="de-DE" noProof="0"/>
          </a:p>
        </p:txBody>
      </p:sp>
    </p:spTree>
    <p:extLst>
      <p:ext uri="{BB962C8B-B14F-4D97-AF65-F5344CB8AC3E}">
        <p14:creationId xmlns:p14="http://schemas.microsoft.com/office/powerpoint/2010/main" val="1701920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12204-EB37-3583-63AC-EF3819A5068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8DB2F23-247C-5EF5-A3AE-A00463EB80DF}"/>
              </a:ext>
            </a:extLst>
          </p:cNvPr>
          <p:cNvSpPr>
            <a:spLocks noGrp="1"/>
          </p:cNvSpPr>
          <p:nvPr>
            <p:ph type="title"/>
          </p:nvPr>
        </p:nvSpPr>
        <p:spPr>
          <a:xfrm>
            <a:off x="264980" y="793754"/>
            <a:ext cx="8602280" cy="535726"/>
          </a:xfrm>
        </p:spPr>
        <p:txBody>
          <a:bodyPr>
            <a:noAutofit/>
          </a:bodyPr>
          <a:lstStyle/>
          <a:p>
            <a:pPr algn="ctr"/>
            <a:r>
              <a:rPr lang="de-DE" sz="2800" noProof="0"/>
              <a:t>Qualität durch Innovation</a:t>
            </a:r>
          </a:p>
        </p:txBody>
      </p:sp>
      <p:sp>
        <p:nvSpPr>
          <p:cNvPr id="3" name="Inhaltsplatzhalter 2">
            <a:extLst>
              <a:ext uri="{FF2B5EF4-FFF2-40B4-BE49-F238E27FC236}">
                <a16:creationId xmlns:a16="http://schemas.microsoft.com/office/drawing/2014/main" id="{57644E1F-25F3-A68F-8239-633C0589CD67}"/>
              </a:ext>
            </a:extLst>
          </p:cNvPr>
          <p:cNvSpPr>
            <a:spLocks noGrp="1"/>
          </p:cNvSpPr>
          <p:nvPr>
            <p:ph idx="1"/>
          </p:nvPr>
        </p:nvSpPr>
        <p:spPr>
          <a:xfrm>
            <a:off x="336792" y="1628782"/>
            <a:ext cx="8604250" cy="2811576"/>
          </a:xfrm>
        </p:spPr>
        <p:txBody>
          <a:bodyPr vert="horz" lIns="91440" tIns="45720" rIns="91440" bIns="45720" rtlCol="0">
            <a:normAutofit/>
          </a:bodyPr>
          <a:lstStyle/>
          <a:p>
            <a:r>
              <a:rPr lang="de-DE" sz="1300" b="1" noProof="0"/>
              <a:t>Ziel: 	</a:t>
            </a:r>
          </a:p>
          <a:p>
            <a:r>
              <a:rPr lang="de-DE" sz="1300" noProof="0"/>
              <a:t>Medizinische Exzellenz mit modernster Technologie &amp; maximaler Nutzerfreundlichkeit vereinen.</a:t>
            </a:r>
          </a:p>
          <a:p>
            <a:endParaRPr lang="de-DE" sz="1300" b="1" noProof="0"/>
          </a:p>
          <a:p>
            <a:r>
              <a:rPr lang="de-DE" sz="1300" b="1" noProof="0"/>
              <a:t>IT-Management Rolle &amp; Maßnahmen:</a:t>
            </a:r>
          </a:p>
          <a:p>
            <a:pPr marL="285750" indent="-285750">
              <a:buFont typeface="Arial" panose="020B0604020202020204" pitchFamily="34" charset="0"/>
              <a:buChar char="•"/>
            </a:pPr>
            <a:r>
              <a:rPr kumimoji="0" lang="de-DE" sz="1300" b="0" i="0" u="none" strike="noStrike" cap="none" normalizeH="0" baseline="0" noProof="0">
                <a:ln>
                  <a:noFill/>
                </a:ln>
                <a:solidFill>
                  <a:schemeClr val="tx1"/>
                </a:solidFill>
                <a:effectLst/>
                <a:latin typeface="Arial" panose="020B0604020202020204" pitchFamily="34" charset="0"/>
              </a:rPr>
              <a:t>Federführende Rolle bei Design, Entwicklung, Implementierung und kontinuierlicher Weiterentwicklung der Telemedizin-Plattform und des Patientenportals. </a:t>
            </a:r>
          </a:p>
          <a:p>
            <a:pPr marL="285750" indent="-285750">
              <a:buFont typeface="Arial" panose="020B0604020202020204" pitchFamily="34" charset="0"/>
              <a:buChar char="•"/>
            </a:pPr>
            <a:r>
              <a:rPr kumimoji="0" lang="de-DE" sz="1300" b="0" i="0" u="none" strike="noStrike" cap="none" normalizeH="0" baseline="0" noProof="0">
                <a:ln>
                  <a:noFill/>
                </a:ln>
                <a:solidFill>
                  <a:schemeClr val="tx1"/>
                </a:solidFill>
                <a:effectLst/>
                <a:latin typeface="Arial" panose="020B0604020202020204" pitchFamily="34" charset="0"/>
              </a:rPr>
              <a:t>Sicherstellung der Interoperabilität dieser Systeme mit der gesamten Krankenhaus-IT-Landschaft. </a:t>
            </a:r>
          </a:p>
          <a:p>
            <a:pPr marL="285750" indent="-285750">
              <a:buFont typeface="Arial" panose="020B0604020202020204" pitchFamily="34" charset="0"/>
              <a:buChar char="•"/>
            </a:pPr>
            <a:r>
              <a:rPr kumimoji="0" lang="de-DE" sz="1300" b="0" i="0" u="none" strike="noStrike" cap="none" normalizeH="0" baseline="0" noProof="0">
                <a:ln>
                  <a:noFill/>
                </a:ln>
                <a:solidFill>
                  <a:schemeClr val="tx1"/>
                </a:solidFill>
                <a:effectLst/>
                <a:latin typeface="Arial" panose="020B0604020202020204" pitchFamily="34" charset="0"/>
              </a:rPr>
              <a:t>Integration von KI-gestützter Diagnostik und Entscheidungsunterstützung in die digitalen Angebote. </a:t>
            </a:r>
          </a:p>
          <a:p>
            <a:pPr marL="285750" indent="-285750">
              <a:buFont typeface="Arial" panose="020B0604020202020204" pitchFamily="34" charset="0"/>
              <a:buChar char="•"/>
            </a:pPr>
            <a:r>
              <a:rPr kumimoji="0" lang="de-DE" sz="1300" b="0" i="0" u="none" strike="noStrike" cap="none" normalizeH="0" baseline="0" noProof="0">
                <a:ln>
                  <a:noFill/>
                </a:ln>
                <a:solidFill>
                  <a:schemeClr val="tx1"/>
                </a:solidFill>
                <a:effectLst/>
                <a:latin typeface="Arial" panose="020B0604020202020204" pitchFamily="34" charset="0"/>
              </a:rPr>
              <a:t>Gewährleistung von Skalierbarkeit, Sicherheit und Benutzerfreundlichkeit (Usability, Barrierefreiheit, Omnichannel) der digitalen Plattformen. </a:t>
            </a:r>
          </a:p>
          <a:p>
            <a:pPr marL="285750" indent="-285750">
              <a:buFont typeface="Arial" panose="020B0604020202020204" pitchFamily="34" charset="0"/>
              <a:buChar char="•"/>
            </a:pPr>
            <a:endParaRPr kumimoji="0" lang="de-DE" sz="1300" b="0" i="0" u="none" strike="noStrike" cap="none" normalizeH="0" baseline="0" noProof="0">
              <a:ln>
                <a:noFill/>
              </a:ln>
              <a:solidFill>
                <a:schemeClr val="tx1"/>
              </a:solidFill>
              <a:effectLst/>
              <a:latin typeface="Arial" panose="020B0604020202020204" pitchFamily="34" charset="0"/>
            </a:endParaRPr>
          </a:p>
          <a:p>
            <a:pPr marL="285750" indent="-285750">
              <a:buFont typeface="Arial" panose="020B0604020202020204" pitchFamily="34" charset="0"/>
              <a:buChar char="•"/>
            </a:pPr>
            <a:endParaRPr lang="de-DE" sz="1300" noProof="0"/>
          </a:p>
          <a:p>
            <a:endParaRPr lang="de-DE" sz="1300" b="1" noProof="0"/>
          </a:p>
        </p:txBody>
      </p:sp>
      <p:sp>
        <p:nvSpPr>
          <p:cNvPr id="4" name="Datumsplatzhalter 3">
            <a:extLst>
              <a:ext uri="{FF2B5EF4-FFF2-40B4-BE49-F238E27FC236}">
                <a16:creationId xmlns:a16="http://schemas.microsoft.com/office/drawing/2014/main" id="{9A33F9F6-6557-15F0-9AD9-1EC3C309FBD1}"/>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7DFEE842-27F6-0BB4-F882-D585D13A3B56}"/>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FE4FDC77-1CA8-04EF-5A85-AD0E0AF50CF0}"/>
              </a:ext>
            </a:extLst>
          </p:cNvPr>
          <p:cNvSpPr>
            <a:spLocks noGrp="1"/>
          </p:cNvSpPr>
          <p:nvPr>
            <p:ph type="sldNum" sz="quarter" idx="12"/>
          </p:nvPr>
        </p:nvSpPr>
        <p:spPr/>
        <p:txBody>
          <a:bodyPr/>
          <a:lstStyle/>
          <a:p>
            <a:fld id="{E68C68F6-CEB4-C040-B3A3-CADDD499EB7C}" type="slidenum">
              <a:rPr lang="de-DE" noProof="0" smtClean="0"/>
              <a:pPr/>
              <a:t>15</a:t>
            </a:fld>
            <a:endParaRPr lang="de-DE" noProof="0"/>
          </a:p>
        </p:txBody>
      </p:sp>
    </p:spTree>
    <p:extLst>
      <p:ext uri="{BB962C8B-B14F-4D97-AF65-F5344CB8AC3E}">
        <p14:creationId xmlns:p14="http://schemas.microsoft.com/office/powerpoint/2010/main" val="1810871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996CD-1E27-3D13-AFDB-63919A0FBA9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7E549D6-7C87-105F-9F10-CA70AA8F83A3}"/>
              </a:ext>
            </a:extLst>
          </p:cNvPr>
          <p:cNvSpPr>
            <a:spLocks noGrp="1"/>
          </p:cNvSpPr>
          <p:nvPr>
            <p:ph type="title"/>
          </p:nvPr>
        </p:nvSpPr>
        <p:spPr>
          <a:xfrm>
            <a:off x="115734" y="841629"/>
            <a:ext cx="8912532" cy="535726"/>
          </a:xfrm>
        </p:spPr>
        <p:txBody>
          <a:bodyPr>
            <a:noAutofit/>
          </a:bodyPr>
          <a:lstStyle/>
          <a:p>
            <a:pPr algn="ctr"/>
            <a:r>
              <a:rPr lang="de-DE" sz="2800" noProof="0"/>
              <a:t>Partnerschaftliche Zusammenarbeit im Gesundheitswesen</a:t>
            </a:r>
          </a:p>
        </p:txBody>
      </p:sp>
      <p:sp>
        <p:nvSpPr>
          <p:cNvPr id="3" name="Inhaltsplatzhalter 2">
            <a:extLst>
              <a:ext uri="{FF2B5EF4-FFF2-40B4-BE49-F238E27FC236}">
                <a16:creationId xmlns:a16="http://schemas.microsoft.com/office/drawing/2014/main" id="{427D1541-2F43-8A91-AEEE-661D0C8F0E05}"/>
              </a:ext>
            </a:extLst>
          </p:cNvPr>
          <p:cNvSpPr>
            <a:spLocks noGrp="1"/>
          </p:cNvSpPr>
          <p:nvPr>
            <p:ph idx="1"/>
          </p:nvPr>
        </p:nvSpPr>
        <p:spPr>
          <a:xfrm>
            <a:off x="336792" y="1628782"/>
            <a:ext cx="8604250" cy="2811576"/>
          </a:xfrm>
        </p:spPr>
        <p:txBody>
          <a:bodyPr vert="horz" lIns="91440" tIns="45720" rIns="91440" bIns="45720" rtlCol="0">
            <a:normAutofit/>
          </a:bodyPr>
          <a:lstStyle/>
          <a:p>
            <a:r>
              <a:rPr lang="de-DE" sz="1300" b="1" noProof="0"/>
              <a:t>Ziel: 	</a:t>
            </a:r>
          </a:p>
          <a:p>
            <a:r>
              <a:rPr lang="de-DE" sz="1300" noProof="0"/>
              <a:t>Interdisziplinäre und sektorenübergreifende Zusammenarbeit mit Fachkräften, Bildungseinrichtungen und Partnerkliniken für eine nachhaltige, zukunftsorientierte Gesundheitsversorgung.</a:t>
            </a:r>
          </a:p>
          <a:p>
            <a:endParaRPr lang="de-DE" sz="1300" b="1" noProof="0"/>
          </a:p>
          <a:p>
            <a:r>
              <a:rPr lang="de-DE" sz="1300" b="1" noProof="0"/>
              <a:t>IT-Management Rolle &amp; Maßnahmen:</a:t>
            </a:r>
          </a:p>
          <a:p>
            <a:pPr marL="285750" indent="-285750">
              <a:buFont typeface="Arial" panose="020B0604020202020204" pitchFamily="34" charset="0"/>
              <a:buChar char="•"/>
            </a:pPr>
            <a:r>
              <a:rPr kumimoji="0" lang="de-DE" sz="1300" b="0" i="0" u="none" strike="noStrike" cap="none" normalizeH="0" baseline="0" noProof="0">
                <a:ln>
                  <a:noFill/>
                </a:ln>
                <a:solidFill>
                  <a:schemeClr val="tx1"/>
                </a:solidFill>
                <a:effectLst/>
                <a:latin typeface="Arial" panose="020B0604020202020204" pitchFamily="34" charset="0"/>
              </a:rPr>
              <a:t>Aufbau und Pflege sicherer Schnittstellen und Plattformen für den Datenaustausch mit externen Partnern (z.B. über Telematikinfrastruktur, HL7/FHIR-Standards). </a:t>
            </a:r>
          </a:p>
          <a:p>
            <a:pPr marL="285750" indent="-285750">
              <a:buFont typeface="Arial" panose="020B0604020202020204" pitchFamily="34" charset="0"/>
              <a:buChar char="•"/>
            </a:pPr>
            <a:r>
              <a:rPr kumimoji="0" lang="de-DE" sz="1300" b="0" i="0" u="none" strike="noStrike" cap="none" normalizeH="0" baseline="0" noProof="0">
                <a:ln>
                  <a:noFill/>
                </a:ln>
                <a:solidFill>
                  <a:schemeClr val="tx1"/>
                </a:solidFill>
                <a:effectLst/>
                <a:latin typeface="Arial" panose="020B0604020202020204" pitchFamily="34" charset="0"/>
              </a:rPr>
              <a:t>Sicherstellung der Interoperabilität für eine nahtlose Zusammenarbeit und Datenintegration. </a:t>
            </a:r>
          </a:p>
          <a:p>
            <a:pPr marL="285750" indent="-285750">
              <a:buFont typeface="Arial" panose="020B0604020202020204" pitchFamily="34" charset="0"/>
              <a:buChar char="•"/>
            </a:pPr>
            <a:r>
              <a:rPr kumimoji="0" lang="de-DE" sz="1300" b="0" i="0" u="none" strike="noStrike" cap="none" normalizeH="0" baseline="0" noProof="0">
                <a:ln>
                  <a:noFill/>
                </a:ln>
                <a:solidFill>
                  <a:schemeClr val="tx1"/>
                </a:solidFill>
                <a:effectLst/>
                <a:latin typeface="Arial" panose="020B0604020202020204" pitchFamily="34" charset="0"/>
              </a:rPr>
              <a:t>Unterstützung von gemeinsamen Forschungs- und Bildungsprojekten durch Bereitstellung geeigneter IT-Infrastruktur und Datenmanagement-Tools. </a:t>
            </a:r>
          </a:p>
          <a:p>
            <a:pPr marL="285750" indent="-285750">
              <a:buFont typeface="Arial" panose="020B0604020202020204" pitchFamily="34" charset="0"/>
              <a:buChar char="•"/>
            </a:pPr>
            <a:endParaRPr kumimoji="0" lang="de-DE" sz="1300" b="0" i="0" u="none" strike="noStrike" cap="none" normalizeH="0" baseline="0" noProof="0">
              <a:ln>
                <a:noFill/>
              </a:ln>
              <a:solidFill>
                <a:schemeClr val="tx1"/>
              </a:solidFill>
              <a:effectLst/>
              <a:latin typeface="Arial" panose="020B0604020202020204" pitchFamily="34" charset="0"/>
            </a:endParaRPr>
          </a:p>
          <a:p>
            <a:pPr marL="285750" indent="-285750">
              <a:buFont typeface="Arial" panose="020B0604020202020204" pitchFamily="34" charset="0"/>
              <a:buChar char="•"/>
            </a:pPr>
            <a:endParaRPr kumimoji="0" lang="de-DE" sz="1300" b="0" i="0" u="none" strike="noStrike" cap="none" normalizeH="0" baseline="0" noProof="0">
              <a:ln>
                <a:noFill/>
              </a:ln>
              <a:solidFill>
                <a:schemeClr val="tx1"/>
              </a:solidFill>
              <a:effectLst/>
              <a:latin typeface="Arial" panose="020B0604020202020204" pitchFamily="34" charset="0"/>
            </a:endParaRPr>
          </a:p>
          <a:p>
            <a:pPr marL="285750" indent="-285750">
              <a:buFont typeface="Arial" panose="020B0604020202020204" pitchFamily="34" charset="0"/>
              <a:buChar char="•"/>
            </a:pPr>
            <a:endParaRPr lang="de-DE" sz="1300" noProof="0"/>
          </a:p>
          <a:p>
            <a:endParaRPr lang="de-DE" sz="1300" b="1" noProof="0"/>
          </a:p>
        </p:txBody>
      </p:sp>
      <p:sp>
        <p:nvSpPr>
          <p:cNvPr id="4" name="Datumsplatzhalter 3">
            <a:extLst>
              <a:ext uri="{FF2B5EF4-FFF2-40B4-BE49-F238E27FC236}">
                <a16:creationId xmlns:a16="http://schemas.microsoft.com/office/drawing/2014/main" id="{DD2C1B8E-BACF-316B-0BB1-E74E9026F748}"/>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C8E7BF42-F89F-05DC-800C-4DEC81BA528F}"/>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78294EF4-3984-C0BB-52EF-7B101EA572F8}"/>
              </a:ext>
            </a:extLst>
          </p:cNvPr>
          <p:cNvSpPr>
            <a:spLocks noGrp="1"/>
          </p:cNvSpPr>
          <p:nvPr>
            <p:ph type="sldNum" sz="quarter" idx="12"/>
          </p:nvPr>
        </p:nvSpPr>
        <p:spPr/>
        <p:txBody>
          <a:bodyPr/>
          <a:lstStyle/>
          <a:p>
            <a:fld id="{E68C68F6-CEB4-C040-B3A3-CADDD499EB7C}" type="slidenum">
              <a:rPr lang="de-DE" noProof="0" smtClean="0"/>
              <a:pPr/>
              <a:t>16</a:t>
            </a:fld>
            <a:endParaRPr lang="de-DE" noProof="0"/>
          </a:p>
        </p:txBody>
      </p:sp>
    </p:spTree>
    <p:extLst>
      <p:ext uri="{BB962C8B-B14F-4D97-AF65-F5344CB8AC3E}">
        <p14:creationId xmlns:p14="http://schemas.microsoft.com/office/powerpoint/2010/main" val="3522762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A01AE-B1D2-A918-172A-A6AC2A79DE4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9E2510B-EC38-AEC2-F09A-C421C12FB233}"/>
              </a:ext>
            </a:extLst>
          </p:cNvPr>
          <p:cNvSpPr>
            <a:spLocks noGrp="1"/>
          </p:cNvSpPr>
          <p:nvPr>
            <p:ph type="title"/>
          </p:nvPr>
        </p:nvSpPr>
        <p:spPr>
          <a:xfrm>
            <a:off x="270860" y="689391"/>
            <a:ext cx="8602280" cy="554876"/>
          </a:xfrm>
        </p:spPr>
        <p:txBody>
          <a:bodyPr>
            <a:normAutofit fontScale="90000"/>
          </a:bodyPr>
          <a:lstStyle/>
          <a:p>
            <a:pPr algn="ctr"/>
            <a:r>
              <a:rPr lang="de-DE" noProof="0"/>
              <a:t>IT-Management – Zwecke und Strategische Ziele</a:t>
            </a:r>
          </a:p>
        </p:txBody>
      </p:sp>
      <p:sp>
        <p:nvSpPr>
          <p:cNvPr id="4" name="Datumsplatzhalter 3">
            <a:extLst>
              <a:ext uri="{FF2B5EF4-FFF2-40B4-BE49-F238E27FC236}">
                <a16:creationId xmlns:a16="http://schemas.microsoft.com/office/drawing/2014/main" id="{7422DAD4-D391-F6E2-61CC-603BA6507113}"/>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5CF6E49E-D6DF-747B-CB6B-4C05B3CBE497}"/>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45A6E682-E807-84B9-698E-0B7C33AAC7F7}"/>
              </a:ext>
            </a:extLst>
          </p:cNvPr>
          <p:cNvSpPr>
            <a:spLocks noGrp="1"/>
          </p:cNvSpPr>
          <p:nvPr>
            <p:ph type="sldNum" sz="quarter" idx="12"/>
          </p:nvPr>
        </p:nvSpPr>
        <p:spPr/>
        <p:txBody>
          <a:bodyPr/>
          <a:lstStyle/>
          <a:p>
            <a:fld id="{E68C68F6-CEB4-C040-B3A3-CADDD499EB7C}" type="slidenum">
              <a:rPr lang="de-DE" noProof="0" smtClean="0"/>
              <a:pPr/>
              <a:t>17</a:t>
            </a:fld>
            <a:endParaRPr lang="de-DE" noProof="0"/>
          </a:p>
        </p:txBody>
      </p:sp>
      <p:sp>
        <p:nvSpPr>
          <p:cNvPr id="8" name="Inhaltsplatzhalter 7">
            <a:extLst>
              <a:ext uri="{FF2B5EF4-FFF2-40B4-BE49-F238E27FC236}">
                <a16:creationId xmlns:a16="http://schemas.microsoft.com/office/drawing/2014/main" id="{5B02A6BC-17D7-696D-8B67-8E6737DB4E6E}"/>
              </a:ext>
            </a:extLst>
          </p:cNvPr>
          <p:cNvSpPr>
            <a:spLocks noGrp="1"/>
          </p:cNvSpPr>
          <p:nvPr>
            <p:ph idx="1"/>
          </p:nvPr>
        </p:nvSpPr>
        <p:spPr>
          <a:xfrm>
            <a:off x="264980" y="1456434"/>
            <a:ext cx="8604250" cy="3235252"/>
          </a:xfrm>
        </p:spPr>
        <p:txBody>
          <a:bodyPr>
            <a:normAutofit fontScale="92500" lnSpcReduction="10000"/>
          </a:bodyPr>
          <a:lstStyle/>
          <a:p>
            <a:pPr marL="342900" indent="-342900">
              <a:buFont typeface="+mj-lt"/>
              <a:buAutoNum type="arabicPeriod"/>
            </a:pPr>
            <a:r>
              <a:rPr lang="de-DE" sz="1400" b="1" noProof="0"/>
              <a:t>Unterstützung der übergeordneten Unternehmensstrategie:</a:t>
            </a:r>
          </a:p>
          <a:p>
            <a:pPr marL="800100" lvl="1" indent="-342900">
              <a:buFont typeface="Arial" panose="020B0604020202020204" pitchFamily="34" charset="0"/>
              <a:buChar char="•"/>
            </a:pPr>
            <a:r>
              <a:rPr lang="de-DE" sz="1400" noProof="0"/>
              <a:t>Aktive Mitgestaltung und Umsetzung der Vision ("Minimalinvasiv. Nachhaltig. Menschlich.") und Missionen durch maßgeschneiderte IT-Lösungen.</a:t>
            </a:r>
          </a:p>
          <a:p>
            <a:pPr marL="342900" indent="-342900">
              <a:buFont typeface="+mj-lt"/>
              <a:buAutoNum type="arabicPeriod"/>
            </a:pPr>
            <a:r>
              <a:rPr lang="de-DE" sz="1400" b="1" noProof="0"/>
              <a:t>Optimierung betrieblicher Prozesse und medizinischer Abläufe:</a:t>
            </a:r>
          </a:p>
          <a:p>
            <a:pPr marL="800100" lvl="1" indent="-342900">
              <a:buFont typeface="Arial" panose="020B0604020202020204" pitchFamily="34" charset="0"/>
              <a:buChar char="•"/>
            </a:pPr>
            <a:r>
              <a:rPr lang="de-DE" sz="1400" noProof="0"/>
              <a:t>Effizienzsteigerung, Fehlerreduktion und Qualitätsverbesserung in allen klinischen und administrativen Bereichen durch intelligente IT-Unterstützung.</a:t>
            </a:r>
          </a:p>
          <a:p>
            <a:pPr marL="342900" indent="-342900">
              <a:buFont typeface="+mj-lt"/>
              <a:buAutoNum type="arabicPeriod"/>
            </a:pPr>
            <a:r>
              <a:rPr lang="de-DE" sz="1400" b="1" noProof="0"/>
              <a:t>Sicherstellung von Datenschutz und IT-Sicherheit:</a:t>
            </a:r>
          </a:p>
          <a:p>
            <a:pPr marL="800100" lvl="1" indent="-342900">
              <a:buFont typeface="Arial" panose="020B0604020202020204" pitchFamily="34" charset="0"/>
              <a:buChar char="•"/>
            </a:pPr>
            <a:r>
              <a:rPr lang="de-DE" sz="1400" noProof="0"/>
              <a:t>Schutz sensibler Patientendaten und Gewährleistung der Systemintegrität gemäß höchsten Standards und gesetzlichen Vorgaben (DSGVO, KRITIS, BSI)</a:t>
            </a:r>
          </a:p>
          <a:p>
            <a:pPr marL="342900" indent="-342900">
              <a:buFont typeface="+mj-lt"/>
              <a:buAutoNum type="arabicPeriod"/>
            </a:pPr>
            <a:r>
              <a:rPr lang="de-DE" sz="1400" b="1" noProof="0"/>
              <a:t>Verbesserung der Interoperabilität und Systemintegration:</a:t>
            </a:r>
          </a:p>
          <a:p>
            <a:pPr marL="800100" lvl="1" indent="-342900">
              <a:buFont typeface="Arial" panose="020B0604020202020204" pitchFamily="34" charset="0"/>
              <a:buChar char="•"/>
            </a:pPr>
            <a:r>
              <a:rPr lang="de-DE" sz="1400" noProof="0"/>
              <a:t>Schaffung einer nahtlosen, integrierten IT-Landschaft, die einen effizienten und sicheren Datenaustausch intern sowie mit externen Partnern ermöglicht.</a:t>
            </a:r>
          </a:p>
          <a:p>
            <a:pPr marL="342900" indent="-342900">
              <a:buFont typeface="+mj-lt"/>
              <a:buAutoNum type="arabicPeriod"/>
            </a:pPr>
            <a:r>
              <a:rPr lang="de-DE" sz="1400" b="1" noProof="0"/>
              <a:t>Förderung innovativer IT-Lösungen zur Qualitätssteigerung:</a:t>
            </a:r>
          </a:p>
          <a:p>
            <a:pPr marL="800100" lvl="1" indent="-342900">
              <a:buFont typeface="Arial" panose="020B0604020202020204" pitchFamily="34" charset="0"/>
              <a:buChar char="•"/>
            </a:pPr>
            <a:r>
              <a:rPr lang="de-DE" sz="1400" noProof="0"/>
              <a:t>Kontinuierliche Modernisierung der Klinik durch Evaluation und Implementierung zukunftsorientierter Technologien zur Verbesserung der Diagnose, Behandlung und Patientenerfahrung.</a:t>
            </a:r>
          </a:p>
        </p:txBody>
      </p:sp>
    </p:spTree>
    <p:extLst>
      <p:ext uri="{BB962C8B-B14F-4D97-AF65-F5344CB8AC3E}">
        <p14:creationId xmlns:p14="http://schemas.microsoft.com/office/powerpoint/2010/main" val="3842904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3E55D-945D-58C7-6CBA-C0878FB5A80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2A51B41-4159-4157-2CEA-A6539E3824F5}"/>
              </a:ext>
            </a:extLst>
          </p:cNvPr>
          <p:cNvSpPr>
            <a:spLocks noGrp="1"/>
          </p:cNvSpPr>
          <p:nvPr>
            <p:ph type="title"/>
          </p:nvPr>
        </p:nvSpPr>
        <p:spPr>
          <a:xfrm>
            <a:off x="552142" y="1017308"/>
            <a:ext cx="8039715" cy="565143"/>
          </a:xfrm>
        </p:spPr>
        <p:txBody>
          <a:bodyPr>
            <a:normAutofit fontScale="90000"/>
          </a:bodyPr>
          <a:lstStyle/>
          <a:p>
            <a:pPr algn="ctr"/>
            <a:r>
              <a:rPr lang="de-DE" noProof="0"/>
              <a:t>Unterstützung der übergeordneten Unternehmensstrategie</a:t>
            </a:r>
          </a:p>
        </p:txBody>
      </p:sp>
      <p:sp>
        <p:nvSpPr>
          <p:cNvPr id="4" name="Datumsplatzhalter 3">
            <a:extLst>
              <a:ext uri="{FF2B5EF4-FFF2-40B4-BE49-F238E27FC236}">
                <a16:creationId xmlns:a16="http://schemas.microsoft.com/office/drawing/2014/main" id="{E6EE51B1-D31E-525C-D5CD-C4A7060ED177}"/>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1B665C2B-AACA-44A7-E1A1-CB520AEB54C0}"/>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976A5E97-A6F7-BCCB-3569-F06507C735F9}"/>
              </a:ext>
            </a:extLst>
          </p:cNvPr>
          <p:cNvSpPr>
            <a:spLocks noGrp="1"/>
          </p:cNvSpPr>
          <p:nvPr>
            <p:ph type="sldNum" sz="quarter" idx="12"/>
          </p:nvPr>
        </p:nvSpPr>
        <p:spPr/>
        <p:txBody>
          <a:bodyPr/>
          <a:lstStyle/>
          <a:p>
            <a:fld id="{E68C68F6-CEB4-C040-B3A3-CADDD499EB7C}" type="slidenum">
              <a:rPr lang="de-DE" noProof="0" smtClean="0"/>
              <a:pPr/>
              <a:t>18</a:t>
            </a:fld>
            <a:endParaRPr lang="de-DE" noProof="0"/>
          </a:p>
        </p:txBody>
      </p:sp>
      <p:sp>
        <p:nvSpPr>
          <p:cNvPr id="7" name="Rectangle 1">
            <a:extLst>
              <a:ext uri="{FF2B5EF4-FFF2-40B4-BE49-F238E27FC236}">
                <a16:creationId xmlns:a16="http://schemas.microsoft.com/office/drawing/2014/main" id="{7430A63E-345F-C36F-A6D9-F2A408043270}"/>
              </a:ext>
            </a:extLst>
          </p:cNvPr>
          <p:cNvSpPr>
            <a:spLocks noGrp="1" noChangeArrowheads="1"/>
          </p:cNvSpPr>
          <p:nvPr>
            <p:ph idx="1"/>
          </p:nvPr>
        </p:nvSpPr>
        <p:spPr bwMode="auto">
          <a:xfrm>
            <a:off x="450190" y="1335718"/>
            <a:ext cx="8243617" cy="3093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de-DE" sz="1300" b="1" i="0" u="none" strike="noStrike" cap="none" normalizeH="0" baseline="0" noProof="0">
                <a:ln>
                  <a:noFill/>
                </a:ln>
                <a:solidFill>
                  <a:schemeClr val="tx1"/>
                </a:solidFill>
                <a:effectLst/>
              </a:rPr>
              <a:t>Ziel:</a:t>
            </a:r>
            <a:r>
              <a:rPr kumimoji="0" lang="de-DE" sz="1300" b="0" i="0" u="none" strike="noStrike" cap="none" normalizeH="0" baseline="0" noProof="0">
                <a:ln>
                  <a:noFill/>
                </a:ln>
                <a:solidFill>
                  <a:schemeClr val="tx1"/>
                </a:solidFill>
                <a:effectLst/>
              </a:rPr>
              <a:t> </a:t>
            </a:r>
            <a:endParaRPr lang="de-DE" sz="1300" b="1" noProof="0"/>
          </a:p>
          <a:p>
            <a:pPr marL="800100" lvl="1" indent="-342900">
              <a:buFont typeface="Arial" panose="020B0604020202020204" pitchFamily="34" charset="0"/>
              <a:buChar char="•"/>
            </a:pPr>
            <a:r>
              <a:rPr kumimoji="0" lang="de-DE" sz="1300" b="0" i="0" u="none" strike="noStrike" cap="none" normalizeH="0" baseline="0" noProof="0">
                <a:ln>
                  <a:noFill/>
                </a:ln>
                <a:solidFill>
                  <a:schemeClr val="tx1"/>
                </a:solidFill>
                <a:effectLst/>
              </a:rPr>
              <a:t>Aktive Mitgestaltung und Umsetzung der Vision ("Minimalinvasiv. Nachhaltig. Menschlich.") und Missionen durch maßgeschneiderte IT-Lösungen. </a:t>
            </a:r>
          </a:p>
          <a:p>
            <a:pPr marL="0" marR="0" lvl="0" indent="0" algn="l" defTabSz="914400" rtl="0" eaLnBrk="0" fontAlgn="base" latinLnBrk="0" hangingPunct="0">
              <a:lnSpc>
                <a:spcPct val="100000"/>
              </a:lnSpc>
              <a:spcBef>
                <a:spcPct val="0"/>
              </a:spcBef>
              <a:spcAft>
                <a:spcPct val="0"/>
              </a:spcAft>
              <a:buClrTx/>
              <a:buSzTx/>
              <a:tabLst/>
            </a:pPr>
            <a:endParaRPr kumimoji="0" lang="de-DE" sz="1300" b="1" i="0" u="none" strike="noStrike" cap="none" normalizeH="0" baseline="0" noProof="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de-DE" sz="1300" b="1" i="0" u="none" strike="noStrike" cap="none" normalizeH="0" baseline="0" noProof="0">
                <a:ln>
                  <a:noFill/>
                </a:ln>
                <a:solidFill>
                  <a:schemeClr val="tx1"/>
                </a:solidFill>
                <a:effectLst/>
              </a:rPr>
              <a:t>Maßnahmen:</a:t>
            </a:r>
            <a:r>
              <a:rPr kumimoji="0" lang="de-DE" sz="1300" b="0" i="0" u="none" strike="noStrike" cap="none" normalizeH="0" baseline="0" noProof="0">
                <a:ln>
                  <a:noFill/>
                </a:ln>
                <a:solidFill>
                  <a:schemeClr val="tx1"/>
                </a:solidFill>
                <a:effectLst/>
              </a:rPr>
              <a:t> </a:t>
            </a:r>
            <a:endParaRPr lang="de-DE" sz="1400" noProof="0"/>
          </a:p>
          <a:p>
            <a:pPr marL="800100" lvl="1" indent="-342900">
              <a:lnSpc>
                <a:spcPct val="150000"/>
              </a:lnSpc>
              <a:buFont typeface="Arial" panose="020B0604020202020204" pitchFamily="34" charset="0"/>
              <a:buChar char="•"/>
            </a:pPr>
            <a:r>
              <a:rPr kumimoji="0" lang="de-DE" sz="1300" b="0" i="0" u="none" strike="noStrike" cap="none" normalizeH="0" baseline="0" noProof="0">
                <a:ln>
                  <a:noFill/>
                </a:ln>
                <a:solidFill>
                  <a:schemeClr val="tx1"/>
                </a:solidFill>
                <a:effectLst/>
              </a:rPr>
              <a:t>Bereitstellung und kontinuierliche Weiterentwicklung der technologischen Basis für die Kernstrategie: Telemedizin und Patientenportal. </a:t>
            </a:r>
          </a:p>
          <a:p>
            <a:pPr marL="800100" lvl="1" indent="-342900">
              <a:lnSpc>
                <a:spcPct val="150000"/>
              </a:lnSpc>
              <a:buFont typeface="Arial" panose="020B0604020202020204" pitchFamily="34" charset="0"/>
              <a:buChar char="•"/>
            </a:pPr>
            <a:r>
              <a:rPr kumimoji="0" lang="de-DE" sz="1300" b="0" i="0" u="none" strike="noStrike" cap="none" normalizeH="0" baseline="0" noProof="0">
                <a:ln>
                  <a:noFill/>
                </a:ln>
                <a:solidFill>
                  <a:schemeClr val="tx1"/>
                </a:solidFill>
                <a:effectLst/>
              </a:rPr>
              <a:t>Ausrichtung aller IT-Investitionen und -Projekte an den strategischen Notwendigkeiten der Klinik (Qualitätsführerschaft, Patientenzentrierung, Nachhaltigkeit). </a:t>
            </a:r>
          </a:p>
          <a:p>
            <a:pPr marL="800100" lvl="1" indent="-342900">
              <a:lnSpc>
                <a:spcPct val="150000"/>
              </a:lnSpc>
              <a:buFont typeface="Arial" panose="020B0604020202020204" pitchFamily="34" charset="0"/>
              <a:buChar char="•"/>
            </a:pPr>
            <a:r>
              <a:rPr kumimoji="0" lang="de-DE" sz="1300" b="0" i="0" u="none" strike="noStrike" cap="none" normalizeH="0" baseline="0" noProof="0">
                <a:ln>
                  <a:noFill/>
                </a:ln>
                <a:solidFill>
                  <a:schemeClr val="tx1"/>
                </a:solidFill>
                <a:effectLst/>
              </a:rPr>
              <a:t>Enge Zusammenarbeit mit der Klinikleitung und den Fachabteilungen zur Identifikation und Umsetzung strategischer IT-Potenziale.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sz="1300" b="0" i="0" u="none" strike="noStrike" cap="none" normalizeH="0" baseline="0" noProof="0">
              <a:ln>
                <a:noFill/>
              </a:ln>
              <a:solidFill>
                <a:schemeClr val="tx1"/>
              </a:solidFill>
              <a:effectLst/>
            </a:endParaRPr>
          </a:p>
        </p:txBody>
      </p:sp>
    </p:spTree>
    <p:extLst>
      <p:ext uri="{BB962C8B-B14F-4D97-AF65-F5344CB8AC3E}">
        <p14:creationId xmlns:p14="http://schemas.microsoft.com/office/powerpoint/2010/main" val="1600516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33270-9E6E-6E16-D55E-63B0B1E2C8C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A512C6C-3DE8-F2CB-3F4C-0D2F75B97012}"/>
              </a:ext>
            </a:extLst>
          </p:cNvPr>
          <p:cNvSpPr>
            <a:spLocks noGrp="1"/>
          </p:cNvSpPr>
          <p:nvPr>
            <p:ph type="title"/>
          </p:nvPr>
        </p:nvSpPr>
        <p:spPr>
          <a:xfrm>
            <a:off x="566504" y="953969"/>
            <a:ext cx="8010991" cy="565143"/>
          </a:xfrm>
        </p:spPr>
        <p:txBody>
          <a:bodyPr>
            <a:normAutofit fontScale="90000"/>
          </a:bodyPr>
          <a:lstStyle/>
          <a:p>
            <a:pPr algn="ctr"/>
            <a:r>
              <a:rPr lang="de-DE" noProof="0"/>
              <a:t>Optimierung betrieblicher Prozesse und medizinischer Abläufe</a:t>
            </a:r>
          </a:p>
        </p:txBody>
      </p:sp>
      <p:sp>
        <p:nvSpPr>
          <p:cNvPr id="4" name="Datumsplatzhalter 3">
            <a:extLst>
              <a:ext uri="{FF2B5EF4-FFF2-40B4-BE49-F238E27FC236}">
                <a16:creationId xmlns:a16="http://schemas.microsoft.com/office/drawing/2014/main" id="{3661A823-523B-E81A-A2BF-E676406507FD}"/>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FF1BFE35-EB03-EB23-EA74-43E739402EF5}"/>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54CAF3FA-8157-9371-EC88-3CA560ABEFAE}"/>
              </a:ext>
            </a:extLst>
          </p:cNvPr>
          <p:cNvSpPr>
            <a:spLocks noGrp="1"/>
          </p:cNvSpPr>
          <p:nvPr>
            <p:ph type="sldNum" sz="quarter" idx="12"/>
          </p:nvPr>
        </p:nvSpPr>
        <p:spPr/>
        <p:txBody>
          <a:bodyPr/>
          <a:lstStyle/>
          <a:p>
            <a:fld id="{E68C68F6-CEB4-C040-B3A3-CADDD499EB7C}" type="slidenum">
              <a:rPr lang="de-DE" noProof="0" smtClean="0"/>
              <a:pPr/>
              <a:t>19</a:t>
            </a:fld>
            <a:endParaRPr lang="de-DE" noProof="0"/>
          </a:p>
        </p:txBody>
      </p:sp>
      <p:sp>
        <p:nvSpPr>
          <p:cNvPr id="7" name="Rectangle 1">
            <a:extLst>
              <a:ext uri="{FF2B5EF4-FFF2-40B4-BE49-F238E27FC236}">
                <a16:creationId xmlns:a16="http://schemas.microsoft.com/office/drawing/2014/main" id="{63D7A852-5F32-B8C0-E8F3-D17D86CE79A8}"/>
              </a:ext>
            </a:extLst>
          </p:cNvPr>
          <p:cNvSpPr>
            <a:spLocks noGrp="1" noChangeArrowheads="1"/>
          </p:cNvSpPr>
          <p:nvPr>
            <p:ph idx="1"/>
          </p:nvPr>
        </p:nvSpPr>
        <p:spPr bwMode="auto">
          <a:xfrm>
            <a:off x="450190" y="1504277"/>
            <a:ext cx="8243617" cy="327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de-DE" sz="1300" b="1" i="0" u="none" strike="noStrike" cap="none" normalizeH="0" baseline="0" noProof="0">
                <a:ln>
                  <a:noFill/>
                </a:ln>
                <a:solidFill>
                  <a:schemeClr val="tx1"/>
                </a:solidFill>
                <a:effectLst/>
              </a:rPr>
              <a:t>Ziel:</a:t>
            </a:r>
            <a:r>
              <a:rPr kumimoji="0" lang="de-DE" sz="1300" b="0" i="0" u="none" strike="noStrike" cap="none" normalizeH="0" baseline="0" noProof="0">
                <a:ln>
                  <a:noFill/>
                </a:ln>
                <a:solidFill>
                  <a:schemeClr val="tx1"/>
                </a:solidFill>
                <a:effectLst/>
              </a:rPr>
              <a:t> </a:t>
            </a:r>
            <a:endParaRPr lang="de-DE" sz="1300" b="1" noProof="0"/>
          </a:p>
          <a:p>
            <a:pPr marL="800100" lvl="1" indent="-342900">
              <a:buFont typeface="Arial" panose="020B0604020202020204" pitchFamily="34" charset="0"/>
              <a:buChar char="•"/>
            </a:pPr>
            <a:r>
              <a:rPr kumimoji="0" lang="de-DE" sz="1300" b="0" i="0" u="none" strike="noStrike" cap="none" normalizeH="0" baseline="0" noProof="0">
                <a:ln>
                  <a:noFill/>
                </a:ln>
                <a:solidFill>
                  <a:schemeClr val="tx1"/>
                </a:solidFill>
                <a:effectLst/>
              </a:rPr>
              <a:t>Effizienzsteigerung, Fehlerreduktion und Qualitätsverbesserung in allen klinischen und administrativen Bereichen durch intelligente IT-Unterstützung.</a:t>
            </a:r>
          </a:p>
          <a:p>
            <a:pPr lvl="1"/>
            <a:endParaRPr kumimoji="0" lang="de-DE" sz="1300" b="1" i="0" u="none" strike="noStrike" cap="none" normalizeH="0" baseline="0" noProof="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de-DE" sz="1300" b="1" i="0" u="none" strike="noStrike" cap="none" normalizeH="0" baseline="0" noProof="0">
                <a:ln>
                  <a:noFill/>
                </a:ln>
                <a:solidFill>
                  <a:schemeClr val="tx1"/>
                </a:solidFill>
                <a:effectLst/>
              </a:rPr>
              <a:t>Maßnahmen:</a:t>
            </a:r>
            <a:r>
              <a:rPr kumimoji="0" lang="de-DE" sz="1300" b="0" i="0" u="none" strike="noStrike" cap="none" normalizeH="0" baseline="0" noProof="0">
                <a:ln>
                  <a:noFill/>
                </a:ln>
                <a:solidFill>
                  <a:schemeClr val="tx1"/>
                </a:solidFill>
                <a:effectLst/>
              </a:rPr>
              <a:t> </a:t>
            </a:r>
          </a:p>
          <a:p>
            <a:pPr marL="800100" lvl="1" indent="-342900">
              <a:spcBef>
                <a:spcPts val="600"/>
              </a:spcBef>
              <a:buFont typeface="Arial" panose="020B0604020202020204" pitchFamily="34" charset="0"/>
              <a:buChar char="•"/>
            </a:pPr>
            <a:r>
              <a:rPr kumimoji="0" lang="de-DE" sz="1300" b="0" i="0" u="none" strike="noStrike" cap="none" normalizeH="0" baseline="0" noProof="0">
                <a:ln>
                  <a:noFill/>
                </a:ln>
                <a:solidFill>
                  <a:schemeClr val="tx1"/>
                </a:solidFill>
                <a:effectLst/>
              </a:rPr>
              <a:t>Implementierung und Pflege von Systemen zur digitalen Patientenaufnahme, Terminplanung und Dokumentation (EPA). </a:t>
            </a:r>
          </a:p>
          <a:p>
            <a:pPr marL="800100" lvl="1" indent="-342900">
              <a:spcBef>
                <a:spcPts val="600"/>
              </a:spcBef>
              <a:buFont typeface="Arial" panose="020B0604020202020204" pitchFamily="34" charset="0"/>
              <a:buChar char="•"/>
            </a:pPr>
            <a:r>
              <a:rPr kumimoji="0" lang="de-DE" sz="1300" b="0" i="0" u="none" strike="noStrike" cap="none" normalizeH="0" baseline="0" noProof="0">
                <a:ln>
                  <a:noFill/>
                </a:ln>
                <a:solidFill>
                  <a:schemeClr val="tx1"/>
                </a:solidFill>
                <a:effectLst/>
              </a:rPr>
              <a:t>Einführung von klinischen Entscheidungsunterstützungssystemen (CDSS) und digitaler OP-Planung. </a:t>
            </a:r>
          </a:p>
          <a:p>
            <a:pPr marL="800100" lvl="1" indent="-342900">
              <a:spcBef>
                <a:spcPts val="600"/>
              </a:spcBef>
              <a:buFont typeface="Arial" panose="020B0604020202020204" pitchFamily="34" charset="0"/>
              <a:buChar char="•"/>
            </a:pPr>
            <a:r>
              <a:rPr kumimoji="0" lang="de-DE" sz="1300" b="0" i="0" u="none" strike="noStrike" cap="none" normalizeH="0" baseline="0" noProof="0">
                <a:ln>
                  <a:noFill/>
                </a:ln>
                <a:solidFill>
                  <a:schemeClr val="tx1"/>
                </a:solidFill>
                <a:effectLst/>
              </a:rPr>
              <a:t>Automatisierung von Verwaltungsaufgaben (z.B. Abrechnung, Bestellwesen) zur Entlastung des Personals. </a:t>
            </a:r>
          </a:p>
          <a:p>
            <a:pPr marL="800100" lvl="1" indent="-342900">
              <a:spcBef>
                <a:spcPts val="600"/>
              </a:spcBef>
              <a:buFont typeface="Arial" panose="020B0604020202020204" pitchFamily="34" charset="0"/>
              <a:buChar char="•"/>
            </a:pPr>
            <a:r>
              <a:rPr kumimoji="0" lang="de-DE" sz="1300" b="0" i="0" u="none" strike="noStrike" cap="none" normalizeH="0" baseline="0" noProof="0">
                <a:ln>
                  <a:noFill/>
                </a:ln>
                <a:solidFill>
                  <a:schemeClr val="tx1"/>
                </a:solidFill>
                <a:effectLst/>
              </a:rPr>
              <a:t>Bereitstellung mobiler Lösungen für das Personal zur Optimierung von Workflows und schnellerem Zugriff auf Informationen. </a:t>
            </a:r>
          </a:p>
          <a:p>
            <a:pPr marL="800100" lvl="1" indent="-342900">
              <a:spcBef>
                <a:spcPts val="600"/>
              </a:spcBef>
              <a:buFont typeface="Arial" panose="020B0604020202020204" pitchFamily="34" charset="0"/>
              <a:buChar char="•"/>
            </a:pPr>
            <a:r>
              <a:rPr kumimoji="0" lang="de-DE" sz="1300" b="0" i="0" u="none" strike="noStrike" cap="none" normalizeH="0" baseline="0" noProof="0">
                <a:ln>
                  <a:noFill/>
                </a:ln>
                <a:solidFill>
                  <a:schemeClr val="tx1"/>
                </a:solidFill>
                <a:effectLst/>
              </a:rPr>
              <a:t>Systemüberwachung und Performance Management zur Sicherstellung reibungsloser Abläufe und frühzeitiger Problemerkennung.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sz="1300" b="0" i="0" u="none" strike="noStrike" cap="none" normalizeH="0" baseline="0" noProof="0">
              <a:ln>
                <a:noFill/>
              </a:ln>
              <a:solidFill>
                <a:schemeClr val="tx1"/>
              </a:solidFill>
              <a:effectLst/>
            </a:endParaRPr>
          </a:p>
        </p:txBody>
      </p:sp>
    </p:spTree>
    <p:extLst>
      <p:ext uri="{BB962C8B-B14F-4D97-AF65-F5344CB8AC3E}">
        <p14:creationId xmlns:p14="http://schemas.microsoft.com/office/powerpoint/2010/main" val="3007637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971B7-4B4F-614A-213E-368C47ED8E3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A5DBF85-8CBB-EB1A-B24D-7FAECD951E58}"/>
              </a:ext>
            </a:extLst>
          </p:cNvPr>
          <p:cNvSpPr>
            <a:spLocks noGrp="1"/>
          </p:cNvSpPr>
          <p:nvPr>
            <p:ph type="title"/>
          </p:nvPr>
        </p:nvSpPr>
        <p:spPr>
          <a:xfrm>
            <a:off x="566504" y="767259"/>
            <a:ext cx="8010991" cy="565143"/>
          </a:xfrm>
        </p:spPr>
        <p:txBody>
          <a:bodyPr>
            <a:normAutofit fontScale="90000"/>
          </a:bodyPr>
          <a:lstStyle/>
          <a:p>
            <a:pPr algn="ctr"/>
            <a:r>
              <a:rPr lang="de-DE" noProof="0"/>
              <a:t>Sicherstellung von Datenschutz und IT-Sicherheit</a:t>
            </a:r>
          </a:p>
        </p:txBody>
      </p:sp>
      <p:sp>
        <p:nvSpPr>
          <p:cNvPr id="4" name="Datumsplatzhalter 3">
            <a:extLst>
              <a:ext uri="{FF2B5EF4-FFF2-40B4-BE49-F238E27FC236}">
                <a16:creationId xmlns:a16="http://schemas.microsoft.com/office/drawing/2014/main" id="{A1FA7EEB-7CC9-4E73-438B-FF8E7D2E8AA4}"/>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A213B7CE-C2BF-9737-AE4D-B2372FBDC747}"/>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FF76D6CC-34DF-CA35-4B4A-5E42A78BE9CE}"/>
              </a:ext>
            </a:extLst>
          </p:cNvPr>
          <p:cNvSpPr>
            <a:spLocks noGrp="1"/>
          </p:cNvSpPr>
          <p:nvPr>
            <p:ph type="sldNum" sz="quarter" idx="12"/>
          </p:nvPr>
        </p:nvSpPr>
        <p:spPr/>
        <p:txBody>
          <a:bodyPr/>
          <a:lstStyle/>
          <a:p>
            <a:fld id="{E68C68F6-CEB4-C040-B3A3-CADDD499EB7C}" type="slidenum">
              <a:rPr lang="de-DE" noProof="0" smtClean="0"/>
              <a:pPr/>
              <a:t>20</a:t>
            </a:fld>
            <a:endParaRPr lang="de-DE" noProof="0"/>
          </a:p>
        </p:txBody>
      </p:sp>
      <p:sp>
        <p:nvSpPr>
          <p:cNvPr id="7" name="Rectangle 1">
            <a:extLst>
              <a:ext uri="{FF2B5EF4-FFF2-40B4-BE49-F238E27FC236}">
                <a16:creationId xmlns:a16="http://schemas.microsoft.com/office/drawing/2014/main" id="{1BE6229C-0C0C-E5FC-708B-0E9A157E8963}"/>
              </a:ext>
            </a:extLst>
          </p:cNvPr>
          <p:cNvSpPr>
            <a:spLocks noGrp="1" noChangeArrowheads="1"/>
          </p:cNvSpPr>
          <p:nvPr>
            <p:ph idx="1"/>
          </p:nvPr>
        </p:nvSpPr>
        <p:spPr bwMode="auto">
          <a:xfrm>
            <a:off x="450190" y="1310895"/>
            <a:ext cx="8243617"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de-DE" sz="1300" b="1" i="0" u="none" strike="noStrike" cap="none" normalizeH="0" baseline="0" noProof="0">
                <a:ln>
                  <a:noFill/>
                </a:ln>
                <a:solidFill>
                  <a:schemeClr val="tx1"/>
                </a:solidFill>
                <a:effectLst/>
              </a:rPr>
              <a:t>Ziel:</a:t>
            </a:r>
            <a:r>
              <a:rPr kumimoji="0" lang="de-DE" sz="1300" b="0" i="0" u="none" strike="noStrike" cap="none" normalizeH="0" baseline="0" noProof="0">
                <a:ln>
                  <a:noFill/>
                </a:ln>
                <a:solidFill>
                  <a:schemeClr val="tx1"/>
                </a:solidFill>
                <a:effectLst/>
              </a:rPr>
              <a:t> </a:t>
            </a:r>
            <a:endParaRPr lang="de-DE" sz="1300" b="1" noProof="0"/>
          </a:p>
          <a:p>
            <a:pPr marL="800100" lvl="1" indent="-342900">
              <a:buFont typeface="Arial" panose="020B0604020202020204" pitchFamily="34" charset="0"/>
              <a:buChar char="•"/>
            </a:pPr>
            <a:r>
              <a:rPr kumimoji="0" lang="de-DE" sz="1300" b="0" i="0" u="none" strike="noStrike" cap="none" normalizeH="0" baseline="0" noProof="0">
                <a:ln>
                  <a:noFill/>
                </a:ln>
                <a:solidFill>
                  <a:schemeClr val="tx1"/>
                </a:solidFill>
                <a:effectLst/>
              </a:rPr>
              <a:t>Schutz sensibler Patientendaten und Gewährleistung der Systemintegrität gemäß höchsten Standards und gesetzlichen Vorgaben (DSGVO, KRITIS, BSI).</a:t>
            </a:r>
          </a:p>
          <a:p>
            <a:pPr lvl="1"/>
            <a:endParaRPr kumimoji="0" lang="de-DE" sz="1300" b="1" i="0" u="none" strike="noStrike" cap="none" normalizeH="0" baseline="0" noProof="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de-DE" sz="1300" b="1" i="0" u="none" strike="noStrike" cap="none" normalizeH="0" baseline="0" noProof="0">
                <a:ln>
                  <a:noFill/>
                </a:ln>
                <a:solidFill>
                  <a:schemeClr val="tx1"/>
                </a:solidFill>
                <a:effectLst/>
              </a:rPr>
              <a:t>Maßnahmen:</a:t>
            </a:r>
            <a:r>
              <a:rPr kumimoji="0" lang="de-DE" sz="1300" b="0" i="0" u="none" strike="noStrike" cap="none" normalizeH="0" baseline="0" noProof="0">
                <a:ln>
                  <a:noFill/>
                </a:ln>
                <a:solidFill>
                  <a:schemeClr val="tx1"/>
                </a:solidFill>
                <a:effectLst/>
              </a:rPr>
              <a:t> </a:t>
            </a:r>
          </a:p>
          <a:p>
            <a:pPr marL="800100" lvl="1" indent="-342900">
              <a:spcAft>
                <a:spcPts val="600"/>
              </a:spcAft>
              <a:buFont typeface="Arial" panose="020B0604020202020204" pitchFamily="34" charset="0"/>
              <a:buChar char="•"/>
            </a:pPr>
            <a:r>
              <a:rPr kumimoji="0" lang="de-DE" sz="1300" b="0" i="0" u="none" strike="noStrike" cap="none" normalizeH="0" baseline="0" noProof="0">
                <a:ln>
                  <a:noFill/>
                </a:ln>
                <a:solidFill>
                  <a:schemeClr val="tx1"/>
                </a:solidFill>
                <a:effectLst/>
              </a:rPr>
              <a:t>Umsetzung und Überwachung der DSGVO-Konformität in allen IT-Systemen und -Prozessen (inkl. Datenschutz-Folgenabschätzungen). </a:t>
            </a:r>
          </a:p>
          <a:p>
            <a:pPr marL="800100" lvl="1" indent="-342900">
              <a:spcAft>
                <a:spcPts val="600"/>
              </a:spcAft>
              <a:buFont typeface="Arial" panose="020B0604020202020204" pitchFamily="34" charset="0"/>
              <a:buChar char="•"/>
            </a:pPr>
            <a:r>
              <a:rPr kumimoji="0" lang="de-DE" sz="1300" b="0" i="0" u="none" strike="noStrike" cap="none" normalizeH="0" baseline="0" noProof="0">
                <a:ln>
                  <a:noFill/>
                </a:ln>
                <a:solidFill>
                  <a:schemeClr val="tx1"/>
                </a:solidFill>
                <a:effectLst/>
              </a:rPr>
              <a:t>Implementierung strenger Zugriffssteuerungen, Verschlüsselungstechnologien (End-</a:t>
            </a:r>
            <a:r>
              <a:rPr kumimoji="0" lang="de-DE" sz="1300" b="0" i="0" u="none" strike="noStrike" cap="none" normalizeH="0" baseline="0" noProof="0" err="1">
                <a:ln>
                  <a:noFill/>
                </a:ln>
                <a:solidFill>
                  <a:schemeClr val="tx1"/>
                </a:solidFill>
                <a:effectLst/>
              </a:rPr>
              <a:t>to</a:t>
            </a:r>
            <a:r>
              <a:rPr kumimoji="0" lang="de-DE" sz="1300" b="0" i="0" u="none" strike="noStrike" cap="none" normalizeH="0" baseline="0" noProof="0">
                <a:ln>
                  <a:noFill/>
                </a:ln>
                <a:solidFill>
                  <a:schemeClr val="tx1"/>
                </a:solidFill>
                <a:effectLst/>
              </a:rPr>
              <a:t>-End) und Authentifizierungsverfahren. </a:t>
            </a:r>
          </a:p>
          <a:p>
            <a:pPr marL="800100" lvl="1" indent="-342900">
              <a:spcAft>
                <a:spcPts val="600"/>
              </a:spcAft>
              <a:buFont typeface="Arial" panose="020B0604020202020204" pitchFamily="34" charset="0"/>
              <a:buChar char="•"/>
            </a:pPr>
            <a:r>
              <a:rPr kumimoji="0" lang="de-DE" sz="1300" b="0" i="0" u="none" strike="noStrike" cap="none" normalizeH="0" baseline="0" noProof="0">
                <a:ln>
                  <a:noFill/>
                </a:ln>
                <a:solidFill>
                  <a:schemeClr val="tx1"/>
                </a:solidFill>
                <a:effectLst/>
              </a:rPr>
              <a:t>Etablierung eines umfassenden IT-Sicherheitsmanagements (ISMS nach ISO 27001/B3S) inkl. Firewalls, IDS, Backup- und Notfallwiederherstellungskonzepten. </a:t>
            </a:r>
          </a:p>
          <a:p>
            <a:pPr marL="800100" lvl="1" indent="-342900">
              <a:spcAft>
                <a:spcPts val="600"/>
              </a:spcAft>
              <a:buFont typeface="Arial" panose="020B0604020202020204" pitchFamily="34" charset="0"/>
              <a:buChar char="•"/>
            </a:pPr>
            <a:r>
              <a:rPr kumimoji="0" lang="de-DE" sz="1300" b="0" i="0" u="none" strike="noStrike" cap="none" normalizeH="0" baseline="0" noProof="0">
                <a:ln>
                  <a:noFill/>
                </a:ln>
                <a:solidFill>
                  <a:schemeClr val="tx1"/>
                </a:solidFill>
                <a:effectLst/>
              </a:rPr>
              <a:t>Regelmäßige Sicherheitsschulungen und Sensibilisierung aller Mitarbeitenden. </a:t>
            </a:r>
          </a:p>
          <a:p>
            <a:pPr marL="800100" lvl="1" indent="-342900">
              <a:spcAft>
                <a:spcPts val="600"/>
              </a:spcAft>
              <a:buFont typeface="Arial" panose="020B0604020202020204" pitchFamily="34" charset="0"/>
              <a:buChar char="•"/>
            </a:pPr>
            <a:r>
              <a:rPr kumimoji="0" lang="de-DE" sz="1300" b="0" i="0" u="none" strike="noStrike" cap="none" normalizeH="0" baseline="0" noProof="0">
                <a:ln>
                  <a:noFill/>
                </a:ln>
                <a:solidFill>
                  <a:schemeClr val="tx1"/>
                </a:solidFill>
                <a:effectLst/>
              </a:rPr>
              <a:t>Einhaltung der Meldepflichten bei IT-Sicherheitsvorfällen. </a:t>
            </a:r>
          </a:p>
          <a:p>
            <a:pPr marL="800100" lvl="1" indent="-342900">
              <a:buFont typeface="Arial" panose="020B0604020202020204" pitchFamily="34" charset="0"/>
              <a:buChar char="•"/>
            </a:pPr>
            <a:endParaRPr kumimoji="0" lang="de-DE" sz="1300" b="0" i="0" u="none" strike="noStrike" cap="none" normalizeH="0" baseline="0" noProof="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sz="1300" b="0" i="0" u="none" strike="noStrike" cap="none" normalizeH="0" baseline="0" noProof="0">
              <a:ln>
                <a:noFill/>
              </a:ln>
              <a:solidFill>
                <a:schemeClr val="tx1"/>
              </a:solidFill>
              <a:effectLst/>
            </a:endParaRPr>
          </a:p>
        </p:txBody>
      </p:sp>
    </p:spTree>
    <p:extLst>
      <p:ext uri="{BB962C8B-B14F-4D97-AF65-F5344CB8AC3E}">
        <p14:creationId xmlns:p14="http://schemas.microsoft.com/office/powerpoint/2010/main" val="4153353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9F471-E153-40F3-423C-08CF35DFDBA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5D72C69-5BE9-6243-B2A6-75AA80E81B58}"/>
              </a:ext>
            </a:extLst>
          </p:cNvPr>
          <p:cNvSpPr>
            <a:spLocks noGrp="1"/>
          </p:cNvSpPr>
          <p:nvPr>
            <p:ph type="title"/>
          </p:nvPr>
        </p:nvSpPr>
        <p:spPr>
          <a:xfrm>
            <a:off x="0" y="727031"/>
            <a:ext cx="9151988" cy="565143"/>
          </a:xfrm>
        </p:spPr>
        <p:txBody>
          <a:bodyPr>
            <a:normAutofit fontScale="90000"/>
          </a:bodyPr>
          <a:lstStyle/>
          <a:p>
            <a:pPr algn="ctr"/>
            <a:r>
              <a:rPr lang="de-DE" noProof="0"/>
              <a:t>Verbesserung der Interoperabilität und Systemintegration</a:t>
            </a:r>
          </a:p>
        </p:txBody>
      </p:sp>
      <p:sp>
        <p:nvSpPr>
          <p:cNvPr id="4" name="Datumsplatzhalter 3">
            <a:extLst>
              <a:ext uri="{FF2B5EF4-FFF2-40B4-BE49-F238E27FC236}">
                <a16:creationId xmlns:a16="http://schemas.microsoft.com/office/drawing/2014/main" id="{8A6F3B63-02D7-537C-94AC-8A7A3604637E}"/>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332C1694-83F3-0B51-062D-55379BB8F5F4}"/>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31971B34-58DC-AE1A-ACBA-B293209CF290}"/>
              </a:ext>
            </a:extLst>
          </p:cNvPr>
          <p:cNvSpPr>
            <a:spLocks noGrp="1"/>
          </p:cNvSpPr>
          <p:nvPr>
            <p:ph type="sldNum" sz="quarter" idx="12"/>
          </p:nvPr>
        </p:nvSpPr>
        <p:spPr/>
        <p:txBody>
          <a:bodyPr/>
          <a:lstStyle/>
          <a:p>
            <a:fld id="{E68C68F6-CEB4-C040-B3A3-CADDD499EB7C}" type="slidenum">
              <a:rPr lang="de-DE" noProof="0" smtClean="0"/>
              <a:pPr/>
              <a:t>21</a:t>
            </a:fld>
            <a:endParaRPr lang="de-DE" noProof="0"/>
          </a:p>
        </p:txBody>
      </p:sp>
      <p:sp>
        <p:nvSpPr>
          <p:cNvPr id="7" name="Rectangle 1">
            <a:extLst>
              <a:ext uri="{FF2B5EF4-FFF2-40B4-BE49-F238E27FC236}">
                <a16:creationId xmlns:a16="http://schemas.microsoft.com/office/drawing/2014/main" id="{4E3AEA0F-9169-E006-4FE7-003201DB428A}"/>
              </a:ext>
            </a:extLst>
          </p:cNvPr>
          <p:cNvSpPr>
            <a:spLocks noGrp="1" noChangeArrowheads="1"/>
          </p:cNvSpPr>
          <p:nvPr>
            <p:ph idx="1"/>
          </p:nvPr>
        </p:nvSpPr>
        <p:spPr bwMode="auto">
          <a:xfrm>
            <a:off x="450190" y="1383114"/>
            <a:ext cx="8243617"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de-DE" sz="1300" b="1" i="0" u="none" strike="noStrike" cap="none" normalizeH="0" baseline="0" noProof="0">
                <a:ln>
                  <a:noFill/>
                </a:ln>
                <a:solidFill>
                  <a:schemeClr val="tx1"/>
                </a:solidFill>
                <a:effectLst/>
              </a:rPr>
              <a:t>Ziel:</a:t>
            </a:r>
            <a:r>
              <a:rPr kumimoji="0" lang="de-DE" sz="1300" b="0" i="0" u="none" strike="noStrike" cap="none" normalizeH="0" baseline="0" noProof="0">
                <a:ln>
                  <a:noFill/>
                </a:ln>
                <a:solidFill>
                  <a:schemeClr val="tx1"/>
                </a:solidFill>
                <a:effectLst/>
              </a:rPr>
              <a:t> </a:t>
            </a:r>
            <a:endParaRPr lang="de-DE" sz="1300" b="1" noProof="0"/>
          </a:p>
          <a:p>
            <a:pPr marL="800100" lvl="1" indent="-342900">
              <a:buFont typeface="Arial" panose="020B0604020202020204" pitchFamily="34" charset="0"/>
              <a:buChar char="•"/>
            </a:pPr>
            <a:r>
              <a:rPr kumimoji="0" lang="de-DE" sz="1300" b="0" i="0" u="none" strike="noStrike" cap="none" normalizeH="0" baseline="0" noProof="0">
                <a:ln>
                  <a:noFill/>
                </a:ln>
                <a:solidFill>
                  <a:schemeClr val="tx1"/>
                </a:solidFill>
                <a:effectLst/>
              </a:rPr>
              <a:t>Schaffung einer nahtlosen, integrierten IT-Landschaft, die einen effizienten und sicheren Datenaustausch intern sowie mit externen Partnern ermöglicht.</a:t>
            </a:r>
          </a:p>
          <a:p>
            <a:pPr lvl="1"/>
            <a:endParaRPr kumimoji="0" lang="de-DE" sz="1300" b="1" i="0" u="none" strike="noStrike" cap="none" normalizeH="0" baseline="0" noProof="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de-DE" sz="1300" b="1" i="0" u="none" strike="noStrike" cap="none" normalizeH="0" baseline="0" noProof="0">
                <a:ln>
                  <a:noFill/>
                </a:ln>
                <a:solidFill>
                  <a:schemeClr val="tx1"/>
                </a:solidFill>
                <a:effectLst/>
              </a:rPr>
              <a:t>Maßnahmen:</a:t>
            </a:r>
            <a:r>
              <a:rPr kumimoji="0" lang="de-DE" sz="1300" b="0" i="0" u="none" strike="noStrike" cap="none" normalizeH="0" baseline="0" noProof="0">
                <a:ln>
                  <a:noFill/>
                </a:ln>
                <a:solidFill>
                  <a:schemeClr val="tx1"/>
                </a:solidFill>
                <a:effectLst/>
              </a:rPr>
              <a:t> </a:t>
            </a:r>
          </a:p>
          <a:p>
            <a:pPr marL="800100" lvl="1" indent="-342900">
              <a:lnSpc>
                <a:spcPct val="150000"/>
              </a:lnSpc>
              <a:buFont typeface="Arial" panose="020B0604020202020204" pitchFamily="34" charset="0"/>
              <a:buChar char="•"/>
            </a:pPr>
            <a:r>
              <a:rPr kumimoji="0" lang="de-DE" sz="1300" b="0" i="0" u="none" strike="noStrike" cap="none" normalizeH="0" baseline="0" noProof="0">
                <a:ln>
                  <a:noFill/>
                </a:ln>
                <a:solidFill>
                  <a:schemeClr val="tx1"/>
                </a:solidFill>
                <a:effectLst/>
              </a:rPr>
              <a:t>Integration aller Kernsysteme (KIS, RIS, PACS, Labor, Patientenportal, Telemedizin) in eine modulare Architektur über standardisierte Schnittstellen (z.B. HL7, FHIR, APIs). </a:t>
            </a:r>
          </a:p>
          <a:p>
            <a:pPr marL="800100" lvl="1" indent="-342900">
              <a:lnSpc>
                <a:spcPct val="150000"/>
              </a:lnSpc>
              <a:buFont typeface="Arial" panose="020B0604020202020204" pitchFamily="34" charset="0"/>
              <a:buChar char="•"/>
            </a:pPr>
            <a:r>
              <a:rPr kumimoji="0" lang="de-DE" sz="1300" b="0" i="0" u="none" strike="noStrike" cap="none" normalizeH="0" baseline="0" noProof="0">
                <a:ln>
                  <a:noFill/>
                </a:ln>
                <a:solidFill>
                  <a:schemeClr val="tx1"/>
                </a:solidFill>
                <a:effectLst/>
              </a:rPr>
              <a:t>Gewährleistung des Echtzeit-Datenaustauschs für eine optimale Behandlungsunterstützung. </a:t>
            </a:r>
          </a:p>
          <a:p>
            <a:pPr marL="800100" lvl="1" indent="-342900">
              <a:lnSpc>
                <a:spcPct val="150000"/>
              </a:lnSpc>
              <a:buFont typeface="Arial" panose="020B0604020202020204" pitchFamily="34" charset="0"/>
              <a:buChar char="•"/>
            </a:pPr>
            <a:r>
              <a:rPr kumimoji="0" lang="de-DE" sz="1300" b="0" i="0" u="none" strike="noStrike" cap="none" normalizeH="0" baseline="0" noProof="0">
                <a:ln>
                  <a:noFill/>
                </a:ln>
                <a:solidFill>
                  <a:schemeClr val="tx1"/>
                </a:solidFill>
                <a:effectLst/>
              </a:rPr>
              <a:t>Anbindung an die Telematikinfrastruktur und Sicherstellung der Kompatibilität mit nationalen E-Health-Standards. </a:t>
            </a:r>
          </a:p>
          <a:p>
            <a:pPr marL="800100" lvl="1" indent="-342900">
              <a:lnSpc>
                <a:spcPct val="150000"/>
              </a:lnSpc>
              <a:buFont typeface="Arial" panose="020B0604020202020204" pitchFamily="34" charset="0"/>
              <a:buChar char="•"/>
            </a:pPr>
            <a:r>
              <a:rPr kumimoji="0" lang="de-DE" sz="1300" b="0" i="0" u="none" strike="noStrike" cap="none" normalizeH="0" baseline="0" noProof="0">
                <a:ln>
                  <a:noFill/>
                </a:ln>
                <a:solidFill>
                  <a:schemeClr val="tx1"/>
                </a:solidFill>
                <a:effectLst/>
              </a:rPr>
              <a:t>Nutzung standardisierter Datenformate zur langfristigen Skalierbarkeit und Kompatibilität. </a:t>
            </a:r>
          </a:p>
          <a:p>
            <a:pPr marL="800100" lvl="1" indent="-342900">
              <a:buFont typeface="Arial" panose="020B0604020202020204" pitchFamily="34" charset="0"/>
              <a:buChar char="•"/>
            </a:pPr>
            <a:endParaRPr kumimoji="0" lang="de-DE" sz="1300" b="0" i="0" u="none" strike="noStrike" cap="none" normalizeH="0" baseline="0" noProof="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sz="1300" b="0" i="0" u="none" strike="noStrike" cap="none" normalizeH="0" baseline="0" noProof="0">
              <a:ln>
                <a:noFill/>
              </a:ln>
              <a:solidFill>
                <a:schemeClr val="tx1"/>
              </a:solidFill>
              <a:effectLst/>
            </a:endParaRPr>
          </a:p>
        </p:txBody>
      </p:sp>
    </p:spTree>
    <p:extLst>
      <p:ext uri="{BB962C8B-B14F-4D97-AF65-F5344CB8AC3E}">
        <p14:creationId xmlns:p14="http://schemas.microsoft.com/office/powerpoint/2010/main" val="1612479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BDB5D-D41D-DE64-80F7-DE0D183C130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9273299-E76A-0141-99D6-B2C017108F52}"/>
              </a:ext>
            </a:extLst>
          </p:cNvPr>
          <p:cNvSpPr>
            <a:spLocks noGrp="1"/>
          </p:cNvSpPr>
          <p:nvPr>
            <p:ph type="title"/>
          </p:nvPr>
        </p:nvSpPr>
        <p:spPr>
          <a:xfrm>
            <a:off x="0" y="727031"/>
            <a:ext cx="9151988" cy="565143"/>
          </a:xfrm>
        </p:spPr>
        <p:txBody>
          <a:bodyPr>
            <a:normAutofit fontScale="90000"/>
          </a:bodyPr>
          <a:lstStyle/>
          <a:p>
            <a:pPr algn="ctr"/>
            <a:r>
              <a:rPr lang="de-DE" noProof="0"/>
              <a:t>Förderung innovativer IT-Lösungen zur Qualitätssteigerung</a:t>
            </a:r>
          </a:p>
        </p:txBody>
      </p:sp>
      <p:sp>
        <p:nvSpPr>
          <p:cNvPr id="4" name="Datumsplatzhalter 3">
            <a:extLst>
              <a:ext uri="{FF2B5EF4-FFF2-40B4-BE49-F238E27FC236}">
                <a16:creationId xmlns:a16="http://schemas.microsoft.com/office/drawing/2014/main" id="{6839F6F0-05E8-2DD8-E824-6B2D771E636E}"/>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0E6909CB-B619-B8E2-DD55-32C0B2549BAE}"/>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A905A1EA-CFC4-3AD4-4499-C6C6A2134272}"/>
              </a:ext>
            </a:extLst>
          </p:cNvPr>
          <p:cNvSpPr>
            <a:spLocks noGrp="1"/>
          </p:cNvSpPr>
          <p:nvPr>
            <p:ph type="sldNum" sz="quarter" idx="12"/>
          </p:nvPr>
        </p:nvSpPr>
        <p:spPr/>
        <p:txBody>
          <a:bodyPr/>
          <a:lstStyle/>
          <a:p>
            <a:fld id="{E68C68F6-CEB4-C040-B3A3-CADDD499EB7C}" type="slidenum">
              <a:rPr lang="de-DE" noProof="0" smtClean="0"/>
              <a:pPr/>
              <a:t>22</a:t>
            </a:fld>
            <a:endParaRPr lang="de-DE" noProof="0"/>
          </a:p>
        </p:txBody>
      </p:sp>
      <p:sp>
        <p:nvSpPr>
          <p:cNvPr id="7" name="Rectangle 1">
            <a:extLst>
              <a:ext uri="{FF2B5EF4-FFF2-40B4-BE49-F238E27FC236}">
                <a16:creationId xmlns:a16="http://schemas.microsoft.com/office/drawing/2014/main" id="{13842D48-CB35-9840-60B3-806035657990}"/>
              </a:ext>
            </a:extLst>
          </p:cNvPr>
          <p:cNvSpPr>
            <a:spLocks noGrp="1" noChangeArrowheads="1"/>
          </p:cNvSpPr>
          <p:nvPr>
            <p:ph idx="1"/>
          </p:nvPr>
        </p:nvSpPr>
        <p:spPr bwMode="auto">
          <a:xfrm>
            <a:off x="450191" y="1429280"/>
            <a:ext cx="8243617"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de-DE" sz="1300" b="1" i="0" u="none" strike="noStrike" cap="none" normalizeH="0" baseline="0" noProof="0">
                <a:ln>
                  <a:noFill/>
                </a:ln>
                <a:solidFill>
                  <a:schemeClr val="tx1"/>
                </a:solidFill>
                <a:effectLst/>
              </a:rPr>
              <a:t>Ziel:</a:t>
            </a:r>
            <a:r>
              <a:rPr kumimoji="0" lang="de-DE" sz="1300" b="0" i="0" u="none" strike="noStrike" cap="none" normalizeH="0" baseline="0" noProof="0">
                <a:ln>
                  <a:noFill/>
                </a:ln>
                <a:solidFill>
                  <a:schemeClr val="tx1"/>
                </a:solidFill>
                <a:effectLst/>
              </a:rPr>
              <a:t> </a:t>
            </a:r>
            <a:endParaRPr lang="de-DE" sz="1300" b="1" noProof="0"/>
          </a:p>
          <a:p>
            <a:pPr marL="800100" lvl="1" indent="-342900">
              <a:buFont typeface="Arial" panose="020B0604020202020204" pitchFamily="34" charset="0"/>
              <a:buChar char="•"/>
            </a:pPr>
            <a:r>
              <a:rPr kumimoji="0" lang="de-DE" sz="1300" b="0" i="0" u="none" strike="noStrike" cap="none" normalizeH="0" baseline="0" noProof="0">
                <a:ln>
                  <a:noFill/>
                </a:ln>
                <a:solidFill>
                  <a:schemeClr val="tx1"/>
                </a:solidFill>
                <a:effectLst/>
              </a:rPr>
              <a:t>Kontinuierliche Modernisierung der Klinik durch Evaluation und Implementierung zukunftsorientierter Technologien zur Verbesserung der Diagnose, Behandlung und Patientenerfahrung.</a:t>
            </a:r>
          </a:p>
          <a:p>
            <a:pPr lvl="1"/>
            <a:endParaRPr kumimoji="0" lang="de-DE" sz="1300" b="1" i="0" u="none" strike="noStrike" cap="none" normalizeH="0" baseline="0" noProof="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de-DE" sz="1300" b="1" i="0" u="none" strike="noStrike" cap="none" normalizeH="0" baseline="0" noProof="0">
                <a:ln>
                  <a:noFill/>
                </a:ln>
                <a:solidFill>
                  <a:schemeClr val="tx1"/>
                </a:solidFill>
                <a:effectLst/>
              </a:rPr>
              <a:t>Maßnahmen:</a:t>
            </a:r>
            <a:r>
              <a:rPr kumimoji="0" lang="de-DE" sz="1300" b="0" i="0" u="none" strike="noStrike" cap="none" normalizeH="0" baseline="0" noProof="0">
                <a:ln>
                  <a:noFill/>
                </a:ln>
                <a:solidFill>
                  <a:schemeClr val="tx1"/>
                </a:solidFill>
                <a:effectLst/>
              </a:rPr>
              <a:t> </a:t>
            </a:r>
          </a:p>
          <a:p>
            <a:pPr marL="800100" lvl="1" indent="-342900">
              <a:spcBef>
                <a:spcPts val="600"/>
              </a:spcBef>
              <a:buFont typeface="Arial" panose="020B0604020202020204" pitchFamily="34" charset="0"/>
              <a:buChar char="•"/>
            </a:pPr>
            <a:r>
              <a:rPr kumimoji="0" lang="de-DE" sz="1300" b="0" i="0" u="none" strike="noStrike" cap="none" normalizeH="0" baseline="0" noProof="0">
                <a:ln>
                  <a:noFill/>
                </a:ln>
                <a:solidFill>
                  <a:schemeClr val="tx1"/>
                </a:solidFill>
                <a:effectLst/>
              </a:rPr>
              <a:t>Aktive Beobachtung des Technologiemarktes und Pilotierung vielversprechender Innovationen (z.B. KI-gestützte Diagnosesysteme, robotergestützte Chirurgie, Wearable-Technologie). </a:t>
            </a:r>
          </a:p>
          <a:p>
            <a:pPr marL="800100" lvl="1" indent="-342900">
              <a:spcBef>
                <a:spcPts val="600"/>
              </a:spcBef>
              <a:buFont typeface="Arial" panose="020B0604020202020204" pitchFamily="34" charset="0"/>
              <a:buChar char="•"/>
            </a:pPr>
            <a:r>
              <a:rPr kumimoji="0" lang="de-DE" sz="1300" b="0" i="0" u="none" strike="noStrike" cap="none" normalizeH="0" baseline="0" noProof="0">
                <a:ln>
                  <a:noFill/>
                </a:ln>
                <a:solidFill>
                  <a:schemeClr val="tx1"/>
                </a:solidFill>
                <a:effectLst/>
              </a:rPr>
              <a:t>Begleitung der digitalen Transformation durch agile Methoden und ein professionelles Change Management zur Sicherstellung der Akzeptanz. </a:t>
            </a:r>
          </a:p>
          <a:p>
            <a:pPr marL="800100" lvl="1" indent="-342900">
              <a:spcBef>
                <a:spcPts val="600"/>
              </a:spcBef>
              <a:buFont typeface="Arial" panose="020B0604020202020204" pitchFamily="34" charset="0"/>
              <a:buChar char="•"/>
            </a:pPr>
            <a:r>
              <a:rPr kumimoji="0" lang="de-DE" sz="1300" b="0" i="0" u="none" strike="noStrike" cap="none" normalizeH="0" baseline="0" noProof="0">
                <a:ln>
                  <a:noFill/>
                </a:ln>
                <a:solidFill>
                  <a:schemeClr val="tx1"/>
                </a:solidFill>
                <a:effectLst/>
              </a:rPr>
              <a:t>Bereitstellung von Plattformen für Telemedizin und Patientenportale als zentrale Innovationsfelder. </a:t>
            </a:r>
          </a:p>
          <a:p>
            <a:pPr marL="800100" lvl="1" indent="-342900">
              <a:spcBef>
                <a:spcPts val="600"/>
              </a:spcBef>
              <a:buFont typeface="Arial" panose="020B0604020202020204" pitchFamily="34" charset="0"/>
              <a:buChar char="•"/>
            </a:pPr>
            <a:r>
              <a:rPr kumimoji="0" lang="de-DE" sz="1300" b="0" i="0" u="none" strike="noStrike" cap="none" normalizeH="0" baseline="0" noProof="0">
                <a:ln>
                  <a:noFill/>
                </a:ln>
                <a:solidFill>
                  <a:schemeClr val="tx1"/>
                </a:solidFill>
                <a:effectLst/>
              </a:rPr>
              <a:t>Förderung der digitalen Kompetenz der Mitarbeitenden durch gezielte Schulungs- und Weiterbildungsangebote. </a:t>
            </a:r>
          </a:p>
          <a:p>
            <a:pPr marL="800100" lvl="1" indent="-342900">
              <a:buFont typeface="Arial" panose="020B0604020202020204" pitchFamily="34" charset="0"/>
              <a:buChar char="•"/>
            </a:pPr>
            <a:endParaRPr kumimoji="0" lang="de-DE" sz="1300" b="0" i="0" u="none" strike="noStrike" cap="none" normalizeH="0" baseline="0" noProof="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sz="1300" b="1" i="0" u="none" strike="noStrike" cap="none" normalizeH="0" baseline="0" noProof="0">
              <a:ln>
                <a:noFill/>
              </a:ln>
              <a:solidFill>
                <a:schemeClr val="tx1"/>
              </a:solidFill>
              <a:effectLst/>
            </a:endParaRPr>
          </a:p>
        </p:txBody>
      </p:sp>
    </p:spTree>
    <p:extLst>
      <p:ext uri="{BB962C8B-B14F-4D97-AF65-F5344CB8AC3E}">
        <p14:creationId xmlns:p14="http://schemas.microsoft.com/office/powerpoint/2010/main" val="727177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89F13-72A8-1847-0F79-321A570B150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7754877-81D4-BC11-F337-C7C834841490}"/>
              </a:ext>
            </a:extLst>
          </p:cNvPr>
          <p:cNvSpPr>
            <a:spLocks noGrp="1"/>
          </p:cNvSpPr>
          <p:nvPr>
            <p:ph type="title"/>
          </p:nvPr>
        </p:nvSpPr>
        <p:spPr>
          <a:xfrm>
            <a:off x="270860" y="689391"/>
            <a:ext cx="8602280" cy="554876"/>
          </a:xfrm>
        </p:spPr>
        <p:txBody>
          <a:bodyPr>
            <a:normAutofit fontScale="90000"/>
          </a:bodyPr>
          <a:lstStyle/>
          <a:p>
            <a:pPr algn="ctr"/>
            <a:r>
              <a:rPr lang="de-DE" noProof="0"/>
              <a:t>Schlüsselaspekte des IT-Managements</a:t>
            </a:r>
          </a:p>
        </p:txBody>
      </p:sp>
      <p:sp>
        <p:nvSpPr>
          <p:cNvPr id="4" name="Datumsplatzhalter 3">
            <a:extLst>
              <a:ext uri="{FF2B5EF4-FFF2-40B4-BE49-F238E27FC236}">
                <a16:creationId xmlns:a16="http://schemas.microsoft.com/office/drawing/2014/main" id="{7D999F18-0224-08E6-89D1-87CCF5A5BFEE}"/>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B5C8EE02-6D39-1107-0CDA-F323D31B3915}"/>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5D522407-8198-8603-7007-29027EE9447E}"/>
              </a:ext>
            </a:extLst>
          </p:cNvPr>
          <p:cNvSpPr>
            <a:spLocks noGrp="1"/>
          </p:cNvSpPr>
          <p:nvPr>
            <p:ph type="sldNum" sz="quarter" idx="12"/>
          </p:nvPr>
        </p:nvSpPr>
        <p:spPr/>
        <p:txBody>
          <a:bodyPr/>
          <a:lstStyle/>
          <a:p>
            <a:fld id="{E68C68F6-CEB4-C040-B3A3-CADDD499EB7C}" type="slidenum">
              <a:rPr lang="de-DE" noProof="0" smtClean="0"/>
              <a:pPr/>
              <a:t>23</a:t>
            </a:fld>
            <a:endParaRPr lang="de-DE" noProof="0"/>
          </a:p>
        </p:txBody>
      </p:sp>
      <p:sp>
        <p:nvSpPr>
          <p:cNvPr id="8" name="Inhaltsplatzhalter 7">
            <a:extLst>
              <a:ext uri="{FF2B5EF4-FFF2-40B4-BE49-F238E27FC236}">
                <a16:creationId xmlns:a16="http://schemas.microsoft.com/office/drawing/2014/main" id="{02BD0C60-7AFB-0959-338F-2A4C8D2D607C}"/>
              </a:ext>
            </a:extLst>
          </p:cNvPr>
          <p:cNvSpPr>
            <a:spLocks noGrp="1"/>
          </p:cNvSpPr>
          <p:nvPr>
            <p:ph idx="1"/>
          </p:nvPr>
        </p:nvSpPr>
        <p:spPr>
          <a:xfrm>
            <a:off x="269875" y="1388138"/>
            <a:ext cx="8673828" cy="3549621"/>
          </a:xfrm>
        </p:spPr>
        <p:txBody>
          <a:bodyPr>
            <a:normAutofit/>
          </a:bodyPr>
          <a:lstStyle/>
          <a:p>
            <a:pPr marL="342900" indent="-342900">
              <a:buFont typeface="+mj-lt"/>
              <a:buAutoNum type="arabicPeriod"/>
            </a:pPr>
            <a:r>
              <a:rPr lang="de-DE" sz="1400" b="1" noProof="0"/>
              <a:t>Datensicherheit und Datenschutz:</a:t>
            </a:r>
          </a:p>
          <a:p>
            <a:pPr marL="800100" lvl="1" indent="-342900">
              <a:buFont typeface="Arial" panose="020B0604020202020204" pitchFamily="34" charset="0"/>
              <a:buChar char="•"/>
            </a:pPr>
            <a:r>
              <a:rPr lang="de-DE" sz="1400" noProof="0"/>
              <a:t>Kompromissloser Schutz sensibler </a:t>
            </a:r>
            <a:r>
              <a:rPr lang="de-DE" sz="1400" noProof="0" err="1"/>
              <a:t>Patient:innendaten</a:t>
            </a:r>
            <a:r>
              <a:rPr lang="de-DE" sz="1400" noProof="0"/>
              <a:t> und Einhaltung aller relevanten gesetzlichen Vorgaben (DSGVO, PDSG, ggf. KRITIS-Anforderungen, BSI-Standards, KHZG-Sicherheitsaspekte).</a:t>
            </a:r>
          </a:p>
          <a:p>
            <a:pPr marL="342900" indent="-342900">
              <a:buFont typeface="+mj-lt"/>
              <a:buAutoNum type="arabicPeriod"/>
            </a:pPr>
            <a:r>
              <a:rPr lang="de-DE" sz="1400" b="1" noProof="0"/>
              <a:t>Systemintegration und Interoperabilität:</a:t>
            </a:r>
          </a:p>
          <a:p>
            <a:pPr marL="800100" lvl="1" indent="-342900">
              <a:buFont typeface="Arial" panose="020B0604020202020204" pitchFamily="34" charset="0"/>
              <a:buChar char="•"/>
            </a:pPr>
            <a:r>
              <a:rPr lang="de-DE" sz="1400" noProof="0"/>
              <a:t>Nahtloser und sicherer Datenaustausch zwischen allen internen IT-Systemen sowie mit externen Partnern (z.B. niedergelassene Ärzte, andere Kliniken, Kostenträger) zur Gewährleistung reibungsloser Abläufe und einer durchgängigen Patientenversorgung.</a:t>
            </a:r>
          </a:p>
          <a:p>
            <a:pPr marL="342900" indent="-342900">
              <a:buFont typeface="+mj-lt"/>
              <a:buAutoNum type="arabicPeriod"/>
            </a:pPr>
            <a:r>
              <a:rPr lang="de-DE" sz="1400" b="1" noProof="0"/>
              <a:t>Digitale Transformation (KI, Big Data, Cloud, Telemedizin):</a:t>
            </a:r>
          </a:p>
          <a:p>
            <a:pPr marL="800100" lvl="1" indent="-342900">
              <a:buFont typeface="Arial" panose="020B0604020202020204" pitchFamily="34" charset="0"/>
              <a:buChar char="•"/>
            </a:pPr>
            <a:r>
              <a:rPr lang="de-DE" sz="1400" noProof="0"/>
              <a:t>Nutzung moderner Technologien zur Effizienzsteigerung, Verbesserung der Versorgungsqualität, Entwicklung neuer Dienstleistungen und Stärkung der Wettbewerbsfähigkeit.</a:t>
            </a:r>
          </a:p>
          <a:p>
            <a:pPr marL="342900" indent="-342900">
              <a:buFont typeface="+mj-lt"/>
              <a:buAutoNum type="arabicPeriod"/>
            </a:pPr>
            <a:r>
              <a:rPr lang="de-DE" sz="1400" b="1" noProof="0"/>
              <a:t>IT-Infrastruktur und Betrieb:</a:t>
            </a:r>
          </a:p>
          <a:p>
            <a:pPr marL="800100" lvl="1" indent="-342900">
              <a:buFont typeface="Arial" panose="020B0604020202020204" pitchFamily="34" charset="0"/>
              <a:buChar char="•"/>
            </a:pPr>
            <a:r>
              <a:rPr lang="de-DE" sz="1400" noProof="0"/>
              <a:t>Bereitstellung einer stabilen, skalierbaren, performanten und sicheren IT-Umgebung, die den hohen Verfügbarkeitsanforderungen einer Klinik rund um die Uhr gerecht wird.</a:t>
            </a:r>
            <a:endParaRPr lang="de-DE" sz="1400" b="1" noProof="0"/>
          </a:p>
          <a:p>
            <a:pPr marL="800100" lvl="1" indent="-342900">
              <a:buFont typeface="+mj-lt"/>
              <a:buAutoNum type="arabicPeriod"/>
            </a:pPr>
            <a:endParaRPr lang="de-DE" sz="1400" noProof="0"/>
          </a:p>
        </p:txBody>
      </p:sp>
    </p:spTree>
    <p:extLst>
      <p:ext uri="{BB962C8B-B14F-4D97-AF65-F5344CB8AC3E}">
        <p14:creationId xmlns:p14="http://schemas.microsoft.com/office/powerpoint/2010/main" val="681155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BCF8A-2AF6-F4D6-CDA1-5EAAA69E85C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3A42D97-899C-02C3-FF55-4756EF9BAA37}"/>
              </a:ext>
            </a:extLst>
          </p:cNvPr>
          <p:cNvSpPr>
            <a:spLocks noGrp="1"/>
          </p:cNvSpPr>
          <p:nvPr>
            <p:ph type="title"/>
          </p:nvPr>
        </p:nvSpPr>
        <p:spPr>
          <a:xfrm>
            <a:off x="266950" y="443418"/>
            <a:ext cx="8602280" cy="857250"/>
          </a:xfrm>
        </p:spPr>
        <p:txBody>
          <a:bodyPr/>
          <a:lstStyle/>
          <a:p>
            <a:r>
              <a:rPr lang="de-DE" noProof="0"/>
              <a:t>Prozessabdeckung durch das IT-Management</a:t>
            </a:r>
          </a:p>
        </p:txBody>
      </p:sp>
      <p:sp>
        <p:nvSpPr>
          <p:cNvPr id="3" name="Inhaltsplatzhalter 2">
            <a:extLst>
              <a:ext uri="{FF2B5EF4-FFF2-40B4-BE49-F238E27FC236}">
                <a16:creationId xmlns:a16="http://schemas.microsoft.com/office/drawing/2014/main" id="{771531B0-9FD1-0D05-6FE5-9C2FF8EE7F44}"/>
              </a:ext>
            </a:extLst>
          </p:cNvPr>
          <p:cNvSpPr>
            <a:spLocks noGrp="1"/>
          </p:cNvSpPr>
          <p:nvPr>
            <p:ph idx="1"/>
          </p:nvPr>
        </p:nvSpPr>
        <p:spPr>
          <a:xfrm>
            <a:off x="264980" y="1758043"/>
            <a:ext cx="8604250" cy="2811576"/>
          </a:xfrm>
        </p:spPr>
        <p:txBody>
          <a:bodyPr/>
          <a:lstStyle/>
          <a:p>
            <a:pPr marL="342900" indent="-342900">
              <a:buFont typeface="Arial" panose="020B0604020202020204" pitchFamily="34" charset="0"/>
              <a:buChar char="•"/>
            </a:pPr>
            <a:r>
              <a:rPr lang="de-DE" noProof="0"/>
              <a:t>Elektronische Patientenakten (EPA) und Dokumentationssysteme</a:t>
            </a:r>
          </a:p>
          <a:p>
            <a:pPr marL="342900" indent="-342900">
              <a:buFont typeface="Arial" panose="020B0604020202020204" pitchFamily="34" charset="0"/>
              <a:buChar char="•"/>
            </a:pPr>
            <a:r>
              <a:rPr lang="de-DE" noProof="0"/>
              <a:t>Termin- und Ressourcenmanagement</a:t>
            </a:r>
          </a:p>
          <a:p>
            <a:pPr marL="342900" indent="-342900">
              <a:buFont typeface="Arial" panose="020B0604020202020204" pitchFamily="34" charset="0"/>
              <a:buChar char="•"/>
            </a:pPr>
            <a:r>
              <a:rPr lang="de-DE" noProof="0"/>
              <a:t>Diagnostik- und Therapieunterstützung</a:t>
            </a:r>
          </a:p>
          <a:p>
            <a:pPr marL="342900" indent="-342900">
              <a:buFont typeface="Arial" panose="020B0604020202020204" pitchFamily="34" charset="0"/>
              <a:buChar char="•"/>
            </a:pPr>
            <a:r>
              <a:rPr lang="de-DE" noProof="0"/>
              <a:t>Abrechnungssysteme und Finanzverwaltung</a:t>
            </a:r>
          </a:p>
          <a:p>
            <a:pPr marL="342900" indent="-342900">
              <a:buFont typeface="Arial" panose="020B0604020202020204" pitchFamily="34" charset="0"/>
              <a:buChar char="•"/>
            </a:pPr>
            <a:r>
              <a:rPr lang="de-DE" noProof="0"/>
              <a:t>Kommunikations- und Telemedizinsysteme</a:t>
            </a:r>
          </a:p>
        </p:txBody>
      </p:sp>
      <p:sp>
        <p:nvSpPr>
          <p:cNvPr id="4" name="Datumsplatzhalter 3">
            <a:extLst>
              <a:ext uri="{FF2B5EF4-FFF2-40B4-BE49-F238E27FC236}">
                <a16:creationId xmlns:a16="http://schemas.microsoft.com/office/drawing/2014/main" id="{165E4001-726F-92B5-A824-4D2DC5825FFF}"/>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35AA8806-545C-D866-3251-F635624CDE41}"/>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BEEE582F-B9AD-8321-F547-451DC96E33B8}"/>
              </a:ext>
            </a:extLst>
          </p:cNvPr>
          <p:cNvSpPr>
            <a:spLocks noGrp="1"/>
          </p:cNvSpPr>
          <p:nvPr>
            <p:ph type="sldNum" sz="quarter" idx="12"/>
          </p:nvPr>
        </p:nvSpPr>
        <p:spPr/>
        <p:txBody>
          <a:bodyPr/>
          <a:lstStyle/>
          <a:p>
            <a:fld id="{E68C68F6-CEB4-C040-B3A3-CADDD499EB7C}" type="slidenum">
              <a:rPr lang="de-DE" noProof="0" smtClean="0"/>
              <a:pPr/>
              <a:t>24</a:t>
            </a:fld>
            <a:endParaRPr lang="de-DE" noProof="0"/>
          </a:p>
        </p:txBody>
      </p:sp>
    </p:spTree>
    <p:extLst>
      <p:ext uri="{BB962C8B-B14F-4D97-AF65-F5344CB8AC3E}">
        <p14:creationId xmlns:p14="http://schemas.microsoft.com/office/powerpoint/2010/main" val="11489361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763ABD-7087-7EC8-A71A-25D0A5841E7F}"/>
              </a:ext>
            </a:extLst>
          </p:cNvPr>
          <p:cNvSpPr>
            <a:spLocks noGrp="1"/>
          </p:cNvSpPr>
          <p:nvPr>
            <p:ph type="title"/>
          </p:nvPr>
        </p:nvSpPr>
        <p:spPr/>
        <p:txBody>
          <a:bodyPr>
            <a:normAutofit fontScale="90000"/>
          </a:bodyPr>
          <a:lstStyle/>
          <a:p>
            <a:pPr algn="ctr"/>
            <a:r>
              <a:rPr lang="de-DE" noProof="0"/>
              <a:t>Elektronische Patientenakten (EPA) und Dokumentationssysteme</a:t>
            </a:r>
          </a:p>
        </p:txBody>
      </p:sp>
      <p:sp>
        <p:nvSpPr>
          <p:cNvPr id="3" name="Inhaltsplatzhalter 2">
            <a:extLst>
              <a:ext uri="{FF2B5EF4-FFF2-40B4-BE49-F238E27FC236}">
                <a16:creationId xmlns:a16="http://schemas.microsoft.com/office/drawing/2014/main" id="{9790CC2D-0CC1-0EDB-D058-3893EA63DB9A}"/>
              </a:ext>
            </a:extLst>
          </p:cNvPr>
          <p:cNvSpPr>
            <a:spLocks noGrp="1"/>
          </p:cNvSpPr>
          <p:nvPr>
            <p:ph idx="1"/>
          </p:nvPr>
        </p:nvSpPr>
        <p:spPr/>
        <p:txBody>
          <a:bodyPr/>
          <a:lstStyle/>
          <a:p>
            <a:pPr marL="342900" indent="-342900">
              <a:buFont typeface="Arial" panose="020B0604020202020204" pitchFamily="34" charset="0"/>
              <a:buChar char="•"/>
            </a:pPr>
            <a:r>
              <a:rPr lang="de-DE" noProof="0"/>
              <a:t>Zentralisierte, standort- und zeitunabhängige Verfügbarkeit aller relevanten </a:t>
            </a:r>
            <a:r>
              <a:rPr lang="de-DE" noProof="0" err="1"/>
              <a:t>Patient:innendaten</a:t>
            </a:r>
            <a:r>
              <a:rPr lang="de-DE" noProof="0"/>
              <a:t> (Befunde, Medikation, Pflegeberichte, Arztbriefe).</a:t>
            </a:r>
          </a:p>
          <a:p>
            <a:pPr marL="342900" indent="-342900">
              <a:buFont typeface="Arial" panose="020B0604020202020204" pitchFamily="34" charset="0"/>
              <a:buChar char="•"/>
            </a:pPr>
            <a:r>
              <a:rPr lang="de-DE" noProof="0"/>
              <a:t>Unterstützung strukturierter Datenerfassung zur Verbesserung der Datenqualität und Auswertbarkeit.</a:t>
            </a:r>
          </a:p>
          <a:p>
            <a:pPr marL="342900" indent="-342900">
              <a:buFont typeface="Arial" panose="020B0604020202020204" pitchFamily="34" charset="0"/>
              <a:buChar char="•"/>
            </a:pPr>
            <a:r>
              <a:rPr lang="de-DE" noProof="0"/>
              <a:t>Mobile Zugriffsmöglichkeiten für Ärzte und Pflegepersonal.</a:t>
            </a:r>
          </a:p>
        </p:txBody>
      </p:sp>
      <p:sp>
        <p:nvSpPr>
          <p:cNvPr id="4" name="Datumsplatzhalter 3">
            <a:extLst>
              <a:ext uri="{FF2B5EF4-FFF2-40B4-BE49-F238E27FC236}">
                <a16:creationId xmlns:a16="http://schemas.microsoft.com/office/drawing/2014/main" id="{312F9D81-347F-6338-5BB1-E49BD5AFACB7}"/>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BA0085D8-BA51-E75A-02DF-FA2DE2D8145B}"/>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04BE1367-9D94-DDC2-3792-BD982DABDB1B}"/>
              </a:ext>
            </a:extLst>
          </p:cNvPr>
          <p:cNvSpPr>
            <a:spLocks noGrp="1"/>
          </p:cNvSpPr>
          <p:nvPr>
            <p:ph type="sldNum" sz="quarter" idx="12"/>
          </p:nvPr>
        </p:nvSpPr>
        <p:spPr/>
        <p:txBody>
          <a:bodyPr/>
          <a:lstStyle/>
          <a:p>
            <a:fld id="{E68C68F6-CEB4-C040-B3A3-CADDD499EB7C}" type="slidenum">
              <a:rPr lang="de-DE" noProof="0" smtClean="0"/>
              <a:pPr/>
              <a:t>25</a:t>
            </a:fld>
            <a:endParaRPr lang="de-DE" noProof="0"/>
          </a:p>
        </p:txBody>
      </p:sp>
    </p:spTree>
    <p:extLst>
      <p:ext uri="{BB962C8B-B14F-4D97-AF65-F5344CB8AC3E}">
        <p14:creationId xmlns:p14="http://schemas.microsoft.com/office/powerpoint/2010/main" val="1766495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51469-3BCE-C3A7-ED69-D8D2F55E873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3F01831-5781-04F1-5A34-9A7257A93E13}"/>
              </a:ext>
            </a:extLst>
          </p:cNvPr>
          <p:cNvSpPr>
            <a:spLocks noGrp="1"/>
          </p:cNvSpPr>
          <p:nvPr>
            <p:ph type="title"/>
          </p:nvPr>
        </p:nvSpPr>
        <p:spPr>
          <a:xfrm>
            <a:off x="270860" y="670560"/>
            <a:ext cx="8602280" cy="612690"/>
          </a:xfrm>
        </p:spPr>
        <p:txBody>
          <a:bodyPr>
            <a:normAutofit/>
          </a:bodyPr>
          <a:lstStyle/>
          <a:p>
            <a:pPr algn="ctr"/>
            <a:r>
              <a:rPr lang="de-DE" noProof="0"/>
              <a:t>Termin- und Ressourcenmanagement:</a:t>
            </a:r>
          </a:p>
        </p:txBody>
      </p:sp>
      <p:sp>
        <p:nvSpPr>
          <p:cNvPr id="3" name="Inhaltsplatzhalter 2">
            <a:extLst>
              <a:ext uri="{FF2B5EF4-FFF2-40B4-BE49-F238E27FC236}">
                <a16:creationId xmlns:a16="http://schemas.microsoft.com/office/drawing/2014/main" id="{963BCDA5-A7BD-4F89-6C35-A828E3146E53}"/>
              </a:ext>
            </a:extLst>
          </p:cNvPr>
          <p:cNvSpPr>
            <a:spLocks noGrp="1"/>
          </p:cNvSpPr>
          <p:nvPr>
            <p:ph idx="1"/>
          </p:nvPr>
        </p:nvSpPr>
        <p:spPr/>
        <p:txBody>
          <a:bodyPr>
            <a:normAutofit/>
          </a:bodyPr>
          <a:lstStyle/>
          <a:p>
            <a:pPr marL="342900" indent="-342900">
              <a:buFont typeface="Arial" panose="020B0604020202020204" pitchFamily="34" charset="0"/>
              <a:buChar char="•"/>
            </a:pPr>
            <a:r>
              <a:rPr lang="de-DE" noProof="0"/>
              <a:t>Effiziente Online-Terminplanung für </a:t>
            </a:r>
            <a:r>
              <a:rPr lang="de-DE" noProof="0" err="1"/>
              <a:t>Patient:innen</a:t>
            </a:r>
            <a:r>
              <a:rPr lang="de-DE" noProof="0"/>
              <a:t> über das Portal. </a:t>
            </a:r>
          </a:p>
          <a:p>
            <a:pPr marL="342900" indent="-342900">
              <a:buFont typeface="Arial" panose="020B0604020202020204" pitchFamily="34" charset="0"/>
              <a:buChar char="•"/>
            </a:pPr>
            <a:r>
              <a:rPr lang="de-DE" noProof="0"/>
              <a:t>Digitale Planung und Steuerung von Ressourcen wie OP-Sälen, Untersuchungsräumen und medizinischen Geräten. </a:t>
            </a:r>
          </a:p>
          <a:p>
            <a:pPr marL="342900" indent="-342900">
              <a:buFont typeface="Arial" panose="020B0604020202020204" pitchFamily="34" charset="0"/>
              <a:buChar char="•"/>
            </a:pPr>
            <a:r>
              <a:rPr lang="de-DE" noProof="0"/>
              <a:t>IT-gestützte Dienstplanung für das Personal. </a:t>
            </a:r>
          </a:p>
          <a:p>
            <a:pPr marL="342900" indent="-342900">
              <a:buFont typeface="Arial" panose="020B0604020202020204" pitchFamily="34" charset="0"/>
              <a:buChar char="•"/>
            </a:pPr>
            <a:r>
              <a:rPr lang="de-DE" noProof="0"/>
              <a:t>Ggf. digitales Bettenmanagement. </a:t>
            </a:r>
          </a:p>
        </p:txBody>
      </p:sp>
      <p:sp>
        <p:nvSpPr>
          <p:cNvPr id="4" name="Datumsplatzhalter 3">
            <a:extLst>
              <a:ext uri="{FF2B5EF4-FFF2-40B4-BE49-F238E27FC236}">
                <a16:creationId xmlns:a16="http://schemas.microsoft.com/office/drawing/2014/main" id="{7FE7188E-FEF6-14BF-9257-B5D1A3403705}"/>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AFED0DB1-5197-00F0-DCED-4D6855D8C3AD}"/>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5C758ADA-7FD4-690B-1A88-8C4DF25B839E}"/>
              </a:ext>
            </a:extLst>
          </p:cNvPr>
          <p:cNvSpPr>
            <a:spLocks noGrp="1"/>
          </p:cNvSpPr>
          <p:nvPr>
            <p:ph type="sldNum" sz="quarter" idx="12"/>
          </p:nvPr>
        </p:nvSpPr>
        <p:spPr/>
        <p:txBody>
          <a:bodyPr/>
          <a:lstStyle/>
          <a:p>
            <a:fld id="{E68C68F6-CEB4-C040-B3A3-CADDD499EB7C}" type="slidenum">
              <a:rPr lang="de-DE" noProof="0" smtClean="0"/>
              <a:pPr/>
              <a:t>26</a:t>
            </a:fld>
            <a:endParaRPr lang="de-DE" noProof="0"/>
          </a:p>
        </p:txBody>
      </p:sp>
    </p:spTree>
    <p:extLst>
      <p:ext uri="{BB962C8B-B14F-4D97-AF65-F5344CB8AC3E}">
        <p14:creationId xmlns:p14="http://schemas.microsoft.com/office/powerpoint/2010/main" val="3623620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8240F-A26D-3211-8E16-B90399AE90A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3A3DB7D-12D8-EBB1-1F5E-BE7F371A9463}"/>
              </a:ext>
            </a:extLst>
          </p:cNvPr>
          <p:cNvSpPr>
            <a:spLocks noGrp="1"/>
          </p:cNvSpPr>
          <p:nvPr>
            <p:ph type="title"/>
          </p:nvPr>
        </p:nvSpPr>
        <p:spPr>
          <a:xfrm>
            <a:off x="264980" y="947709"/>
            <a:ext cx="8602280" cy="612690"/>
          </a:xfrm>
        </p:spPr>
        <p:txBody>
          <a:bodyPr>
            <a:normAutofit fontScale="90000"/>
          </a:bodyPr>
          <a:lstStyle/>
          <a:p>
            <a:pPr algn="ctr"/>
            <a:r>
              <a:rPr lang="de-DE" noProof="0"/>
              <a:t>Diagnostik- und Therapieunterstützung durch IT-Systeme</a:t>
            </a:r>
          </a:p>
        </p:txBody>
      </p:sp>
      <p:sp>
        <p:nvSpPr>
          <p:cNvPr id="3" name="Inhaltsplatzhalter 2">
            <a:extLst>
              <a:ext uri="{FF2B5EF4-FFF2-40B4-BE49-F238E27FC236}">
                <a16:creationId xmlns:a16="http://schemas.microsoft.com/office/drawing/2014/main" id="{77370511-8EAA-0098-9D24-A8890B2EB10A}"/>
              </a:ext>
            </a:extLst>
          </p:cNvPr>
          <p:cNvSpPr>
            <a:spLocks noGrp="1"/>
          </p:cNvSpPr>
          <p:nvPr>
            <p:ph idx="1"/>
          </p:nvPr>
        </p:nvSpPr>
        <p:spPr/>
        <p:txBody>
          <a:bodyPr>
            <a:normAutofit fontScale="92500" lnSpcReduction="10000"/>
          </a:bodyPr>
          <a:lstStyle/>
          <a:p>
            <a:pPr marL="342900" indent="-342900">
              <a:buFont typeface="Arial" panose="020B0604020202020204" pitchFamily="34" charset="0"/>
              <a:buChar char="•"/>
            </a:pPr>
            <a:r>
              <a:rPr lang="de-DE" noProof="0"/>
              <a:t>Management und Archivierung von Bilddaten (PACS) und deren Integration mit </a:t>
            </a:r>
            <a:r>
              <a:rPr lang="de-DE" noProof="0" err="1"/>
              <a:t>Befundungssystemen</a:t>
            </a:r>
            <a:r>
              <a:rPr lang="de-DE" noProof="0"/>
              <a:t>. </a:t>
            </a:r>
          </a:p>
          <a:p>
            <a:pPr marL="342900" indent="-342900">
              <a:buFont typeface="Arial" panose="020B0604020202020204" pitchFamily="34" charset="0"/>
              <a:buChar char="•"/>
            </a:pPr>
            <a:r>
              <a:rPr lang="de-DE" noProof="0"/>
              <a:t>Einsatz von Clinical </a:t>
            </a:r>
            <a:r>
              <a:rPr lang="de-DE" noProof="0" err="1"/>
              <a:t>Decision</a:t>
            </a:r>
            <a:r>
              <a:rPr lang="de-DE" noProof="0"/>
              <a:t> Support Systems (CDSS) zur Unterstützung ärztlicher Entscheidungen. </a:t>
            </a:r>
          </a:p>
          <a:p>
            <a:pPr marL="342900" indent="-342900">
              <a:buFont typeface="Arial" panose="020B0604020202020204" pitchFamily="34" charset="0"/>
              <a:buChar char="•"/>
            </a:pPr>
            <a:r>
              <a:rPr lang="de-DE" noProof="0"/>
              <a:t>Digitale Unterstützung des Medikationsprozesses (</a:t>
            </a:r>
            <a:r>
              <a:rPr lang="de-DE" noProof="0" err="1"/>
              <a:t>eMedikation</a:t>
            </a:r>
            <a:r>
              <a:rPr lang="de-DE" noProof="0"/>
              <a:t>) zur Erhöhung der Arzneimitteltherapiesicherheit (AMTS). </a:t>
            </a:r>
          </a:p>
          <a:p>
            <a:pPr marL="342900" indent="-342900">
              <a:buFont typeface="Arial" panose="020B0604020202020204" pitchFamily="34" charset="0"/>
              <a:buChar char="•"/>
            </a:pPr>
            <a:r>
              <a:rPr lang="de-DE" noProof="0"/>
              <a:t>IT-gestützte Planung und Dokumentation von Operationen, inklusive roboterassistierter Verfahren. </a:t>
            </a:r>
          </a:p>
        </p:txBody>
      </p:sp>
      <p:sp>
        <p:nvSpPr>
          <p:cNvPr id="4" name="Datumsplatzhalter 3">
            <a:extLst>
              <a:ext uri="{FF2B5EF4-FFF2-40B4-BE49-F238E27FC236}">
                <a16:creationId xmlns:a16="http://schemas.microsoft.com/office/drawing/2014/main" id="{2750D529-CD21-310A-4F12-3BFC0D7FF058}"/>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00BB7645-5011-7F57-B1B5-08A51C81CFDD}"/>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0A0BAB3A-8BBF-0196-CC12-4690FEB25A68}"/>
              </a:ext>
            </a:extLst>
          </p:cNvPr>
          <p:cNvSpPr>
            <a:spLocks noGrp="1"/>
          </p:cNvSpPr>
          <p:nvPr>
            <p:ph type="sldNum" sz="quarter" idx="12"/>
          </p:nvPr>
        </p:nvSpPr>
        <p:spPr/>
        <p:txBody>
          <a:bodyPr/>
          <a:lstStyle/>
          <a:p>
            <a:fld id="{E68C68F6-CEB4-C040-B3A3-CADDD499EB7C}" type="slidenum">
              <a:rPr lang="de-DE" noProof="0" smtClean="0"/>
              <a:pPr/>
              <a:t>27</a:t>
            </a:fld>
            <a:endParaRPr lang="de-DE" noProof="0"/>
          </a:p>
        </p:txBody>
      </p:sp>
    </p:spTree>
    <p:extLst>
      <p:ext uri="{BB962C8B-B14F-4D97-AF65-F5344CB8AC3E}">
        <p14:creationId xmlns:p14="http://schemas.microsoft.com/office/powerpoint/2010/main" val="9018230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4C933-580F-7094-E18D-376A5EF43C7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1369A69-DDA0-1D19-C769-BA37BA482BF5}"/>
              </a:ext>
            </a:extLst>
          </p:cNvPr>
          <p:cNvSpPr>
            <a:spLocks noGrp="1"/>
          </p:cNvSpPr>
          <p:nvPr>
            <p:ph type="title"/>
          </p:nvPr>
        </p:nvSpPr>
        <p:spPr>
          <a:xfrm>
            <a:off x="264980" y="947709"/>
            <a:ext cx="8602280" cy="612690"/>
          </a:xfrm>
        </p:spPr>
        <p:txBody>
          <a:bodyPr>
            <a:normAutofit/>
          </a:bodyPr>
          <a:lstStyle/>
          <a:p>
            <a:pPr algn="ctr"/>
            <a:r>
              <a:rPr lang="de-DE" noProof="0"/>
              <a:t>Abrechnungssysteme und Finanzverwaltung</a:t>
            </a:r>
          </a:p>
        </p:txBody>
      </p:sp>
      <p:sp>
        <p:nvSpPr>
          <p:cNvPr id="3" name="Inhaltsplatzhalter 2">
            <a:extLst>
              <a:ext uri="{FF2B5EF4-FFF2-40B4-BE49-F238E27FC236}">
                <a16:creationId xmlns:a16="http://schemas.microsoft.com/office/drawing/2014/main" id="{DD2F10D9-CB2E-5FA9-0773-8DE3B63F174B}"/>
              </a:ext>
            </a:extLst>
          </p:cNvPr>
          <p:cNvSpPr>
            <a:spLocks noGrp="1"/>
          </p:cNvSpPr>
          <p:nvPr>
            <p:ph idx="1"/>
          </p:nvPr>
        </p:nvSpPr>
        <p:spPr/>
        <p:txBody>
          <a:bodyPr>
            <a:normAutofit/>
          </a:bodyPr>
          <a:lstStyle/>
          <a:p>
            <a:pPr marL="342900" indent="-342900">
              <a:buFont typeface="Arial" panose="020B0604020202020204" pitchFamily="34" charset="0"/>
              <a:buChar char="•"/>
            </a:pPr>
            <a:r>
              <a:rPr lang="de-DE" noProof="0"/>
              <a:t>Zeitnahe und korrekte Erfassung von Leistungen für die DRG-basierte und private Abrechnung. </a:t>
            </a:r>
          </a:p>
          <a:p>
            <a:pPr marL="342900" indent="-342900">
              <a:buFont typeface="Arial" panose="020B0604020202020204" pitchFamily="34" charset="0"/>
              <a:buChar char="•"/>
            </a:pPr>
            <a:r>
              <a:rPr lang="de-DE" noProof="0"/>
              <a:t>Automatisierte Übermittlung von Abrechnungsdaten an Kostenträger. </a:t>
            </a:r>
          </a:p>
          <a:p>
            <a:pPr marL="342900" indent="-342900">
              <a:buFont typeface="Arial" panose="020B0604020202020204" pitchFamily="34" charset="0"/>
              <a:buChar char="•"/>
            </a:pPr>
            <a:r>
              <a:rPr lang="de-DE" noProof="0"/>
              <a:t>Unterstützung des Controllings und der Finanzbuchhaltung durch Bereitstellung relevanter Daten. </a:t>
            </a:r>
          </a:p>
          <a:p>
            <a:pPr marL="342900" indent="-342900">
              <a:buFont typeface="Arial" panose="020B0604020202020204" pitchFamily="34" charset="0"/>
              <a:buChar char="•"/>
            </a:pPr>
            <a:endParaRPr lang="de-DE" noProof="0"/>
          </a:p>
        </p:txBody>
      </p:sp>
      <p:sp>
        <p:nvSpPr>
          <p:cNvPr id="4" name="Datumsplatzhalter 3">
            <a:extLst>
              <a:ext uri="{FF2B5EF4-FFF2-40B4-BE49-F238E27FC236}">
                <a16:creationId xmlns:a16="http://schemas.microsoft.com/office/drawing/2014/main" id="{06A72B9F-B7B6-7535-446C-2ABFF09B126B}"/>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1F4E4BF9-E540-9230-708F-2589EA4D4FD2}"/>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3D47C8B3-CAEC-9EA7-5028-2C494182879A}"/>
              </a:ext>
            </a:extLst>
          </p:cNvPr>
          <p:cNvSpPr>
            <a:spLocks noGrp="1"/>
          </p:cNvSpPr>
          <p:nvPr>
            <p:ph type="sldNum" sz="quarter" idx="12"/>
          </p:nvPr>
        </p:nvSpPr>
        <p:spPr/>
        <p:txBody>
          <a:bodyPr/>
          <a:lstStyle/>
          <a:p>
            <a:fld id="{E68C68F6-CEB4-C040-B3A3-CADDD499EB7C}" type="slidenum">
              <a:rPr lang="de-DE" noProof="0" smtClean="0"/>
              <a:pPr/>
              <a:t>28</a:t>
            </a:fld>
            <a:endParaRPr lang="de-DE" noProof="0"/>
          </a:p>
        </p:txBody>
      </p:sp>
    </p:spTree>
    <p:extLst>
      <p:ext uri="{BB962C8B-B14F-4D97-AF65-F5344CB8AC3E}">
        <p14:creationId xmlns:p14="http://schemas.microsoft.com/office/powerpoint/2010/main" val="430916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92FC5-8EE5-3104-D2EE-78E62570DFF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9EE22CF-7654-60E3-F972-25AA6418D775}"/>
              </a:ext>
            </a:extLst>
          </p:cNvPr>
          <p:cNvSpPr>
            <a:spLocks noGrp="1"/>
          </p:cNvSpPr>
          <p:nvPr>
            <p:ph type="title"/>
          </p:nvPr>
        </p:nvSpPr>
        <p:spPr>
          <a:xfrm>
            <a:off x="264980" y="947709"/>
            <a:ext cx="8602280" cy="612690"/>
          </a:xfrm>
        </p:spPr>
        <p:txBody>
          <a:bodyPr>
            <a:normAutofit/>
          </a:bodyPr>
          <a:lstStyle/>
          <a:p>
            <a:pPr algn="ctr"/>
            <a:r>
              <a:rPr lang="de-DE" noProof="0"/>
              <a:t>Kommunikations- und Telemedizinlösungen</a:t>
            </a:r>
          </a:p>
        </p:txBody>
      </p:sp>
      <p:sp>
        <p:nvSpPr>
          <p:cNvPr id="3" name="Inhaltsplatzhalter 2">
            <a:extLst>
              <a:ext uri="{FF2B5EF4-FFF2-40B4-BE49-F238E27FC236}">
                <a16:creationId xmlns:a16="http://schemas.microsoft.com/office/drawing/2014/main" id="{6149C23E-0873-A788-844A-3B65FFBE5F4E}"/>
              </a:ext>
            </a:extLst>
          </p:cNvPr>
          <p:cNvSpPr>
            <a:spLocks noGrp="1"/>
          </p:cNvSpPr>
          <p:nvPr>
            <p:ph idx="1"/>
          </p:nvPr>
        </p:nvSpPr>
        <p:spPr/>
        <p:txBody>
          <a:bodyPr>
            <a:normAutofit/>
          </a:bodyPr>
          <a:lstStyle/>
          <a:p>
            <a:pPr marL="342900" indent="-342900">
              <a:buFont typeface="Arial" panose="020B0604020202020204" pitchFamily="34" charset="0"/>
              <a:buChar char="•"/>
            </a:pPr>
            <a:r>
              <a:rPr lang="de-DE" noProof="0"/>
              <a:t>Sichere interne und externe Kommunikationsplattformen (E-Mail, Messenger, Videokonferenzen). </a:t>
            </a:r>
          </a:p>
          <a:p>
            <a:pPr marL="342900" indent="-342900">
              <a:buFont typeface="Arial" panose="020B0604020202020204" pitchFamily="34" charset="0"/>
              <a:buChar char="•"/>
            </a:pPr>
            <a:r>
              <a:rPr lang="de-DE" noProof="0"/>
              <a:t>Bereitstellung und Betrieb der Telemedizin-Plattform für virtuelle Sprechstunden, Zweitmeinungen und Tele-Rehabilitation. </a:t>
            </a:r>
          </a:p>
          <a:p>
            <a:pPr marL="342900" indent="-342900">
              <a:buFont typeface="Arial" panose="020B0604020202020204" pitchFamily="34" charset="0"/>
              <a:buChar char="•"/>
            </a:pPr>
            <a:r>
              <a:rPr lang="de-DE" noProof="0"/>
              <a:t>Funktionalitäten des Patientenportals für die Arzt-Patienten-Kommunikation und den Informationsaustausch. </a:t>
            </a:r>
          </a:p>
        </p:txBody>
      </p:sp>
      <p:sp>
        <p:nvSpPr>
          <p:cNvPr id="4" name="Datumsplatzhalter 3">
            <a:extLst>
              <a:ext uri="{FF2B5EF4-FFF2-40B4-BE49-F238E27FC236}">
                <a16:creationId xmlns:a16="http://schemas.microsoft.com/office/drawing/2014/main" id="{28EABD22-F65E-F864-878B-D5EBC30D4995}"/>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4032F691-6A68-E715-B950-8B3270343A8C}"/>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913256A2-529B-F684-A88A-ECA188867B5A}"/>
              </a:ext>
            </a:extLst>
          </p:cNvPr>
          <p:cNvSpPr>
            <a:spLocks noGrp="1"/>
          </p:cNvSpPr>
          <p:nvPr>
            <p:ph type="sldNum" sz="quarter" idx="12"/>
          </p:nvPr>
        </p:nvSpPr>
        <p:spPr/>
        <p:txBody>
          <a:bodyPr/>
          <a:lstStyle/>
          <a:p>
            <a:fld id="{E68C68F6-CEB4-C040-B3A3-CADDD499EB7C}" type="slidenum">
              <a:rPr lang="de-DE" noProof="0" smtClean="0"/>
              <a:pPr/>
              <a:t>29</a:t>
            </a:fld>
            <a:endParaRPr lang="de-DE" noProof="0"/>
          </a:p>
        </p:txBody>
      </p:sp>
    </p:spTree>
    <p:extLst>
      <p:ext uri="{BB962C8B-B14F-4D97-AF65-F5344CB8AC3E}">
        <p14:creationId xmlns:p14="http://schemas.microsoft.com/office/powerpoint/2010/main" val="3584938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715D6-43B6-9A87-31A2-64D17167714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4D2FE04-8C25-A521-27E4-16CB41868D23}"/>
              </a:ext>
            </a:extLst>
          </p:cNvPr>
          <p:cNvSpPr>
            <a:spLocks noGrp="1"/>
          </p:cNvSpPr>
          <p:nvPr>
            <p:ph type="title"/>
          </p:nvPr>
        </p:nvSpPr>
        <p:spPr>
          <a:xfrm>
            <a:off x="266950" y="703149"/>
            <a:ext cx="8602280" cy="857250"/>
          </a:xfrm>
        </p:spPr>
        <p:txBody>
          <a:bodyPr>
            <a:normAutofit/>
          </a:bodyPr>
          <a:lstStyle/>
          <a:p>
            <a:pPr algn="ctr"/>
            <a:r>
              <a:rPr lang="de-DE" noProof="0"/>
              <a:t>Bestimmung der Versorgungsbereiche</a:t>
            </a:r>
          </a:p>
        </p:txBody>
      </p:sp>
      <p:sp>
        <p:nvSpPr>
          <p:cNvPr id="3" name="Inhaltsplatzhalter 2">
            <a:extLst>
              <a:ext uri="{FF2B5EF4-FFF2-40B4-BE49-F238E27FC236}">
                <a16:creationId xmlns:a16="http://schemas.microsoft.com/office/drawing/2014/main" id="{0BD31010-A960-55B2-33F6-27A2033AFF56}"/>
              </a:ext>
            </a:extLst>
          </p:cNvPr>
          <p:cNvSpPr>
            <a:spLocks noGrp="1"/>
          </p:cNvSpPr>
          <p:nvPr>
            <p:ph idx="1"/>
          </p:nvPr>
        </p:nvSpPr>
        <p:spPr>
          <a:xfrm>
            <a:off x="264980" y="1758043"/>
            <a:ext cx="8604250" cy="2811576"/>
          </a:xfrm>
        </p:spPr>
        <p:txBody>
          <a:bodyPr>
            <a:normAutofit/>
          </a:bodyPr>
          <a:lstStyle/>
          <a:p>
            <a:pPr marL="342900" indent="-342900">
              <a:buFont typeface="Arial" panose="020B0604020202020204" pitchFamily="34" charset="0"/>
              <a:buChar char="•"/>
            </a:pPr>
            <a:r>
              <a:rPr lang="de-DE" sz="1800" noProof="0"/>
              <a:t>Abteilung für Orthopädie und Gelenkchirurgie</a:t>
            </a:r>
          </a:p>
          <a:p>
            <a:pPr marL="342900" indent="-342900">
              <a:buFont typeface="Arial" panose="020B0604020202020204" pitchFamily="34" charset="0"/>
              <a:buChar char="•"/>
            </a:pPr>
            <a:r>
              <a:rPr lang="de-DE" sz="1800" noProof="0"/>
              <a:t>Abteilung für Unfallchirurgie und Traumatologie </a:t>
            </a:r>
          </a:p>
          <a:p>
            <a:pPr marL="342900" indent="-342900">
              <a:buFont typeface="Arial" panose="020B0604020202020204" pitchFamily="34" charset="0"/>
              <a:buChar char="•"/>
            </a:pPr>
            <a:r>
              <a:rPr lang="de-DE" sz="1800" noProof="0"/>
              <a:t>Abteilung für Bildgebende Diagnostik</a:t>
            </a:r>
          </a:p>
          <a:p>
            <a:pPr marL="342900" indent="-342900">
              <a:buFont typeface="Arial" panose="020B0604020202020204" pitchFamily="34" charset="0"/>
              <a:buChar char="•"/>
            </a:pPr>
            <a:r>
              <a:rPr lang="de-DE" sz="1800" noProof="0"/>
              <a:t>Abteilung für Physiotherapie und Rehabilitation</a:t>
            </a:r>
          </a:p>
          <a:p>
            <a:pPr marL="342900" indent="-342900">
              <a:buFont typeface="Arial" panose="020B0604020202020204" pitchFamily="34" charset="0"/>
              <a:buChar char="•"/>
            </a:pPr>
            <a:r>
              <a:rPr lang="de-DE" sz="1800" noProof="0"/>
              <a:t>Abteilung für Schmerztherapie Abteilung für Ernährungsmedizin und Diätetik</a:t>
            </a:r>
          </a:p>
          <a:p>
            <a:pPr marL="342900" indent="-342900">
              <a:buFont typeface="Arial" panose="020B0604020202020204" pitchFamily="34" charset="0"/>
              <a:buChar char="•"/>
            </a:pPr>
            <a:r>
              <a:rPr lang="de-DE" sz="1800" noProof="0"/>
              <a:t>Unterstützende Bereiche: Patientensicherheit &amp; Qualitätsmanagement, Verwaltung &amp; Patientenservice, IT &amp; Digitalisierung.</a:t>
            </a:r>
          </a:p>
        </p:txBody>
      </p:sp>
      <p:sp>
        <p:nvSpPr>
          <p:cNvPr id="4" name="Datumsplatzhalter 3">
            <a:extLst>
              <a:ext uri="{FF2B5EF4-FFF2-40B4-BE49-F238E27FC236}">
                <a16:creationId xmlns:a16="http://schemas.microsoft.com/office/drawing/2014/main" id="{7918CF9F-B53E-DA35-D650-C1484F0863C0}"/>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77D8D0DA-F38E-F4EE-B550-C2C1E4A92207}"/>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3E61FB7D-10E7-4799-0A52-C51DBCDECA63}"/>
              </a:ext>
            </a:extLst>
          </p:cNvPr>
          <p:cNvSpPr>
            <a:spLocks noGrp="1"/>
          </p:cNvSpPr>
          <p:nvPr>
            <p:ph type="sldNum" sz="quarter" idx="12"/>
          </p:nvPr>
        </p:nvSpPr>
        <p:spPr>
          <a:xfrm>
            <a:off x="6668887" y="4767263"/>
            <a:ext cx="2133600" cy="273844"/>
          </a:xfrm>
        </p:spPr>
        <p:txBody>
          <a:bodyPr/>
          <a:lstStyle/>
          <a:p>
            <a:fld id="{E68C68F6-CEB4-C040-B3A3-CADDD499EB7C}" type="slidenum">
              <a:rPr lang="de-DE" noProof="0" smtClean="0"/>
              <a:pPr/>
              <a:t>30</a:t>
            </a:fld>
            <a:endParaRPr lang="de-DE" noProof="0"/>
          </a:p>
        </p:txBody>
      </p:sp>
    </p:spTree>
    <p:extLst>
      <p:ext uri="{BB962C8B-B14F-4D97-AF65-F5344CB8AC3E}">
        <p14:creationId xmlns:p14="http://schemas.microsoft.com/office/powerpoint/2010/main" val="1837730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8FE93-B012-D718-6D80-2C28B1CFB52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085BC4B-DE91-5161-A24C-BA40B638AA16}"/>
              </a:ext>
            </a:extLst>
          </p:cNvPr>
          <p:cNvSpPr>
            <a:spLocks noGrp="1"/>
          </p:cNvSpPr>
          <p:nvPr>
            <p:ph type="title"/>
          </p:nvPr>
        </p:nvSpPr>
        <p:spPr>
          <a:xfrm>
            <a:off x="276740" y="791595"/>
            <a:ext cx="8602280" cy="804279"/>
          </a:xfrm>
        </p:spPr>
        <p:txBody>
          <a:bodyPr>
            <a:normAutofit/>
          </a:bodyPr>
          <a:lstStyle/>
          <a:p>
            <a:pPr algn="ctr"/>
            <a:r>
              <a:rPr lang="de-DE" noProof="0"/>
              <a:t>Strategische Handlungsfelder</a:t>
            </a:r>
          </a:p>
        </p:txBody>
      </p:sp>
      <p:sp>
        <p:nvSpPr>
          <p:cNvPr id="3" name="Inhaltsplatzhalter 2">
            <a:extLst>
              <a:ext uri="{FF2B5EF4-FFF2-40B4-BE49-F238E27FC236}">
                <a16:creationId xmlns:a16="http://schemas.microsoft.com/office/drawing/2014/main" id="{618C2C0A-0790-A447-4B15-2612519947FB}"/>
              </a:ext>
            </a:extLst>
          </p:cNvPr>
          <p:cNvSpPr>
            <a:spLocks noGrp="1"/>
          </p:cNvSpPr>
          <p:nvPr>
            <p:ph idx="1"/>
          </p:nvPr>
        </p:nvSpPr>
        <p:spPr>
          <a:xfrm>
            <a:off x="264980" y="1540329"/>
            <a:ext cx="8604250" cy="2811576"/>
          </a:xfrm>
        </p:spPr>
        <p:txBody>
          <a:bodyPr anchor="ctr">
            <a:normAutofit/>
          </a:bodyPr>
          <a:lstStyle/>
          <a:p>
            <a:pPr marL="342900" indent="-342900">
              <a:buFont typeface="Arial" panose="020B0604020202020204" pitchFamily="34" charset="0"/>
              <a:buChar char="•"/>
            </a:pPr>
            <a:r>
              <a:rPr lang="de-DE" sz="2000" noProof="0"/>
              <a:t>Exzellenz in minimalinvasiven, technologiegestützten Operationsverfahren</a:t>
            </a:r>
          </a:p>
          <a:p>
            <a:pPr marL="342900" indent="-342900">
              <a:buFont typeface="Arial" panose="020B0604020202020204" pitchFamily="34" charset="0"/>
              <a:buChar char="•"/>
            </a:pPr>
            <a:r>
              <a:rPr lang="de-DE" sz="2000" noProof="0"/>
              <a:t>Datengetriebene, personalisierte Medizin und Prävention</a:t>
            </a:r>
          </a:p>
          <a:p>
            <a:pPr marL="342900" indent="-342900">
              <a:buFont typeface="Arial" panose="020B0604020202020204" pitchFamily="34" charset="0"/>
              <a:buChar char="•"/>
            </a:pPr>
            <a:r>
              <a:rPr lang="de-DE" sz="2000" noProof="0"/>
              <a:t>Führende Rolle bei patientenzentrierten digitalen Services</a:t>
            </a:r>
          </a:p>
          <a:p>
            <a:pPr marL="342900" indent="-342900">
              <a:buFont typeface="Arial" panose="020B0604020202020204" pitchFamily="34" charset="0"/>
              <a:buChar char="•"/>
            </a:pPr>
            <a:r>
              <a:rPr lang="de-DE" sz="2000" noProof="0"/>
              <a:t>Nachhaltigkeit als integraler Bestandteil des Klinikbetriebs</a:t>
            </a:r>
          </a:p>
          <a:p>
            <a:pPr marL="342900" indent="-342900">
              <a:buFont typeface="Arial" panose="020B0604020202020204" pitchFamily="34" charset="0"/>
              <a:buChar char="•"/>
            </a:pPr>
            <a:r>
              <a:rPr lang="de-DE" sz="2000" noProof="0"/>
              <a:t>Aufbau strategischer Partnerschaften im digitalen Gesundheitsökosystem</a:t>
            </a:r>
          </a:p>
        </p:txBody>
      </p:sp>
      <p:sp>
        <p:nvSpPr>
          <p:cNvPr id="4" name="Datumsplatzhalter 3">
            <a:extLst>
              <a:ext uri="{FF2B5EF4-FFF2-40B4-BE49-F238E27FC236}">
                <a16:creationId xmlns:a16="http://schemas.microsoft.com/office/drawing/2014/main" id="{1042DC21-1AF4-C05A-3BF3-C87EC2D665CC}"/>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8D0307CC-41EA-01E0-D7B1-02DF6CB799F8}"/>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9115C72D-09AB-1237-AA20-2A4ABFDF2607}"/>
              </a:ext>
            </a:extLst>
          </p:cNvPr>
          <p:cNvSpPr>
            <a:spLocks noGrp="1"/>
          </p:cNvSpPr>
          <p:nvPr>
            <p:ph type="sldNum" sz="quarter" idx="12"/>
          </p:nvPr>
        </p:nvSpPr>
        <p:spPr/>
        <p:txBody>
          <a:bodyPr/>
          <a:lstStyle/>
          <a:p>
            <a:fld id="{E68C68F6-CEB4-C040-B3A3-CADDD499EB7C}" type="slidenum">
              <a:rPr lang="de-DE" noProof="0" smtClean="0"/>
              <a:pPr/>
              <a:t>31</a:t>
            </a:fld>
            <a:endParaRPr lang="de-DE" noProof="0"/>
          </a:p>
        </p:txBody>
      </p:sp>
    </p:spTree>
    <p:extLst>
      <p:ext uri="{BB962C8B-B14F-4D97-AF65-F5344CB8AC3E}">
        <p14:creationId xmlns:p14="http://schemas.microsoft.com/office/powerpoint/2010/main" val="41830095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41D39A-D85E-29DD-58B0-CA3FC7C7F48B}"/>
              </a:ext>
            </a:extLst>
          </p:cNvPr>
          <p:cNvSpPr>
            <a:spLocks noGrp="1"/>
          </p:cNvSpPr>
          <p:nvPr>
            <p:ph type="title"/>
          </p:nvPr>
        </p:nvSpPr>
        <p:spPr>
          <a:xfrm>
            <a:off x="264980" y="399472"/>
            <a:ext cx="8602280" cy="857250"/>
          </a:xfrm>
        </p:spPr>
        <p:txBody>
          <a:bodyPr/>
          <a:lstStyle/>
          <a:p>
            <a:pPr algn="ctr"/>
            <a:r>
              <a:rPr lang="de-DE"/>
              <a:t>Innovative Denkansätze</a:t>
            </a:r>
          </a:p>
        </p:txBody>
      </p:sp>
      <p:sp>
        <p:nvSpPr>
          <p:cNvPr id="3" name="Inhaltsplatzhalter 2">
            <a:extLst>
              <a:ext uri="{FF2B5EF4-FFF2-40B4-BE49-F238E27FC236}">
                <a16:creationId xmlns:a16="http://schemas.microsoft.com/office/drawing/2014/main" id="{D2B9D042-A0CB-F10D-397F-F5E59F75BAB1}"/>
              </a:ext>
            </a:extLst>
          </p:cNvPr>
          <p:cNvSpPr>
            <a:spLocks noGrp="1"/>
          </p:cNvSpPr>
          <p:nvPr>
            <p:ph idx="1"/>
          </p:nvPr>
        </p:nvSpPr>
        <p:spPr>
          <a:xfrm>
            <a:off x="263010" y="1324610"/>
            <a:ext cx="8604250" cy="3368040"/>
          </a:xfrm>
        </p:spPr>
        <p:txBody>
          <a:bodyPr>
            <a:normAutofit/>
          </a:bodyPr>
          <a:lstStyle/>
          <a:p>
            <a:pPr marL="457200" indent="-457200">
              <a:buFont typeface="+mj-lt"/>
              <a:buAutoNum type="arabicPeriod"/>
            </a:pPr>
            <a:r>
              <a:rPr lang="de-DE" sz="1400"/>
              <a:t>Hyper-Personalisierung</a:t>
            </a:r>
          </a:p>
          <a:p>
            <a:pPr marL="914400" lvl="1" indent="-457200">
              <a:buFont typeface="Arial" panose="020B0604020202020204" pitchFamily="34" charset="0"/>
              <a:buChar char="•"/>
            </a:pPr>
            <a:r>
              <a:rPr lang="de-DE" sz="1200"/>
              <a:t>Schaffung dynamischer, digitaler Repräsentanzen einzelner </a:t>
            </a:r>
            <a:r>
              <a:rPr lang="de-DE" sz="1200" err="1"/>
              <a:t>Patient:innen</a:t>
            </a:r>
            <a:r>
              <a:rPr lang="de-DE" sz="1200"/>
              <a:t> durch kontinuierliche Integration von Daten aus EPA, Genomik, Wearables, Lebensstil-Analysen und Echtzeit-Monitoring.</a:t>
            </a:r>
          </a:p>
          <a:p>
            <a:pPr marL="457200" indent="-457200">
              <a:buFont typeface="+mj-lt"/>
              <a:buAutoNum type="arabicPeriod"/>
            </a:pPr>
            <a:r>
              <a:rPr lang="de-DE" sz="1400"/>
              <a:t>Hospital </a:t>
            </a:r>
            <a:r>
              <a:rPr lang="de-DE" sz="1400" err="1"/>
              <a:t>as</a:t>
            </a:r>
            <a:r>
              <a:rPr lang="de-DE" sz="1400"/>
              <a:t> a </a:t>
            </a:r>
            <a:r>
              <a:rPr lang="de-DE" sz="1400" err="1"/>
              <a:t>Platform</a:t>
            </a:r>
            <a:endParaRPr lang="de-DE" sz="1400"/>
          </a:p>
          <a:p>
            <a:pPr marL="914400" lvl="1" indent="-457200">
              <a:buFont typeface="Arial" panose="020B0604020202020204" pitchFamily="34" charset="0"/>
              <a:buChar char="•"/>
            </a:pPr>
            <a:r>
              <a:rPr lang="de-DE" sz="1200"/>
              <a:t>Selektive und sichere Öffnung der (anonymisierten/aggregierten) Dateninfrastruktur und bestimmter technologischer Plattformen (z.B. Telemedizin-Schnittstellen, Analyse-Tools) für zertifizierte Drittanbieter und spezialisierte MedTech-Start-ups.</a:t>
            </a:r>
          </a:p>
          <a:p>
            <a:pPr marL="457200" indent="-457200">
              <a:buFont typeface="+mj-lt"/>
              <a:buAutoNum type="arabicPeriod"/>
            </a:pPr>
            <a:r>
              <a:rPr lang="de-DE" sz="1400"/>
              <a:t>Prädiktives Supply Chain Management System für optimierte Materialkosten</a:t>
            </a:r>
          </a:p>
          <a:p>
            <a:pPr marL="914400" lvl="1" indent="-457200">
              <a:buFont typeface="Arial" panose="020B0604020202020204" pitchFamily="34" charset="0"/>
              <a:buChar char="•"/>
            </a:pPr>
            <a:r>
              <a:rPr lang="de-DE" sz="1200"/>
              <a:t>Einsatz von KI zur präzisen Vorhersage des Bedarfs an Medikamenten, medizinischen Verbrauchsmaterialien und Implantaten. Dies basiert auf der Analyse von OP-Plänen, saisonalen Mustern und dem individuellen Bedarfsprofil der Klinik. Anbindung an  ein Liefersystem.</a:t>
            </a:r>
          </a:p>
          <a:p>
            <a:pPr marL="457200" indent="-457200">
              <a:buFont typeface="+mj-lt"/>
              <a:buAutoNum type="arabicPeriod"/>
            </a:pPr>
            <a:r>
              <a:rPr lang="de-DE" sz="1400"/>
              <a:t>KI-gestütztes Cockpit zur Kostenoptimierung</a:t>
            </a:r>
          </a:p>
          <a:p>
            <a:pPr marL="914400" lvl="1" indent="-457200">
              <a:buFont typeface="Arial" panose="020B0604020202020204" pitchFamily="34" charset="0"/>
              <a:buChar char="•"/>
            </a:pPr>
            <a:r>
              <a:rPr lang="de-DE" sz="1200"/>
              <a:t>Ein intelligentes Echtzeit-Dashboard, das kontinuierlich Finanz-, Betriebs- und </a:t>
            </a:r>
            <a:r>
              <a:rPr lang="de-DE" sz="1200" err="1"/>
              <a:t>Patient:innendaten</a:t>
            </a:r>
            <a:r>
              <a:rPr lang="de-DE" sz="1200"/>
              <a:t> analysiert. Es identifiziert proaktiv Umsatzpotenziale, Kostentreiber und gibt Handlungsempfehlungen</a:t>
            </a:r>
          </a:p>
        </p:txBody>
      </p:sp>
      <p:sp>
        <p:nvSpPr>
          <p:cNvPr id="4" name="Datumsplatzhalter 3">
            <a:extLst>
              <a:ext uri="{FF2B5EF4-FFF2-40B4-BE49-F238E27FC236}">
                <a16:creationId xmlns:a16="http://schemas.microsoft.com/office/drawing/2014/main" id="{031D7006-481C-7B04-879F-E791EEE0B432}"/>
              </a:ext>
            </a:extLst>
          </p:cNvPr>
          <p:cNvSpPr>
            <a:spLocks noGrp="1"/>
          </p:cNvSpPr>
          <p:nvPr>
            <p:ph type="dt" sz="half" idx="10"/>
          </p:nvPr>
        </p:nvSpPr>
        <p:spPr/>
        <p:txBody>
          <a:bodyPr/>
          <a:lstStyle/>
          <a:p>
            <a:endParaRPr lang="de-DE"/>
          </a:p>
        </p:txBody>
      </p:sp>
      <p:sp>
        <p:nvSpPr>
          <p:cNvPr id="5" name="Fußzeilenplatzhalter 4">
            <a:extLst>
              <a:ext uri="{FF2B5EF4-FFF2-40B4-BE49-F238E27FC236}">
                <a16:creationId xmlns:a16="http://schemas.microsoft.com/office/drawing/2014/main" id="{BE747421-7114-A339-AE1E-BEDD69112F94}"/>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82DB3349-7C51-89B8-E410-821926ED9D5E}"/>
              </a:ext>
            </a:extLst>
          </p:cNvPr>
          <p:cNvSpPr>
            <a:spLocks noGrp="1"/>
          </p:cNvSpPr>
          <p:nvPr>
            <p:ph type="sldNum" sz="quarter" idx="12"/>
          </p:nvPr>
        </p:nvSpPr>
        <p:spPr/>
        <p:txBody>
          <a:bodyPr/>
          <a:lstStyle/>
          <a:p>
            <a:fld id="{E68C68F6-CEB4-C040-B3A3-CADDD499EB7C}" type="slidenum">
              <a:rPr lang="de-DE" smtClean="0"/>
              <a:pPr/>
              <a:t>32</a:t>
            </a:fld>
            <a:endParaRPr lang="de-DE"/>
          </a:p>
        </p:txBody>
      </p:sp>
    </p:spTree>
    <p:extLst>
      <p:ext uri="{BB962C8B-B14F-4D97-AF65-F5344CB8AC3E}">
        <p14:creationId xmlns:p14="http://schemas.microsoft.com/office/powerpoint/2010/main" val="12913947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4496F-3B50-C576-9A36-323FD40FA7B1}"/>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E4FD791A-D5F5-1D4B-B66C-120D7892107F}"/>
              </a:ext>
            </a:extLst>
          </p:cNvPr>
          <p:cNvSpPr>
            <a:spLocks noGrp="1"/>
          </p:cNvSpPr>
          <p:nvPr>
            <p:ph type="ctrTitle"/>
          </p:nvPr>
        </p:nvSpPr>
        <p:spPr>
          <a:xfrm>
            <a:off x="1076919" y="2571750"/>
            <a:ext cx="6990161" cy="737548"/>
          </a:xfrm>
        </p:spPr>
        <p:txBody>
          <a:bodyPr/>
          <a:lstStyle/>
          <a:p>
            <a:r>
              <a:rPr lang="de-DE" noProof="0"/>
              <a:t>Finanzmanagement</a:t>
            </a:r>
          </a:p>
        </p:txBody>
      </p:sp>
      <p:sp>
        <p:nvSpPr>
          <p:cNvPr id="6" name="Foliennummernplatzhalter 5">
            <a:extLst>
              <a:ext uri="{FF2B5EF4-FFF2-40B4-BE49-F238E27FC236}">
                <a16:creationId xmlns:a16="http://schemas.microsoft.com/office/drawing/2014/main" id="{735CFD3B-F705-F390-9ABB-047506525968}"/>
              </a:ext>
            </a:extLst>
          </p:cNvPr>
          <p:cNvSpPr>
            <a:spLocks noGrp="1"/>
          </p:cNvSpPr>
          <p:nvPr>
            <p:ph type="sldNum" sz="quarter" idx="4294967295"/>
          </p:nvPr>
        </p:nvSpPr>
        <p:spPr>
          <a:xfrm>
            <a:off x="7010400" y="4767263"/>
            <a:ext cx="2133600" cy="274637"/>
          </a:xfrm>
        </p:spPr>
        <p:txBody>
          <a:bodyPr/>
          <a:lstStyle/>
          <a:p>
            <a:fld id="{E68C68F6-CEB4-C040-B3A3-CADDD499EB7C}" type="slidenum">
              <a:rPr lang="de-DE" noProof="0" smtClean="0"/>
              <a:pPr/>
              <a:t>33</a:t>
            </a:fld>
            <a:endParaRPr lang="de-DE" noProof="0"/>
          </a:p>
        </p:txBody>
      </p:sp>
    </p:spTree>
    <p:extLst>
      <p:ext uri="{BB962C8B-B14F-4D97-AF65-F5344CB8AC3E}">
        <p14:creationId xmlns:p14="http://schemas.microsoft.com/office/powerpoint/2010/main" val="33314410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AD4BF-E781-9146-F2C4-1DCB24AC742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E278D65-3ABB-BC79-757F-836EDAE4341C}"/>
              </a:ext>
            </a:extLst>
          </p:cNvPr>
          <p:cNvSpPr>
            <a:spLocks noGrp="1"/>
          </p:cNvSpPr>
          <p:nvPr>
            <p:ph type="title"/>
          </p:nvPr>
        </p:nvSpPr>
        <p:spPr/>
        <p:txBody>
          <a:bodyPr/>
          <a:lstStyle/>
          <a:p>
            <a:r>
              <a:rPr lang="de-DE" noProof="0"/>
              <a:t>Besondere Herausforderungen</a:t>
            </a:r>
          </a:p>
        </p:txBody>
      </p:sp>
      <p:sp>
        <p:nvSpPr>
          <p:cNvPr id="4" name="Datumsplatzhalter 3">
            <a:extLst>
              <a:ext uri="{FF2B5EF4-FFF2-40B4-BE49-F238E27FC236}">
                <a16:creationId xmlns:a16="http://schemas.microsoft.com/office/drawing/2014/main" id="{7128D6A4-6D75-A042-C85A-6E9D821D0D0A}"/>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1607770B-006F-864F-CEE4-58898A4DE758}"/>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98751E9D-C908-6FF8-7D87-E0C365E90949}"/>
              </a:ext>
            </a:extLst>
          </p:cNvPr>
          <p:cNvSpPr>
            <a:spLocks noGrp="1"/>
          </p:cNvSpPr>
          <p:nvPr>
            <p:ph type="sldNum" sz="quarter" idx="12"/>
          </p:nvPr>
        </p:nvSpPr>
        <p:spPr/>
        <p:txBody>
          <a:bodyPr/>
          <a:lstStyle/>
          <a:p>
            <a:fld id="{E68C68F6-CEB4-C040-B3A3-CADDD499EB7C}" type="slidenum">
              <a:rPr lang="de-DE" noProof="0" smtClean="0"/>
              <a:pPr/>
              <a:t>34</a:t>
            </a:fld>
            <a:endParaRPr lang="de-DE" noProof="0"/>
          </a:p>
        </p:txBody>
      </p:sp>
      <p:sp>
        <p:nvSpPr>
          <p:cNvPr id="7" name="Rectangle 1">
            <a:extLst>
              <a:ext uri="{FF2B5EF4-FFF2-40B4-BE49-F238E27FC236}">
                <a16:creationId xmlns:a16="http://schemas.microsoft.com/office/drawing/2014/main" id="{EADED362-F020-F494-7B46-82842F9515D6}"/>
              </a:ext>
            </a:extLst>
          </p:cNvPr>
          <p:cNvSpPr>
            <a:spLocks noGrp="1" noChangeArrowheads="1"/>
          </p:cNvSpPr>
          <p:nvPr>
            <p:ph idx="1"/>
          </p:nvPr>
        </p:nvSpPr>
        <p:spPr bwMode="auto">
          <a:xfrm>
            <a:off x="601445" y="1772467"/>
            <a:ext cx="804027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de-DE" sz="1800" b="1" i="0" u="none" strike="noStrike" cap="none" normalizeH="0" baseline="0" noProof="0">
                <a:ln>
                  <a:noFill/>
                </a:ln>
                <a:solidFill>
                  <a:schemeClr val="tx1"/>
                </a:solidFill>
                <a:effectLst/>
                <a:latin typeface="Arial" panose="020B0604020202020204" pitchFamily="34" charset="0"/>
              </a:rPr>
              <a:t>Regulatorische Vorgaben:</a:t>
            </a:r>
            <a:r>
              <a:rPr kumimoji="0" lang="de-DE" sz="1800" b="0" i="0" u="none" strike="noStrike" cap="none" normalizeH="0" baseline="0" noProof="0">
                <a:ln>
                  <a:noFill/>
                </a:ln>
                <a:solidFill>
                  <a:schemeClr val="tx1"/>
                </a:solidFill>
                <a:effectLst/>
                <a:latin typeface="Arial" panose="020B0604020202020204" pitchFamily="34" charset="0"/>
              </a:rPr>
              <a:t> Staatliche Rahmenbedingungen welche Versorgungsziele definieren, Budgetgrenzen und Vergütungssysteme.</a:t>
            </a:r>
          </a:p>
          <a:p>
            <a:pPr marL="0" marR="0" lvl="0" indent="0" algn="l" defTabSz="914400" rtl="0" eaLnBrk="0" fontAlgn="base" latinLnBrk="0" hangingPunct="0">
              <a:lnSpc>
                <a:spcPct val="100000"/>
              </a:lnSpc>
              <a:spcBef>
                <a:spcPct val="0"/>
              </a:spcBef>
              <a:spcAft>
                <a:spcPct val="0"/>
              </a:spcAft>
              <a:buClrTx/>
              <a:buSzTx/>
              <a:tabLst/>
            </a:pPr>
            <a:endParaRPr kumimoji="0" lang="de-DE" sz="1800" b="0" i="0" u="none" strike="noStrike" cap="none" normalizeH="0" baseline="0" noProof="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de-DE" sz="1800" b="1" i="0" u="none" strike="noStrike" cap="none" normalizeH="0" baseline="0" noProof="0">
                <a:ln>
                  <a:noFill/>
                </a:ln>
                <a:solidFill>
                  <a:schemeClr val="tx1"/>
                </a:solidFill>
                <a:effectLst/>
                <a:latin typeface="Arial" panose="020B0604020202020204" pitchFamily="34" charset="0"/>
              </a:rPr>
              <a:t>Marktdynamik:</a:t>
            </a:r>
            <a:r>
              <a:rPr kumimoji="0" lang="de-DE" sz="1800" b="0" i="0" u="none" strike="noStrike" cap="none" normalizeH="0" baseline="0" noProof="0">
                <a:ln>
                  <a:noFill/>
                </a:ln>
                <a:solidFill>
                  <a:schemeClr val="tx1"/>
                </a:solidFill>
                <a:effectLst/>
                <a:latin typeface="Arial" panose="020B0604020202020204" pitchFamily="34" charset="0"/>
              </a:rPr>
              <a:t> Wettbewerb zwischen privaten und öffentlichen Trägern erhöht den Druck zur Effizienzsteigerung und Spezialisierung.</a:t>
            </a:r>
          </a:p>
          <a:p>
            <a:pPr marL="0" marR="0" lvl="0" indent="0" algn="l" defTabSz="914400" rtl="0" eaLnBrk="0" fontAlgn="base" latinLnBrk="0" hangingPunct="0">
              <a:lnSpc>
                <a:spcPct val="100000"/>
              </a:lnSpc>
              <a:spcBef>
                <a:spcPct val="0"/>
              </a:spcBef>
              <a:spcAft>
                <a:spcPct val="0"/>
              </a:spcAft>
              <a:buClrTx/>
              <a:buSzTx/>
              <a:tabLst/>
            </a:pPr>
            <a:endParaRPr kumimoji="0" lang="de-DE" sz="1800" b="0" i="0" u="none" strike="noStrike" cap="none" normalizeH="0" baseline="0" noProof="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de-DE" sz="1800" b="1" i="0" u="none" strike="noStrike" cap="none" normalizeH="0" baseline="0" noProof="0">
                <a:ln>
                  <a:noFill/>
                </a:ln>
                <a:solidFill>
                  <a:schemeClr val="tx1"/>
                </a:solidFill>
                <a:effectLst/>
                <a:latin typeface="Arial" panose="020B0604020202020204" pitchFamily="34" charset="0"/>
              </a:rPr>
              <a:t>Demografie:</a:t>
            </a:r>
            <a:r>
              <a:rPr kumimoji="0" lang="de-DE" sz="1800" b="0" i="0" u="none" strike="noStrike" cap="none" normalizeH="0" baseline="0" noProof="0">
                <a:ln>
                  <a:noFill/>
                </a:ln>
                <a:solidFill>
                  <a:schemeClr val="tx1"/>
                </a:solidFill>
                <a:effectLst/>
                <a:latin typeface="Arial" panose="020B0604020202020204" pitchFamily="34" charset="0"/>
              </a:rPr>
              <a:t> Eine alternde Bevölkerung führt zu steigendem Versorgungsbedarf – sowohl Chance als auch Kostenfaktor.</a:t>
            </a:r>
          </a:p>
        </p:txBody>
      </p:sp>
    </p:spTree>
    <p:extLst>
      <p:ext uri="{BB962C8B-B14F-4D97-AF65-F5344CB8AC3E}">
        <p14:creationId xmlns:p14="http://schemas.microsoft.com/office/powerpoint/2010/main" val="3137632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1841A-4FF2-801F-EA4E-1C1498914AE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423D9BB-5D52-265E-C0E4-DC75C3222F62}"/>
              </a:ext>
            </a:extLst>
          </p:cNvPr>
          <p:cNvSpPr>
            <a:spLocks noGrp="1"/>
          </p:cNvSpPr>
          <p:nvPr>
            <p:ph type="title"/>
          </p:nvPr>
        </p:nvSpPr>
        <p:spPr/>
        <p:txBody>
          <a:bodyPr/>
          <a:lstStyle/>
          <a:p>
            <a:r>
              <a:rPr lang="de-DE" noProof="0"/>
              <a:t>Unterschiede der Trägermodelle</a:t>
            </a:r>
          </a:p>
        </p:txBody>
      </p:sp>
      <p:sp>
        <p:nvSpPr>
          <p:cNvPr id="4" name="Datumsplatzhalter 3">
            <a:extLst>
              <a:ext uri="{FF2B5EF4-FFF2-40B4-BE49-F238E27FC236}">
                <a16:creationId xmlns:a16="http://schemas.microsoft.com/office/drawing/2014/main" id="{B79160A7-F0B2-174A-1808-5BC601445033}"/>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0E5B8147-260D-C8EB-45C9-66EBEC8F6BA4}"/>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EE8F1BBD-55BA-6D23-BF47-24A44FEC505C}"/>
              </a:ext>
            </a:extLst>
          </p:cNvPr>
          <p:cNvSpPr>
            <a:spLocks noGrp="1"/>
          </p:cNvSpPr>
          <p:nvPr>
            <p:ph type="sldNum" sz="quarter" idx="12"/>
          </p:nvPr>
        </p:nvSpPr>
        <p:spPr/>
        <p:txBody>
          <a:bodyPr/>
          <a:lstStyle/>
          <a:p>
            <a:fld id="{E68C68F6-CEB4-C040-B3A3-CADDD499EB7C}" type="slidenum">
              <a:rPr lang="de-DE" noProof="0" smtClean="0"/>
              <a:pPr/>
              <a:t>35</a:t>
            </a:fld>
            <a:endParaRPr lang="de-DE" noProof="0"/>
          </a:p>
        </p:txBody>
      </p:sp>
      <p:sp>
        <p:nvSpPr>
          <p:cNvPr id="7" name="Rectangle 1">
            <a:extLst>
              <a:ext uri="{FF2B5EF4-FFF2-40B4-BE49-F238E27FC236}">
                <a16:creationId xmlns:a16="http://schemas.microsoft.com/office/drawing/2014/main" id="{372D0A92-D398-3732-6FDD-E208B047822E}"/>
              </a:ext>
            </a:extLst>
          </p:cNvPr>
          <p:cNvSpPr>
            <a:spLocks noGrp="1" noChangeArrowheads="1"/>
          </p:cNvSpPr>
          <p:nvPr>
            <p:ph idx="1"/>
          </p:nvPr>
        </p:nvSpPr>
        <p:spPr bwMode="auto">
          <a:xfrm>
            <a:off x="601445" y="1846107"/>
            <a:ext cx="8040279" cy="261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de-DE" sz="1800" b="1" noProof="0">
                <a:latin typeface="Arial" panose="020B0604020202020204" pitchFamily="34" charset="0"/>
              </a:rPr>
              <a:t>Öffentliche Träger </a:t>
            </a:r>
            <a:r>
              <a:rPr lang="de-DE" sz="1800" noProof="0">
                <a:latin typeface="Arial" panose="020B0604020202020204" pitchFamily="34" charset="0"/>
              </a:rPr>
              <a:t>(z. B. kommunale Krankenhäuser):</a:t>
            </a:r>
          </a:p>
          <a:p>
            <a:pPr>
              <a:buNone/>
            </a:pPr>
            <a:endParaRPr lang="de-DE" sz="1800" noProof="0">
              <a:latin typeface="Arial" panose="020B0604020202020204" pitchFamily="34" charset="0"/>
            </a:endParaRPr>
          </a:p>
          <a:p>
            <a:pPr marL="285750" indent="-285750">
              <a:buFont typeface="Arial" panose="020B0604020202020204" pitchFamily="34" charset="0"/>
              <a:buChar char="•"/>
            </a:pPr>
            <a:r>
              <a:rPr lang="de-DE" sz="1800" noProof="0">
                <a:latin typeface="Arial" panose="020B0604020202020204" pitchFamily="34" charset="0"/>
              </a:rPr>
              <a:t>Finanzierung von Investitionen durch öffentliche Mittel (Bund, Länder, Kommunen).</a:t>
            </a:r>
          </a:p>
          <a:p>
            <a:pPr marL="285750" indent="-285750">
              <a:buFont typeface="Arial" panose="020B0604020202020204" pitchFamily="34" charset="0"/>
              <a:buChar char="•"/>
            </a:pPr>
            <a:r>
              <a:rPr lang="de-DE" sz="1800" noProof="0">
                <a:latin typeface="Arial" panose="020B0604020202020204" pitchFamily="34" charset="0"/>
              </a:rPr>
              <a:t>Laufende Kosten gedeckt durch gesetzliche Versicherungen und Zuschüsse.</a:t>
            </a:r>
          </a:p>
          <a:p>
            <a:pPr marL="285750" indent="-285750">
              <a:buFont typeface="Arial" panose="020B0604020202020204" pitchFamily="34" charset="0"/>
              <a:buChar char="•"/>
            </a:pPr>
            <a:r>
              <a:rPr lang="de-DE" sz="1800" noProof="0">
                <a:latin typeface="Arial" panose="020B0604020202020204" pitchFamily="34" charset="0"/>
              </a:rPr>
              <a:t>Geringe wirtschaftliche Flexibilität, da stark reguliert und nicht gewinnorientiert.</a:t>
            </a:r>
          </a:p>
        </p:txBody>
      </p:sp>
    </p:spTree>
    <p:extLst>
      <p:ext uri="{BB962C8B-B14F-4D97-AF65-F5344CB8AC3E}">
        <p14:creationId xmlns:p14="http://schemas.microsoft.com/office/powerpoint/2010/main" val="37674607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B2C7F-6C77-04EA-E776-6A0DAE498F5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FA8E619-F1D1-E5BE-B73A-4160DFE5B932}"/>
              </a:ext>
            </a:extLst>
          </p:cNvPr>
          <p:cNvSpPr>
            <a:spLocks noGrp="1"/>
          </p:cNvSpPr>
          <p:nvPr>
            <p:ph type="title"/>
          </p:nvPr>
        </p:nvSpPr>
        <p:spPr/>
        <p:txBody>
          <a:bodyPr/>
          <a:lstStyle/>
          <a:p>
            <a:r>
              <a:rPr lang="de-DE" noProof="0"/>
              <a:t>Unterschiede der Trägermodelle</a:t>
            </a:r>
          </a:p>
        </p:txBody>
      </p:sp>
      <p:sp>
        <p:nvSpPr>
          <p:cNvPr id="4" name="Datumsplatzhalter 3">
            <a:extLst>
              <a:ext uri="{FF2B5EF4-FFF2-40B4-BE49-F238E27FC236}">
                <a16:creationId xmlns:a16="http://schemas.microsoft.com/office/drawing/2014/main" id="{19F77D31-79CE-B6DC-267C-4EAC8C77F177}"/>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9E1806A1-CC0F-87DE-213E-D5A67C36B439}"/>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ECB7A2B8-AC89-0F77-EE81-086061FBA4D4}"/>
              </a:ext>
            </a:extLst>
          </p:cNvPr>
          <p:cNvSpPr>
            <a:spLocks noGrp="1"/>
          </p:cNvSpPr>
          <p:nvPr>
            <p:ph type="sldNum" sz="quarter" idx="12"/>
          </p:nvPr>
        </p:nvSpPr>
        <p:spPr/>
        <p:txBody>
          <a:bodyPr/>
          <a:lstStyle/>
          <a:p>
            <a:fld id="{E68C68F6-CEB4-C040-B3A3-CADDD499EB7C}" type="slidenum">
              <a:rPr lang="de-DE" noProof="0" smtClean="0"/>
              <a:pPr/>
              <a:t>36</a:t>
            </a:fld>
            <a:endParaRPr lang="de-DE" noProof="0"/>
          </a:p>
        </p:txBody>
      </p:sp>
      <p:sp>
        <p:nvSpPr>
          <p:cNvPr id="7" name="Rectangle 1">
            <a:extLst>
              <a:ext uri="{FF2B5EF4-FFF2-40B4-BE49-F238E27FC236}">
                <a16:creationId xmlns:a16="http://schemas.microsoft.com/office/drawing/2014/main" id="{0379E28F-E883-B14F-71E0-AA32094DF507}"/>
              </a:ext>
            </a:extLst>
          </p:cNvPr>
          <p:cNvSpPr>
            <a:spLocks noGrp="1" noChangeArrowheads="1"/>
          </p:cNvSpPr>
          <p:nvPr>
            <p:ph idx="1"/>
          </p:nvPr>
        </p:nvSpPr>
        <p:spPr bwMode="auto">
          <a:xfrm>
            <a:off x="550875" y="1837522"/>
            <a:ext cx="8040279" cy="261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de-DE" sz="1800" b="1" noProof="0">
                <a:latin typeface="Arial" panose="020B0604020202020204" pitchFamily="34" charset="0"/>
              </a:rPr>
              <a:t>Private Träger </a:t>
            </a:r>
            <a:r>
              <a:rPr lang="de-DE" sz="1800" noProof="0">
                <a:latin typeface="Arial" panose="020B0604020202020204" pitchFamily="34" charset="0"/>
              </a:rPr>
              <a:t>(z. B. Klinikgruppen, Privatkliniken):</a:t>
            </a:r>
          </a:p>
          <a:p>
            <a:pPr>
              <a:buNone/>
            </a:pPr>
            <a:endParaRPr lang="de-DE" sz="1800" noProof="0">
              <a:latin typeface="Arial" panose="020B0604020202020204" pitchFamily="34" charset="0"/>
            </a:endParaRPr>
          </a:p>
          <a:p>
            <a:pPr marL="285750" indent="-285750">
              <a:buFont typeface="Arial" panose="020B0604020202020204" pitchFamily="34" charset="0"/>
              <a:buChar char="•"/>
            </a:pPr>
            <a:r>
              <a:rPr lang="de-DE" sz="1800" noProof="0">
                <a:latin typeface="Arial" panose="020B0604020202020204" pitchFamily="34" charset="0"/>
              </a:rPr>
              <a:t>Finanzierung durch Eigenkapital, Kredite, private Investoren sowie Erlöse aus Fallpauschalen und Privatversicherungen.</a:t>
            </a:r>
          </a:p>
          <a:p>
            <a:pPr marL="285750" indent="-285750">
              <a:buFont typeface="Arial" panose="020B0604020202020204" pitchFamily="34" charset="0"/>
              <a:buChar char="•"/>
            </a:pPr>
            <a:r>
              <a:rPr lang="de-DE" sz="1800" noProof="0">
                <a:latin typeface="Arial" panose="020B0604020202020204" pitchFamily="34" charset="0"/>
              </a:rPr>
              <a:t>Stärkere Ausrichtung auf Rentabilität, Innovation und schnelle Entscheidungswege.</a:t>
            </a:r>
          </a:p>
          <a:p>
            <a:pPr marL="285750" indent="-285750">
              <a:buFont typeface="Arial" panose="020B0604020202020204" pitchFamily="34" charset="0"/>
              <a:buChar char="•"/>
            </a:pPr>
            <a:r>
              <a:rPr lang="de-DE" sz="1800" noProof="0">
                <a:latin typeface="Arial" panose="020B0604020202020204" pitchFamily="34" charset="0"/>
              </a:rPr>
              <a:t>Tragen wirtschaftliches Risiko selbst, agieren jedoch marktnäher und oft effizienter.</a:t>
            </a:r>
          </a:p>
        </p:txBody>
      </p:sp>
    </p:spTree>
    <p:extLst>
      <p:ext uri="{BB962C8B-B14F-4D97-AF65-F5344CB8AC3E}">
        <p14:creationId xmlns:p14="http://schemas.microsoft.com/office/powerpoint/2010/main" val="19841231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75383-678A-F80C-C894-C6107A37049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C893243-0AC4-EA5D-6A8E-53792AF3E4AF}"/>
              </a:ext>
            </a:extLst>
          </p:cNvPr>
          <p:cNvSpPr>
            <a:spLocks noGrp="1"/>
          </p:cNvSpPr>
          <p:nvPr>
            <p:ph type="title"/>
          </p:nvPr>
        </p:nvSpPr>
        <p:spPr/>
        <p:txBody>
          <a:bodyPr/>
          <a:lstStyle/>
          <a:p>
            <a:r>
              <a:rPr lang="de-DE" noProof="0"/>
              <a:t>Finanzierungsquellen </a:t>
            </a:r>
          </a:p>
        </p:txBody>
      </p:sp>
      <p:sp>
        <p:nvSpPr>
          <p:cNvPr id="4" name="Datumsplatzhalter 3">
            <a:extLst>
              <a:ext uri="{FF2B5EF4-FFF2-40B4-BE49-F238E27FC236}">
                <a16:creationId xmlns:a16="http://schemas.microsoft.com/office/drawing/2014/main" id="{E0D755A4-2ED2-0A08-7A69-F6D7350F4629}"/>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5212929B-9B86-C6CF-AA57-DED3B8AB7F71}"/>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9392254F-DAC5-6F22-650E-83CD3CEDE7C4}"/>
              </a:ext>
            </a:extLst>
          </p:cNvPr>
          <p:cNvSpPr>
            <a:spLocks noGrp="1"/>
          </p:cNvSpPr>
          <p:nvPr>
            <p:ph type="sldNum" sz="quarter" idx="12"/>
          </p:nvPr>
        </p:nvSpPr>
        <p:spPr/>
        <p:txBody>
          <a:bodyPr/>
          <a:lstStyle/>
          <a:p>
            <a:fld id="{E68C68F6-CEB4-C040-B3A3-CADDD499EB7C}" type="slidenum">
              <a:rPr lang="de-DE" noProof="0" smtClean="0"/>
              <a:pPr/>
              <a:t>37</a:t>
            </a:fld>
            <a:endParaRPr lang="de-DE" noProof="0"/>
          </a:p>
        </p:txBody>
      </p:sp>
      <p:sp>
        <p:nvSpPr>
          <p:cNvPr id="7" name="Rectangle 1">
            <a:extLst>
              <a:ext uri="{FF2B5EF4-FFF2-40B4-BE49-F238E27FC236}">
                <a16:creationId xmlns:a16="http://schemas.microsoft.com/office/drawing/2014/main" id="{F295FB01-7CFF-4FF2-23B4-76AF9440060E}"/>
              </a:ext>
            </a:extLst>
          </p:cNvPr>
          <p:cNvSpPr>
            <a:spLocks noGrp="1" noChangeArrowheads="1"/>
          </p:cNvSpPr>
          <p:nvPr>
            <p:ph idx="1"/>
          </p:nvPr>
        </p:nvSpPr>
        <p:spPr bwMode="auto">
          <a:xfrm>
            <a:off x="550875" y="1652856"/>
            <a:ext cx="8040279" cy="2985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de-DE" sz="1400" b="1" noProof="0"/>
              <a:t>1. Eigenkapital:</a:t>
            </a:r>
            <a:br>
              <a:rPr lang="de-DE" sz="1400" noProof="0"/>
            </a:br>
            <a:r>
              <a:rPr lang="de-DE" sz="1400" noProof="0"/>
              <a:t>Gründerkapital, Business Angels, Private-Equity-Investoren (meist renditeorientiert).</a:t>
            </a:r>
          </a:p>
          <a:p>
            <a:pPr>
              <a:buNone/>
            </a:pPr>
            <a:r>
              <a:rPr lang="de-DE" sz="1400" b="1" noProof="0"/>
              <a:t>2. Fremdkapital:</a:t>
            </a:r>
            <a:br>
              <a:rPr lang="de-DE" sz="1400" noProof="0"/>
            </a:br>
            <a:r>
              <a:rPr lang="de-DE" sz="1400" noProof="0"/>
              <a:t>Bankdarlehen, Förderkredite (z. B. KfW), Leasing für Investitionsgüter.</a:t>
            </a:r>
          </a:p>
          <a:p>
            <a:pPr>
              <a:buNone/>
            </a:pPr>
            <a:r>
              <a:rPr lang="de-DE" sz="1400" b="1" noProof="0"/>
              <a:t>3. Öffentliche Fördermittel:</a:t>
            </a:r>
            <a:br>
              <a:rPr lang="de-DE" sz="1400" noProof="0"/>
            </a:br>
            <a:r>
              <a:rPr lang="de-DE" sz="1400" noProof="0"/>
              <a:t>Regionale Investitionszuschüsse, Bundes- und EU-Förderprogramme für Digitalisierung, Innovation, Versorgungslücken.</a:t>
            </a:r>
          </a:p>
          <a:p>
            <a:pPr>
              <a:buNone/>
            </a:pPr>
            <a:r>
              <a:rPr lang="de-DE" sz="1400" b="1" noProof="0"/>
              <a:t>4. Strategische Kooperationen:</a:t>
            </a:r>
            <a:br>
              <a:rPr lang="de-DE" sz="1400" noProof="0"/>
            </a:br>
            <a:r>
              <a:rPr lang="de-DE" sz="1400" noProof="0"/>
              <a:t>Partnerschaften mit Krankenkassen, Pharma- oder MedTech-Unternehmen sichern Infrastruktur oder Einnahmequellen.</a:t>
            </a:r>
          </a:p>
          <a:p>
            <a:r>
              <a:rPr lang="de-DE" sz="1400" b="1" noProof="0"/>
              <a:t>5. Alternative Finanzierungsformen:</a:t>
            </a:r>
            <a:br>
              <a:rPr lang="de-DE" sz="1400" noProof="0"/>
            </a:br>
            <a:r>
              <a:rPr lang="de-DE" sz="1400" noProof="0"/>
              <a:t>Crowdfunding, Spenden, Betreiber- und Franchise-Modelle in spezialisierten Versorgungsbereichen.</a:t>
            </a:r>
          </a:p>
        </p:txBody>
      </p:sp>
    </p:spTree>
    <p:extLst>
      <p:ext uri="{BB962C8B-B14F-4D97-AF65-F5344CB8AC3E}">
        <p14:creationId xmlns:p14="http://schemas.microsoft.com/office/powerpoint/2010/main" val="15185054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9C6BB-D807-91A7-563C-95E0A38874D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58641A5-D50F-BF17-BE53-9735239F7AFD}"/>
              </a:ext>
            </a:extLst>
          </p:cNvPr>
          <p:cNvSpPr>
            <a:spLocks noGrp="1"/>
          </p:cNvSpPr>
          <p:nvPr>
            <p:ph type="title"/>
          </p:nvPr>
        </p:nvSpPr>
        <p:spPr/>
        <p:txBody>
          <a:bodyPr/>
          <a:lstStyle/>
          <a:p>
            <a:r>
              <a:rPr lang="de-DE" noProof="0"/>
              <a:t>Wirtschaftliche Steuerung &amp; Nachhaltigkeit</a:t>
            </a:r>
          </a:p>
        </p:txBody>
      </p:sp>
      <p:sp>
        <p:nvSpPr>
          <p:cNvPr id="3" name="Inhaltsplatzhalter 2">
            <a:extLst>
              <a:ext uri="{FF2B5EF4-FFF2-40B4-BE49-F238E27FC236}">
                <a16:creationId xmlns:a16="http://schemas.microsoft.com/office/drawing/2014/main" id="{298952D8-3FDA-04FF-803B-8D2EF9B9B137}"/>
              </a:ext>
            </a:extLst>
          </p:cNvPr>
          <p:cNvSpPr>
            <a:spLocks noGrp="1"/>
          </p:cNvSpPr>
          <p:nvPr>
            <p:ph idx="1"/>
          </p:nvPr>
        </p:nvSpPr>
        <p:spPr>
          <a:xfrm>
            <a:off x="264980" y="1758043"/>
            <a:ext cx="8604250" cy="2811576"/>
          </a:xfrm>
        </p:spPr>
        <p:txBody>
          <a:bodyPr/>
          <a:lstStyle/>
          <a:p>
            <a:r>
              <a:rPr lang="de-DE" b="1" noProof="0"/>
              <a:t>Einnahmenseite:</a:t>
            </a:r>
          </a:p>
          <a:p>
            <a:br>
              <a:rPr lang="de-DE" noProof="0"/>
            </a:br>
            <a:r>
              <a:rPr lang="de-DE" noProof="0"/>
              <a:t>Bestimmt durch Fallzahlen, Vergütungssysteme (z. B. DRGs), Verträge mit Kassen sowie private Zusatzleistungen.</a:t>
            </a:r>
          </a:p>
        </p:txBody>
      </p:sp>
      <p:sp>
        <p:nvSpPr>
          <p:cNvPr id="4" name="Datumsplatzhalter 3">
            <a:extLst>
              <a:ext uri="{FF2B5EF4-FFF2-40B4-BE49-F238E27FC236}">
                <a16:creationId xmlns:a16="http://schemas.microsoft.com/office/drawing/2014/main" id="{038800B0-8DEA-0565-461A-23C2031D7325}"/>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9D1DC9EA-DA89-A0B5-84BE-22995497A799}"/>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0E3A4F7E-240C-EA1A-8B67-B1147C038578}"/>
              </a:ext>
            </a:extLst>
          </p:cNvPr>
          <p:cNvSpPr>
            <a:spLocks noGrp="1"/>
          </p:cNvSpPr>
          <p:nvPr>
            <p:ph type="sldNum" sz="quarter" idx="12"/>
          </p:nvPr>
        </p:nvSpPr>
        <p:spPr/>
        <p:txBody>
          <a:bodyPr/>
          <a:lstStyle/>
          <a:p>
            <a:fld id="{E68C68F6-CEB4-C040-B3A3-CADDD499EB7C}" type="slidenum">
              <a:rPr lang="de-DE" noProof="0" smtClean="0"/>
              <a:pPr/>
              <a:t>38</a:t>
            </a:fld>
            <a:endParaRPr lang="de-DE" noProof="0"/>
          </a:p>
        </p:txBody>
      </p:sp>
    </p:spTree>
    <p:extLst>
      <p:ext uri="{BB962C8B-B14F-4D97-AF65-F5344CB8AC3E}">
        <p14:creationId xmlns:p14="http://schemas.microsoft.com/office/powerpoint/2010/main" val="14226214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2C3C6-19E7-7377-6BFF-758A81CCD13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91034D0-1F65-A075-DE2A-2E1CE8916A63}"/>
              </a:ext>
            </a:extLst>
          </p:cNvPr>
          <p:cNvSpPr>
            <a:spLocks noGrp="1"/>
          </p:cNvSpPr>
          <p:nvPr>
            <p:ph type="title"/>
          </p:nvPr>
        </p:nvSpPr>
        <p:spPr/>
        <p:txBody>
          <a:bodyPr/>
          <a:lstStyle/>
          <a:p>
            <a:r>
              <a:rPr lang="de-DE" noProof="0"/>
              <a:t>Wirtschaftliche Steuerung &amp; Nachhaltigkeit</a:t>
            </a:r>
          </a:p>
        </p:txBody>
      </p:sp>
      <p:sp>
        <p:nvSpPr>
          <p:cNvPr id="3" name="Inhaltsplatzhalter 2">
            <a:extLst>
              <a:ext uri="{FF2B5EF4-FFF2-40B4-BE49-F238E27FC236}">
                <a16:creationId xmlns:a16="http://schemas.microsoft.com/office/drawing/2014/main" id="{D2D0C38A-F5D8-E623-74B7-91F2D1979B71}"/>
              </a:ext>
            </a:extLst>
          </p:cNvPr>
          <p:cNvSpPr>
            <a:spLocks noGrp="1"/>
          </p:cNvSpPr>
          <p:nvPr>
            <p:ph idx="1"/>
          </p:nvPr>
        </p:nvSpPr>
        <p:spPr>
          <a:xfrm>
            <a:off x="264980" y="1758043"/>
            <a:ext cx="8604250" cy="2811576"/>
          </a:xfrm>
        </p:spPr>
        <p:txBody>
          <a:bodyPr/>
          <a:lstStyle/>
          <a:p>
            <a:r>
              <a:rPr lang="de-DE" b="1" noProof="0"/>
              <a:t>Kostenseite:</a:t>
            </a:r>
          </a:p>
          <a:p>
            <a:br>
              <a:rPr lang="de-DE" noProof="0"/>
            </a:br>
            <a:r>
              <a:rPr lang="de-DE" noProof="0"/>
              <a:t>Größte Kostenblöcke sind Personal, Infrastruktur, Energie und Medizintechnik. Optimierungspotenziale liegen in Prozessmanagement, Digitalisierung, Einkaufskonditionen und Investitionszyklen.</a:t>
            </a:r>
          </a:p>
        </p:txBody>
      </p:sp>
      <p:sp>
        <p:nvSpPr>
          <p:cNvPr id="4" name="Datumsplatzhalter 3">
            <a:extLst>
              <a:ext uri="{FF2B5EF4-FFF2-40B4-BE49-F238E27FC236}">
                <a16:creationId xmlns:a16="http://schemas.microsoft.com/office/drawing/2014/main" id="{72E0C250-DF83-C3DE-86D3-90168F9D9D00}"/>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7022DEDB-1BBF-A1A7-C88B-13C8AB42D9F2}"/>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0EC7D9CF-5082-5A36-0FB3-21D0E9B69BA3}"/>
              </a:ext>
            </a:extLst>
          </p:cNvPr>
          <p:cNvSpPr>
            <a:spLocks noGrp="1"/>
          </p:cNvSpPr>
          <p:nvPr>
            <p:ph type="sldNum" sz="quarter" idx="12"/>
          </p:nvPr>
        </p:nvSpPr>
        <p:spPr/>
        <p:txBody>
          <a:bodyPr/>
          <a:lstStyle/>
          <a:p>
            <a:fld id="{E68C68F6-CEB4-C040-B3A3-CADDD499EB7C}" type="slidenum">
              <a:rPr lang="de-DE" noProof="0" smtClean="0"/>
              <a:pPr/>
              <a:t>39</a:t>
            </a:fld>
            <a:endParaRPr lang="de-DE" noProof="0"/>
          </a:p>
        </p:txBody>
      </p:sp>
    </p:spTree>
    <p:extLst>
      <p:ext uri="{BB962C8B-B14F-4D97-AF65-F5344CB8AC3E}">
        <p14:creationId xmlns:p14="http://schemas.microsoft.com/office/powerpoint/2010/main" val="39465465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16EA9-27D4-84FF-56E0-3ED6F983ED8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0DC0FE8-2D2E-DF77-4055-5AA1C722F438}"/>
              </a:ext>
            </a:extLst>
          </p:cNvPr>
          <p:cNvSpPr>
            <a:spLocks noGrp="1"/>
          </p:cNvSpPr>
          <p:nvPr>
            <p:ph type="title"/>
          </p:nvPr>
        </p:nvSpPr>
        <p:spPr/>
        <p:txBody>
          <a:bodyPr/>
          <a:lstStyle/>
          <a:p>
            <a:r>
              <a:rPr lang="de-DE" noProof="0"/>
              <a:t>Wirtschaftliche Steuerung &amp; Nachhaltigkeit</a:t>
            </a:r>
          </a:p>
        </p:txBody>
      </p:sp>
      <p:sp>
        <p:nvSpPr>
          <p:cNvPr id="3" name="Inhaltsplatzhalter 2">
            <a:extLst>
              <a:ext uri="{FF2B5EF4-FFF2-40B4-BE49-F238E27FC236}">
                <a16:creationId xmlns:a16="http://schemas.microsoft.com/office/drawing/2014/main" id="{C347F9B3-0678-B75A-1B2C-27A30F7A514F}"/>
              </a:ext>
            </a:extLst>
          </p:cNvPr>
          <p:cNvSpPr>
            <a:spLocks noGrp="1"/>
          </p:cNvSpPr>
          <p:nvPr>
            <p:ph idx="1"/>
          </p:nvPr>
        </p:nvSpPr>
        <p:spPr>
          <a:xfrm>
            <a:off x="264980" y="1758043"/>
            <a:ext cx="8604250" cy="2811576"/>
          </a:xfrm>
        </p:spPr>
        <p:txBody>
          <a:bodyPr/>
          <a:lstStyle/>
          <a:p>
            <a:r>
              <a:rPr lang="de-DE" b="1" noProof="0"/>
              <a:t>Nachhaltigkeit:</a:t>
            </a:r>
          </a:p>
          <a:p>
            <a:br>
              <a:rPr lang="de-DE" noProof="0"/>
            </a:br>
            <a:r>
              <a:rPr lang="de-DE" noProof="0"/>
              <a:t>Langfristige wirtschaftliche Stabilität erfordert eine ausgewogene Struktur aus Einnahmensicherung, Kostenkontrolle und strategischer Investitionsplanung.</a:t>
            </a:r>
          </a:p>
        </p:txBody>
      </p:sp>
      <p:sp>
        <p:nvSpPr>
          <p:cNvPr id="4" name="Datumsplatzhalter 3">
            <a:extLst>
              <a:ext uri="{FF2B5EF4-FFF2-40B4-BE49-F238E27FC236}">
                <a16:creationId xmlns:a16="http://schemas.microsoft.com/office/drawing/2014/main" id="{81E2144D-9448-798D-152C-7A7E5C890963}"/>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A91260C2-81CF-3E50-E746-5A73077004D2}"/>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C01362A0-ADD2-79FE-56D7-B51150565BFD}"/>
              </a:ext>
            </a:extLst>
          </p:cNvPr>
          <p:cNvSpPr>
            <a:spLocks noGrp="1"/>
          </p:cNvSpPr>
          <p:nvPr>
            <p:ph type="sldNum" sz="quarter" idx="12"/>
          </p:nvPr>
        </p:nvSpPr>
        <p:spPr/>
        <p:txBody>
          <a:bodyPr/>
          <a:lstStyle/>
          <a:p>
            <a:fld id="{E68C68F6-CEB4-C040-B3A3-CADDD499EB7C}" type="slidenum">
              <a:rPr lang="de-DE" noProof="0" smtClean="0"/>
              <a:pPr/>
              <a:t>40</a:t>
            </a:fld>
            <a:endParaRPr lang="de-DE" noProof="0"/>
          </a:p>
        </p:txBody>
      </p:sp>
    </p:spTree>
    <p:extLst>
      <p:ext uri="{BB962C8B-B14F-4D97-AF65-F5344CB8AC3E}">
        <p14:creationId xmlns:p14="http://schemas.microsoft.com/office/powerpoint/2010/main" val="15778862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0CBB0-DD9B-AFE8-E0D0-66F5A84DC80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7ACFE70-B8AC-A366-B603-C0F1C19C4E0F}"/>
              </a:ext>
            </a:extLst>
          </p:cNvPr>
          <p:cNvSpPr>
            <a:spLocks noGrp="1"/>
          </p:cNvSpPr>
          <p:nvPr>
            <p:ph type="title"/>
          </p:nvPr>
        </p:nvSpPr>
        <p:spPr/>
        <p:txBody>
          <a:bodyPr/>
          <a:lstStyle/>
          <a:p>
            <a:r>
              <a:rPr lang="de-DE" noProof="0"/>
              <a:t>Fazit</a:t>
            </a:r>
          </a:p>
        </p:txBody>
      </p:sp>
      <p:sp>
        <p:nvSpPr>
          <p:cNvPr id="3" name="Inhaltsplatzhalter 2">
            <a:extLst>
              <a:ext uri="{FF2B5EF4-FFF2-40B4-BE49-F238E27FC236}">
                <a16:creationId xmlns:a16="http://schemas.microsoft.com/office/drawing/2014/main" id="{63445967-877D-B12A-D493-2956863DDD2B}"/>
              </a:ext>
            </a:extLst>
          </p:cNvPr>
          <p:cNvSpPr>
            <a:spLocks noGrp="1"/>
          </p:cNvSpPr>
          <p:nvPr>
            <p:ph idx="1"/>
          </p:nvPr>
        </p:nvSpPr>
        <p:spPr>
          <a:xfrm>
            <a:off x="264980" y="1758043"/>
            <a:ext cx="8604250" cy="2811576"/>
          </a:xfrm>
        </p:spPr>
        <p:txBody>
          <a:bodyPr/>
          <a:lstStyle/>
          <a:p>
            <a:br>
              <a:rPr lang="de-DE" noProof="0"/>
            </a:br>
            <a:r>
              <a:rPr lang="de-DE" noProof="0"/>
              <a:t>Finanzmanagement im Gesundheitswesen ist stark von externen Einflüssen und Trägermodellen abhängig. Der langfristige Erfolg liegt in der Fähigkeit, Finanzierungsmöglichkeiten intelligent zu kombinieren, regulatorische Spielräume zu nutzen und die Einrichtung flexibel, aber nachhaltig zu steuern.</a:t>
            </a:r>
          </a:p>
        </p:txBody>
      </p:sp>
      <p:sp>
        <p:nvSpPr>
          <p:cNvPr id="4" name="Datumsplatzhalter 3">
            <a:extLst>
              <a:ext uri="{FF2B5EF4-FFF2-40B4-BE49-F238E27FC236}">
                <a16:creationId xmlns:a16="http://schemas.microsoft.com/office/drawing/2014/main" id="{0C0D7FDB-FA80-04EC-7E96-1EC25BFF99DE}"/>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9538F85F-EC7B-9776-CC7B-11B2B2E33E71}"/>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63A0BB69-2D0A-0726-B767-186DABE626A4}"/>
              </a:ext>
            </a:extLst>
          </p:cNvPr>
          <p:cNvSpPr>
            <a:spLocks noGrp="1"/>
          </p:cNvSpPr>
          <p:nvPr>
            <p:ph type="sldNum" sz="quarter" idx="12"/>
          </p:nvPr>
        </p:nvSpPr>
        <p:spPr/>
        <p:txBody>
          <a:bodyPr/>
          <a:lstStyle/>
          <a:p>
            <a:fld id="{E68C68F6-CEB4-C040-B3A3-CADDD499EB7C}" type="slidenum">
              <a:rPr lang="de-DE" noProof="0" smtClean="0"/>
              <a:pPr/>
              <a:t>41</a:t>
            </a:fld>
            <a:endParaRPr lang="de-DE" noProof="0"/>
          </a:p>
        </p:txBody>
      </p:sp>
    </p:spTree>
    <p:extLst>
      <p:ext uri="{BB962C8B-B14F-4D97-AF65-F5344CB8AC3E}">
        <p14:creationId xmlns:p14="http://schemas.microsoft.com/office/powerpoint/2010/main" val="4723704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7F8A3-33A2-BA93-92D9-C68B1BB115F6}"/>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616DB404-C037-76A0-971C-435BF09B5D73}"/>
              </a:ext>
            </a:extLst>
          </p:cNvPr>
          <p:cNvSpPr>
            <a:spLocks noGrp="1"/>
          </p:cNvSpPr>
          <p:nvPr>
            <p:ph type="ctrTitle"/>
          </p:nvPr>
        </p:nvSpPr>
        <p:spPr>
          <a:xfrm>
            <a:off x="1076919" y="2571750"/>
            <a:ext cx="6990161" cy="737548"/>
          </a:xfrm>
        </p:spPr>
        <p:txBody>
          <a:bodyPr>
            <a:normAutofit fontScale="90000"/>
          </a:bodyPr>
          <a:lstStyle/>
          <a:p>
            <a:r>
              <a:rPr lang="de-DE" noProof="0"/>
              <a:t>Kennzahlen &amp; Financial Statements</a:t>
            </a:r>
          </a:p>
        </p:txBody>
      </p:sp>
      <p:sp>
        <p:nvSpPr>
          <p:cNvPr id="6" name="Foliennummernplatzhalter 5">
            <a:extLst>
              <a:ext uri="{FF2B5EF4-FFF2-40B4-BE49-F238E27FC236}">
                <a16:creationId xmlns:a16="http://schemas.microsoft.com/office/drawing/2014/main" id="{677DDB12-8C56-3DB6-EE73-412DB76F142E}"/>
              </a:ext>
            </a:extLst>
          </p:cNvPr>
          <p:cNvSpPr>
            <a:spLocks noGrp="1"/>
          </p:cNvSpPr>
          <p:nvPr>
            <p:ph type="sldNum" sz="quarter" idx="4294967295"/>
          </p:nvPr>
        </p:nvSpPr>
        <p:spPr>
          <a:xfrm>
            <a:off x="7010400" y="4767263"/>
            <a:ext cx="2133600" cy="274637"/>
          </a:xfrm>
        </p:spPr>
        <p:txBody>
          <a:bodyPr/>
          <a:lstStyle/>
          <a:p>
            <a:fld id="{E68C68F6-CEB4-C040-B3A3-CADDD499EB7C}" type="slidenum">
              <a:rPr lang="de-DE" noProof="0" smtClean="0"/>
              <a:pPr/>
              <a:t>42</a:t>
            </a:fld>
            <a:endParaRPr lang="de-DE" noProof="0"/>
          </a:p>
        </p:txBody>
      </p:sp>
    </p:spTree>
    <p:extLst>
      <p:ext uri="{BB962C8B-B14F-4D97-AF65-F5344CB8AC3E}">
        <p14:creationId xmlns:p14="http://schemas.microsoft.com/office/powerpoint/2010/main" val="12493729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094BE-4CE4-D176-D481-67B5A34DEB00}"/>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CC309C15-82A8-9C97-2814-45888BEB12DF}"/>
              </a:ext>
            </a:extLst>
          </p:cNvPr>
          <p:cNvSpPr>
            <a:spLocks noGrp="1"/>
          </p:cNvSpPr>
          <p:nvPr>
            <p:ph type="title"/>
          </p:nvPr>
        </p:nvSpPr>
        <p:spPr>
          <a:xfrm>
            <a:off x="264980" y="390667"/>
            <a:ext cx="8602280" cy="857250"/>
          </a:xfrm>
        </p:spPr>
        <p:txBody>
          <a:bodyPr/>
          <a:lstStyle/>
          <a:p>
            <a:pPr algn="ctr"/>
            <a:r>
              <a:rPr lang="de-DE" noProof="0"/>
              <a:t>Wir schauen in die Excel Tabelle</a:t>
            </a:r>
          </a:p>
        </p:txBody>
      </p:sp>
      <p:sp>
        <p:nvSpPr>
          <p:cNvPr id="15" name="Date Placeholder 3">
            <a:extLst>
              <a:ext uri="{FF2B5EF4-FFF2-40B4-BE49-F238E27FC236}">
                <a16:creationId xmlns:a16="http://schemas.microsoft.com/office/drawing/2014/main" id="{219D8816-036E-2F8C-5714-E9D64CB21EA7}"/>
              </a:ext>
            </a:extLst>
          </p:cNvPr>
          <p:cNvSpPr>
            <a:spLocks noGrp="1"/>
          </p:cNvSpPr>
          <p:nvPr>
            <p:ph type="dt" sz="half" idx="10"/>
          </p:nvPr>
        </p:nvSpPr>
        <p:spPr>
          <a:xfrm>
            <a:off x="264980" y="4767263"/>
            <a:ext cx="2133600" cy="273844"/>
          </a:xfrm>
        </p:spPr>
        <p:txBody>
          <a:bodyPr/>
          <a:lstStyle/>
          <a:p>
            <a:endParaRPr lang="de-DE" noProof="0"/>
          </a:p>
        </p:txBody>
      </p:sp>
      <p:sp>
        <p:nvSpPr>
          <p:cNvPr id="17" name="Footer Placeholder 4">
            <a:extLst>
              <a:ext uri="{FF2B5EF4-FFF2-40B4-BE49-F238E27FC236}">
                <a16:creationId xmlns:a16="http://schemas.microsoft.com/office/drawing/2014/main" id="{3FCF8F1F-CFB4-B76E-0B6C-9E9C22BF3F31}"/>
              </a:ext>
            </a:extLst>
          </p:cNvPr>
          <p:cNvSpPr>
            <a:spLocks noGrp="1"/>
          </p:cNvSpPr>
          <p:nvPr>
            <p:ph type="ftr" sz="quarter" idx="11"/>
          </p:nvPr>
        </p:nvSpPr>
        <p:spPr>
          <a:xfrm>
            <a:off x="3124200" y="4767263"/>
            <a:ext cx="2895600" cy="273844"/>
          </a:xfrm>
        </p:spPr>
        <p:txBody>
          <a:bodyPr/>
          <a:lstStyle/>
          <a:p>
            <a:endParaRPr lang="de-DE" noProof="0"/>
          </a:p>
        </p:txBody>
      </p:sp>
      <p:sp>
        <p:nvSpPr>
          <p:cNvPr id="6" name="Foliennummernplatzhalter 5">
            <a:extLst>
              <a:ext uri="{FF2B5EF4-FFF2-40B4-BE49-F238E27FC236}">
                <a16:creationId xmlns:a16="http://schemas.microsoft.com/office/drawing/2014/main" id="{118C95C7-0CEC-08B8-431C-B5E503E7C886}"/>
              </a:ext>
            </a:extLst>
          </p:cNvPr>
          <p:cNvSpPr>
            <a:spLocks noGrp="1"/>
          </p:cNvSpPr>
          <p:nvPr>
            <p:ph type="sldNum" sz="quarter" idx="12"/>
          </p:nvPr>
        </p:nvSpPr>
        <p:spPr>
          <a:xfrm>
            <a:off x="6738555" y="4767263"/>
            <a:ext cx="2133600" cy="273844"/>
          </a:xfrm>
        </p:spPr>
        <p:txBody>
          <a:bodyPr anchor="ctr">
            <a:normAutofit/>
          </a:bodyPr>
          <a:lstStyle/>
          <a:p>
            <a:pPr>
              <a:spcAft>
                <a:spcPts val="600"/>
              </a:spcAft>
            </a:pPr>
            <a:fld id="{E68C68F6-CEB4-C040-B3A3-CADDD499EB7C}" type="slidenum">
              <a:rPr lang="de-DE" noProof="0" smtClean="0"/>
              <a:pPr>
                <a:spcAft>
                  <a:spcPts val="600"/>
                </a:spcAft>
              </a:pPr>
              <a:t>43</a:t>
            </a:fld>
            <a:endParaRPr lang="de-DE" noProof="0"/>
          </a:p>
        </p:txBody>
      </p:sp>
      <p:pic>
        <p:nvPicPr>
          <p:cNvPr id="16" name="Grafik 15" descr="Ein Bild, das Symbol, Grün, Rechteck, Verkehrsschild enthält.&#10;&#10;KI-generierte Inhalte können fehlerhaft sein.">
            <a:hlinkClick r:id="rId2"/>
            <a:extLst>
              <a:ext uri="{FF2B5EF4-FFF2-40B4-BE49-F238E27FC236}">
                <a16:creationId xmlns:a16="http://schemas.microsoft.com/office/drawing/2014/main" id="{4342C03A-43DA-CADE-433D-E59CED8B76F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109" b="92905" l="3376" r="89451">
                        <a14:foregroundMark x1="30380" y1="50776" x2="30380" y2="50776"/>
                        <a14:foregroundMark x1="44515" y1="26386" x2="4641" y2="25942"/>
                        <a14:foregroundMark x1="4641" y1="25942" x2="5696" y2="72949"/>
                        <a14:foregroundMark x1="5696" y1="72949" x2="68776" y2="96452"/>
                        <a14:foregroundMark x1="68776" y1="96452" x2="97890" y2="59202"/>
                        <a14:foregroundMark x1="97890" y1="59202" x2="98734" y2="13969"/>
                        <a14:foregroundMark x1="98734" y1="13969" x2="45148" y2="1552"/>
                        <a14:foregroundMark x1="45148" y1="1552" x2="22996" y2="21286"/>
                        <a14:foregroundMark x1="4852" y1="29047" x2="5907" y2="77605"/>
                        <a14:foregroundMark x1="5907" y1="77605" x2="35865" y2="49667"/>
                        <a14:foregroundMark x1="35865" y1="49667" x2="3376" y2="24612"/>
                        <a14:foregroundMark x1="3376" y1="24612" x2="3376" y2="25499"/>
                        <a14:foregroundMark x1="26371" y1="78271" x2="71730" y2="92905"/>
                        <a14:foregroundMark x1="71730" y1="92905" x2="33122" y2="75388"/>
                        <a14:foregroundMark x1="33122" y1="75388" x2="26371" y2="77605"/>
                      </a14:backgroundRemoval>
                    </a14:imgEffect>
                  </a14:imgLayer>
                </a14:imgProps>
              </a:ext>
            </a:extLst>
          </a:blip>
          <a:stretch>
            <a:fillRect/>
          </a:stretch>
        </p:blipFill>
        <p:spPr>
          <a:xfrm>
            <a:off x="3423920" y="1995816"/>
            <a:ext cx="1625600" cy="1546721"/>
          </a:xfrm>
          <a:prstGeom prst="rect">
            <a:avLst/>
          </a:prstGeom>
        </p:spPr>
      </p:pic>
      <p:pic>
        <p:nvPicPr>
          <p:cNvPr id="8" name="Grafik 7" descr="Lupe mit einfarbiger Füllung">
            <a:extLst>
              <a:ext uri="{FF2B5EF4-FFF2-40B4-BE49-F238E27FC236}">
                <a16:creationId xmlns:a16="http://schemas.microsoft.com/office/drawing/2014/main" id="{244BDD99-167E-1FD6-273C-75743801FD9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0507760">
            <a:off x="2417895" y="576417"/>
            <a:ext cx="5092979" cy="5092979"/>
          </a:xfrm>
          <a:prstGeom prst="rect">
            <a:avLst/>
          </a:prstGeom>
        </p:spPr>
      </p:pic>
    </p:spTree>
    <p:extLst>
      <p:ext uri="{BB962C8B-B14F-4D97-AF65-F5344CB8AC3E}">
        <p14:creationId xmlns:p14="http://schemas.microsoft.com/office/powerpoint/2010/main" val="3548014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1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EECD2072-CA86-0847-6768-6A2BAA4B60EC}"/>
              </a:ext>
            </a:extLst>
          </p:cNvPr>
          <p:cNvSpPr>
            <a:spLocks noGrp="1"/>
          </p:cNvSpPr>
          <p:nvPr>
            <p:ph type="dt" sz="half" idx="10"/>
          </p:nvPr>
        </p:nvSpPr>
        <p:spPr/>
        <p:txBody>
          <a:bodyPr/>
          <a:lstStyle/>
          <a:p>
            <a:endParaRPr lang="de-DE"/>
          </a:p>
        </p:txBody>
      </p:sp>
      <p:sp>
        <p:nvSpPr>
          <p:cNvPr id="5" name="Fußzeilenplatzhalter 4">
            <a:extLst>
              <a:ext uri="{FF2B5EF4-FFF2-40B4-BE49-F238E27FC236}">
                <a16:creationId xmlns:a16="http://schemas.microsoft.com/office/drawing/2014/main" id="{53A2A06D-C222-6548-B740-58AF25DD6F3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CB9B1F7-B389-5063-B805-7E1583DDA7EC}"/>
              </a:ext>
            </a:extLst>
          </p:cNvPr>
          <p:cNvSpPr>
            <a:spLocks noGrp="1"/>
          </p:cNvSpPr>
          <p:nvPr>
            <p:ph type="sldNum" sz="quarter" idx="12"/>
          </p:nvPr>
        </p:nvSpPr>
        <p:spPr/>
        <p:txBody>
          <a:bodyPr/>
          <a:lstStyle/>
          <a:p>
            <a:fld id="{E68C68F6-CEB4-C040-B3A3-CADDD499EB7C}" type="slidenum">
              <a:rPr lang="de-DE" smtClean="0"/>
              <a:pPr/>
              <a:t>44</a:t>
            </a:fld>
            <a:endParaRPr lang="de-DE"/>
          </a:p>
        </p:txBody>
      </p:sp>
    </p:spTree>
    <p:extLst>
      <p:ext uri="{BB962C8B-B14F-4D97-AF65-F5344CB8AC3E}">
        <p14:creationId xmlns:p14="http://schemas.microsoft.com/office/powerpoint/2010/main" val="9283799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24488D16-7ECA-4CB7-6D07-078B31D96180}"/>
              </a:ext>
            </a:extLst>
          </p:cNvPr>
          <p:cNvSpPr/>
          <p:nvPr/>
        </p:nvSpPr>
        <p:spPr>
          <a:xfrm>
            <a:off x="6008370" y="111512"/>
            <a:ext cx="3009249" cy="63933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noProof="0"/>
          </a:p>
        </p:txBody>
      </p:sp>
      <p:sp>
        <p:nvSpPr>
          <p:cNvPr id="8" name="Rechteck 7">
            <a:extLst>
              <a:ext uri="{FF2B5EF4-FFF2-40B4-BE49-F238E27FC236}">
                <a16:creationId xmlns:a16="http://schemas.microsoft.com/office/drawing/2014/main" id="{560CD4B7-10D3-0DC0-5918-DCE1D7EE30A0}"/>
              </a:ext>
            </a:extLst>
          </p:cNvPr>
          <p:cNvSpPr/>
          <p:nvPr/>
        </p:nvSpPr>
        <p:spPr>
          <a:xfrm>
            <a:off x="169592" y="111512"/>
            <a:ext cx="2891882" cy="63933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noProof="0"/>
          </a:p>
        </p:txBody>
      </p:sp>
      <p:sp>
        <p:nvSpPr>
          <p:cNvPr id="2" name="Titel 1">
            <a:extLst>
              <a:ext uri="{FF2B5EF4-FFF2-40B4-BE49-F238E27FC236}">
                <a16:creationId xmlns:a16="http://schemas.microsoft.com/office/drawing/2014/main" id="{50DF00B2-B4A7-FC97-C651-8FD86FEF4334}"/>
              </a:ext>
            </a:extLst>
          </p:cNvPr>
          <p:cNvSpPr>
            <a:spLocks noGrp="1"/>
          </p:cNvSpPr>
          <p:nvPr>
            <p:ph type="title"/>
          </p:nvPr>
        </p:nvSpPr>
        <p:spPr>
          <a:xfrm>
            <a:off x="3104685" y="0"/>
            <a:ext cx="2597736" cy="574882"/>
          </a:xfrm>
        </p:spPr>
        <p:txBody>
          <a:bodyPr>
            <a:normAutofit fontScale="90000"/>
          </a:bodyPr>
          <a:lstStyle/>
          <a:p>
            <a:pPr algn="ctr"/>
            <a:r>
              <a:rPr lang="de-DE" noProof="0"/>
              <a:t>Kennzahlen</a:t>
            </a:r>
          </a:p>
        </p:txBody>
      </p:sp>
      <p:graphicFrame>
        <p:nvGraphicFramePr>
          <p:cNvPr id="7" name="Inhaltsplatzhalter 6">
            <a:extLst>
              <a:ext uri="{FF2B5EF4-FFF2-40B4-BE49-F238E27FC236}">
                <a16:creationId xmlns:a16="http://schemas.microsoft.com/office/drawing/2014/main" id="{D879ED60-E637-D704-28B7-87637A15CF2D}"/>
              </a:ext>
            </a:extLst>
          </p:cNvPr>
          <p:cNvGraphicFramePr>
            <a:graphicFrameLocks noGrp="1"/>
          </p:cNvGraphicFramePr>
          <p:nvPr>
            <p:ph idx="1"/>
            <p:extLst>
              <p:ext uri="{D42A27DB-BD31-4B8C-83A1-F6EECF244321}">
                <p14:modId xmlns:p14="http://schemas.microsoft.com/office/powerpoint/2010/main" val="2258665"/>
              </p:ext>
            </p:extLst>
          </p:nvPr>
        </p:nvGraphicFramePr>
        <p:xfrm>
          <a:off x="169592" y="522992"/>
          <a:ext cx="8742849" cy="4511040"/>
        </p:xfrm>
        <a:graphic>
          <a:graphicData uri="http://schemas.openxmlformats.org/drawingml/2006/table">
            <a:tbl>
              <a:tblPr firstRow="1" bandRow="1">
                <a:tableStyleId>{5C22544A-7EE6-4342-B048-85BDC9FD1C3A}</a:tableStyleId>
              </a:tblPr>
              <a:tblGrid>
                <a:gridCol w="3018263">
                  <a:extLst>
                    <a:ext uri="{9D8B030D-6E8A-4147-A177-3AD203B41FA5}">
                      <a16:colId xmlns:a16="http://schemas.microsoft.com/office/drawing/2014/main" val="2428578021"/>
                    </a:ext>
                  </a:extLst>
                </a:gridCol>
                <a:gridCol w="3003395">
                  <a:extLst>
                    <a:ext uri="{9D8B030D-6E8A-4147-A177-3AD203B41FA5}">
                      <a16:colId xmlns:a16="http://schemas.microsoft.com/office/drawing/2014/main" val="1283927700"/>
                    </a:ext>
                  </a:extLst>
                </a:gridCol>
                <a:gridCol w="2721191">
                  <a:extLst>
                    <a:ext uri="{9D8B030D-6E8A-4147-A177-3AD203B41FA5}">
                      <a16:colId xmlns:a16="http://schemas.microsoft.com/office/drawing/2014/main" val="1623175138"/>
                    </a:ext>
                  </a:extLst>
                </a:gridCol>
              </a:tblGrid>
              <a:tr h="360817">
                <a:tc>
                  <a:txBody>
                    <a:bodyPr/>
                    <a:lstStyle/>
                    <a:p>
                      <a:r>
                        <a:rPr lang="de-DE" noProof="0" err="1"/>
                        <a:t>Debt</a:t>
                      </a:r>
                      <a:r>
                        <a:rPr lang="de-DE" noProof="0"/>
                        <a:t> / Equity Ratio</a:t>
                      </a:r>
                    </a:p>
                  </a:txBody>
                  <a:tcPr/>
                </a:tc>
                <a:tc>
                  <a:txBody>
                    <a:bodyPr/>
                    <a:lstStyle/>
                    <a:p>
                      <a:r>
                        <a:rPr lang="de-DE" noProof="0"/>
                        <a:t>Working Capital</a:t>
                      </a:r>
                    </a:p>
                  </a:txBody>
                  <a:tcPr/>
                </a:tc>
                <a:tc>
                  <a:txBody>
                    <a:bodyPr/>
                    <a:lstStyle/>
                    <a:p>
                      <a:r>
                        <a:rPr lang="de-DE" noProof="0"/>
                        <a:t>Net </a:t>
                      </a:r>
                      <a:r>
                        <a:rPr lang="de-DE" noProof="0" err="1"/>
                        <a:t>Profin</a:t>
                      </a:r>
                      <a:r>
                        <a:rPr lang="de-DE" noProof="0"/>
                        <a:t> Margin</a:t>
                      </a:r>
                    </a:p>
                  </a:txBody>
                  <a:tcPr/>
                </a:tc>
                <a:extLst>
                  <a:ext uri="{0D108BD9-81ED-4DB2-BD59-A6C34878D82A}">
                    <a16:rowId xmlns:a16="http://schemas.microsoft.com/office/drawing/2014/main" val="780593384"/>
                  </a:ext>
                </a:extLst>
              </a:tr>
              <a:tr h="2676062">
                <a:tc>
                  <a:txBody>
                    <a:bodyPr/>
                    <a:lstStyle/>
                    <a:p>
                      <a:r>
                        <a:rPr lang="de-DE" sz="1400" noProof="0"/>
                        <a:t>Das Verhältnis von Fremdkapital zu Eigenkapital (</a:t>
                      </a:r>
                      <a:r>
                        <a:rPr lang="de-DE" sz="1400" noProof="0" err="1"/>
                        <a:t>Debt</a:t>
                      </a:r>
                      <a:r>
                        <a:rPr lang="de-DE" sz="1400" noProof="0"/>
                        <a:t>-</a:t>
                      </a:r>
                      <a:r>
                        <a:rPr lang="de-DE" sz="1400" noProof="0" err="1"/>
                        <a:t>to</a:t>
                      </a:r>
                      <a:r>
                        <a:rPr lang="de-DE" sz="1400" noProof="0"/>
                        <a:t>-Equity Ratio) zeigt, in welchem Ausmaß ein Unternehmen seine Vermögenswerte durch Schulden im Vergleich zu Eigenmitteln finanziert. </a:t>
                      </a:r>
                    </a:p>
                    <a:p>
                      <a:r>
                        <a:rPr lang="de-DE" sz="1400" noProof="0"/>
                        <a:t>Indikator für die finanzielle Hebelwirkung und das Risiko eines Unternehmens, da eine höhere Quote auf eine stärkere Abhängigkeit von Fremdkapital und potenziell höhere Zinsbelastungen hindeutet.</a:t>
                      </a:r>
                    </a:p>
                  </a:txBody>
                  <a:tcPr/>
                </a:tc>
                <a:tc>
                  <a:txBody>
                    <a:bodyPr/>
                    <a:lstStyle/>
                    <a:p>
                      <a:r>
                        <a:rPr lang="de-DE" sz="1400" noProof="0"/>
                        <a:t>Das Working Capital zeigt, ob ein Unternehmen über genügend kurzfristige finanzielle Mittel verfügt, um seine laufenden Betriebskosten zu decken und seinen kurzfristigen Zahlungsverpflichtungen nachzukommen. </a:t>
                      </a:r>
                    </a:p>
                    <a:p>
                      <a:r>
                        <a:rPr lang="de-DE" sz="1400" b="1" noProof="0"/>
                        <a:t>Positives Working Capital </a:t>
                      </a:r>
                    </a:p>
                    <a:p>
                      <a:pPr marL="0" indent="0">
                        <a:buFont typeface="Wingdings" panose="05000000000000000000" pitchFamily="2" charset="2"/>
                        <a:buNone/>
                      </a:pPr>
                      <a:r>
                        <a:rPr lang="de-DE" sz="1400" noProof="0">
                          <a:sym typeface="Wingdings" panose="05000000000000000000" pitchFamily="2" charset="2"/>
                        </a:rPr>
                        <a:t> </a:t>
                      </a:r>
                      <a:r>
                        <a:rPr lang="de-DE" sz="1400" noProof="0"/>
                        <a:t>gute Liquidität und finanzielle Stabilität </a:t>
                      </a:r>
                    </a:p>
                    <a:p>
                      <a:pPr marL="0" indent="0">
                        <a:buFont typeface="Wingdings" panose="05000000000000000000" pitchFamily="2" charset="2"/>
                        <a:buNone/>
                      </a:pPr>
                      <a:r>
                        <a:rPr lang="de-DE" sz="1400" b="1" noProof="0"/>
                        <a:t>Negatives Working Capital</a:t>
                      </a:r>
                    </a:p>
                    <a:p>
                      <a:r>
                        <a:rPr lang="de-DE" sz="1400" noProof="0">
                          <a:sym typeface="Wingdings" panose="05000000000000000000" pitchFamily="2" charset="2"/>
                        </a:rPr>
                        <a:t> </a:t>
                      </a:r>
                      <a:r>
                        <a:rPr lang="de-DE" sz="1400" noProof="0"/>
                        <a:t>mögliche Engpässe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a:ln>
                            <a:noFill/>
                          </a:ln>
                          <a:solidFill>
                            <a:prstClr val="black"/>
                          </a:solidFill>
                          <a:effectLst/>
                          <a:uLnTx/>
                          <a:uFillTx/>
                          <a:latin typeface="+mn-lt"/>
                          <a:ea typeface="+mn-ea"/>
                          <a:cs typeface="+mn-cs"/>
                        </a:rPr>
                        <a:t>Die Nettogewinnmarge (Net Profit Margin) ist eine Kennzahl, die angibt, wie viel Prozent des Umsatzes nach Abzug aller Kosten, Steuern und Zinsen als reiner Gewinn für das Unternehmen verbleiben. Sie misst somit die Rentabilität eines Unternehmens und zeigt, wie effizient es seine Einnahmen in tatsächlichen Gewinn umwandelt.</a:t>
                      </a:r>
                    </a:p>
                    <a:p>
                      <a:endParaRPr lang="de-DE" noProof="0"/>
                    </a:p>
                  </a:txBody>
                  <a:tcPr/>
                </a:tc>
                <a:extLst>
                  <a:ext uri="{0D108BD9-81ED-4DB2-BD59-A6C34878D82A}">
                    <a16:rowId xmlns:a16="http://schemas.microsoft.com/office/drawing/2014/main" val="619106577"/>
                  </a:ext>
                </a:extLst>
              </a:tr>
              <a:tr h="1413201">
                <a:tc>
                  <a:txBody>
                    <a:bodyPr/>
                    <a:lstStyle/>
                    <a:p>
                      <a:r>
                        <a:rPr lang="de-DE" sz="1350" noProof="0"/>
                        <a:t>2023: </a:t>
                      </a:r>
                      <a:r>
                        <a:rPr lang="de-DE" sz="1350" baseline="0" noProof="0"/>
                        <a:t>2,63€ Schulden pro € Eigenkapital</a:t>
                      </a:r>
                      <a:endParaRPr lang="de-DE" sz="1350" noProof="0"/>
                    </a:p>
                    <a:p>
                      <a:r>
                        <a:rPr lang="de-DE" sz="1350" noProof="0"/>
                        <a:t>2024 2,38€ Schulen pro € Eigenkapital</a:t>
                      </a:r>
                    </a:p>
                    <a:p>
                      <a:endParaRPr lang="de-DE" sz="1350" noProof="0"/>
                    </a:p>
                    <a:p>
                      <a:r>
                        <a:rPr lang="de-DE" sz="1400" noProof="0"/>
                        <a:t>Anstieg ist auf das steigen der Equity zurückzuführen</a:t>
                      </a:r>
                      <a:endParaRPr lang="de-DE" noProof="0"/>
                    </a:p>
                  </a:txBody>
                  <a:tcPr/>
                </a:tc>
                <a:tc>
                  <a:txBody>
                    <a:bodyPr/>
                    <a:lstStyle/>
                    <a:p>
                      <a:r>
                        <a:rPr lang="de-DE" sz="1400" noProof="0"/>
                        <a:t>2023:</a:t>
                      </a:r>
                      <a:r>
                        <a:rPr lang="de-DE" sz="1400" baseline="0" noProof="0"/>
                        <a:t> 438.800€ Working Capital</a:t>
                      </a:r>
                    </a:p>
                    <a:p>
                      <a:r>
                        <a:rPr lang="de-DE" sz="1400" baseline="0" noProof="0"/>
                        <a:t>2024: 466:800€ Working Capital</a:t>
                      </a:r>
                    </a:p>
                    <a:p>
                      <a:endParaRPr lang="de-DE" sz="1400" baseline="0" noProof="0"/>
                    </a:p>
                    <a:p>
                      <a:r>
                        <a:rPr lang="de-DE" sz="1400" baseline="0" noProof="0"/>
                        <a:t>Positiver </a:t>
                      </a:r>
                      <a:r>
                        <a:rPr lang="de-DE" sz="1400" baseline="0" noProof="0" err="1"/>
                        <a:t>Ansteig</a:t>
                      </a:r>
                      <a:r>
                        <a:rPr lang="de-DE" sz="1400" baseline="0" noProof="0"/>
                        <a:t> von knappen 30.000€</a:t>
                      </a:r>
                    </a:p>
                    <a:p>
                      <a:pPr marL="0" marR="0" lvl="0" indent="0" algn="l" defTabSz="457200" rtl="0" eaLnBrk="1" fontAlgn="auto" latinLnBrk="0" hangingPunct="1">
                        <a:lnSpc>
                          <a:spcPct val="100000"/>
                        </a:lnSpc>
                        <a:spcBef>
                          <a:spcPts val="0"/>
                        </a:spcBef>
                        <a:spcAft>
                          <a:spcPts val="0"/>
                        </a:spcAft>
                        <a:buClrTx/>
                        <a:buSzTx/>
                        <a:buFontTx/>
                        <a:buNone/>
                        <a:tabLst/>
                        <a:defRPr/>
                      </a:pPr>
                      <a:r>
                        <a:rPr lang="de-DE" sz="1400" baseline="0" noProof="0"/>
                        <a:t>Es wurden mehr </a:t>
                      </a:r>
                      <a:r>
                        <a:rPr lang="de-DE" sz="1400" baseline="0" noProof="0" err="1"/>
                        <a:t>Current</a:t>
                      </a:r>
                      <a:r>
                        <a:rPr lang="de-DE" sz="1400" baseline="0" noProof="0"/>
                        <a:t> </a:t>
                      </a:r>
                      <a:r>
                        <a:rPr lang="de-DE" sz="1400" baseline="0" noProof="0" err="1"/>
                        <a:t>liabilities</a:t>
                      </a:r>
                      <a:r>
                        <a:rPr lang="de-DE" sz="1400" baseline="0" noProof="0"/>
                        <a:t> abgebaut als </a:t>
                      </a:r>
                      <a:r>
                        <a:rPr lang="de-DE" sz="1400" baseline="0" noProof="0" err="1"/>
                        <a:t>Current</a:t>
                      </a:r>
                      <a:r>
                        <a:rPr lang="de-DE" sz="1400" baseline="0" noProof="0"/>
                        <a:t> </a:t>
                      </a:r>
                      <a:r>
                        <a:rPr lang="de-DE" sz="1400" baseline="0" noProof="0" err="1"/>
                        <a:t>assets</a:t>
                      </a:r>
                      <a:r>
                        <a:rPr lang="de-DE" sz="1400" baseline="0" noProof="0"/>
                        <a:t>.</a:t>
                      </a:r>
                      <a:endParaRPr lang="de-DE" sz="1800" baseline="0" noProof="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u="none" strike="noStrike" kern="0" cap="none" spc="0" normalizeH="0" baseline="0" noProof="0">
                          <a:ln>
                            <a:noFill/>
                          </a:ln>
                          <a:solidFill>
                            <a:prstClr val="black"/>
                          </a:solidFill>
                          <a:effectLst/>
                          <a:uLnTx/>
                          <a:uFillTx/>
                          <a:latin typeface="+mn-lt"/>
                          <a:ea typeface="+mn-ea"/>
                          <a:cs typeface="+mn-cs"/>
                        </a:rPr>
                        <a:t>2023: -321%</a:t>
                      </a:r>
                    </a:p>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u="none" strike="noStrike" kern="0" cap="none" spc="0" normalizeH="0" baseline="0" noProof="0">
                          <a:ln>
                            <a:noFill/>
                          </a:ln>
                          <a:solidFill>
                            <a:prstClr val="black"/>
                          </a:solidFill>
                          <a:effectLst/>
                          <a:uLnTx/>
                          <a:uFillTx/>
                          <a:latin typeface="+mn-lt"/>
                          <a:ea typeface="+mn-ea"/>
                          <a:cs typeface="+mn-cs"/>
                        </a:rPr>
                        <a:t>2024: -350%</a:t>
                      </a:r>
                    </a:p>
                    <a:p>
                      <a:endParaRPr lang="de-DE" noProof="0"/>
                    </a:p>
                    <a:p>
                      <a:r>
                        <a:rPr lang="de-DE" sz="1400" noProof="0"/>
                        <a:t>Sales sind nur um 85% gestiegen während Net Income doppelt so schlecht wurde </a:t>
                      </a:r>
                    </a:p>
                  </a:txBody>
                  <a:tcPr/>
                </a:tc>
                <a:extLst>
                  <a:ext uri="{0D108BD9-81ED-4DB2-BD59-A6C34878D82A}">
                    <a16:rowId xmlns:a16="http://schemas.microsoft.com/office/drawing/2014/main" val="3891524103"/>
                  </a:ext>
                </a:extLst>
              </a:tr>
            </a:tbl>
          </a:graphicData>
        </a:graphic>
      </p:graphicFrame>
      <p:sp>
        <p:nvSpPr>
          <p:cNvPr id="6" name="Foliennummernplatzhalter 5">
            <a:extLst>
              <a:ext uri="{FF2B5EF4-FFF2-40B4-BE49-F238E27FC236}">
                <a16:creationId xmlns:a16="http://schemas.microsoft.com/office/drawing/2014/main" id="{36105EE6-4636-B2C9-1DD4-6D9B8392F185}"/>
              </a:ext>
            </a:extLst>
          </p:cNvPr>
          <p:cNvSpPr>
            <a:spLocks noGrp="1"/>
          </p:cNvSpPr>
          <p:nvPr>
            <p:ph type="sldNum" sz="quarter" idx="12"/>
          </p:nvPr>
        </p:nvSpPr>
        <p:spPr>
          <a:xfrm>
            <a:off x="7010400" y="4869656"/>
            <a:ext cx="2133600" cy="273844"/>
          </a:xfrm>
        </p:spPr>
        <p:txBody>
          <a:bodyPr/>
          <a:lstStyle/>
          <a:p>
            <a:fld id="{E68C68F6-CEB4-C040-B3A3-CADDD499EB7C}" type="slidenum">
              <a:rPr lang="de-DE" noProof="0" smtClean="0"/>
              <a:pPr/>
              <a:t>45</a:t>
            </a:fld>
            <a:endParaRPr lang="de-DE" noProof="0"/>
          </a:p>
        </p:txBody>
      </p:sp>
    </p:spTree>
    <p:extLst>
      <p:ext uri="{BB962C8B-B14F-4D97-AF65-F5344CB8AC3E}">
        <p14:creationId xmlns:p14="http://schemas.microsoft.com/office/powerpoint/2010/main" val="10563972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6B7D2-917F-6E60-A66A-8A7854F9674F}"/>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36994F84-ADD1-5372-2774-CA75F94E5059}"/>
              </a:ext>
            </a:extLst>
          </p:cNvPr>
          <p:cNvSpPr>
            <a:spLocks noGrp="1"/>
          </p:cNvSpPr>
          <p:nvPr>
            <p:ph type="ctrTitle"/>
          </p:nvPr>
        </p:nvSpPr>
        <p:spPr>
          <a:xfrm>
            <a:off x="1076919" y="2571750"/>
            <a:ext cx="6990161" cy="737548"/>
          </a:xfrm>
        </p:spPr>
        <p:txBody>
          <a:bodyPr>
            <a:normAutofit/>
          </a:bodyPr>
          <a:lstStyle/>
          <a:p>
            <a:pPr algn="ctr"/>
            <a:r>
              <a:rPr lang="de-DE" noProof="0"/>
              <a:t>Strategisches Controlling</a:t>
            </a:r>
          </a:p>
        </p:txBody>
      </p:sp>
      <p:sp>
        <p:nvSpPr>
          <p:cNvPr id="6" name="Foliennummernplatzhalter 5">
            <a:extLst>
              <a:ext uri="{FF2B5EF4-FFF2-40B4-BE49-F238E27FC236}">
                <a16:creationId xmlns:a16="http://schemas.microsoft.com/office/drawing/2014/main" id="{A72FAAA3-1693-5C28-1CDF-AC19F97D7DC4}"/>
              </a:ext>
            </a:extLst>
          </p:cNvPr>
          <p:cNvSpPr>
            <a:spLocks noGrp="1"/>
          </p:cNvSpPr>
          <p:nvPr>
            <p:ph type="sldNum" sz="quarter" idx="4294967295"/>
          </p:nvPr>
        </p:nvSpPr>
        <p:spPr>
          <a:xfrm>
            <a:off x="7010400" y="4767263"/>
            <a:ext cx="2133600" cy="274637"/>
          </a:xfrm>
        </p:spPr>
        <p:txBody>
          <a:bodyPr/>
          <a:lstStyle/>
          <a:p>
            <a:fld id="{E68C68F6-CEB4-C040-B3A3-CADDD499EB7C}" type="slidenum">
              <a:rPr lang="de-DE" noProof="0" smtClean="0"/>
              <a:pPr/>
              <a:t>46</a:t>
            </a:fld>
            <a:endParaRPr lang="de-DE" noProof="0"/>
          </a:p>
        </p:txBody>
      </p:sp>
    </p:spTree>
    <p:extLst>
      <p:ext uri="{BB962C8B-B14F-4D97-AF65-F5344CB8AC3E}">
        <p14:creationId xmlns:p14="http://schemas.microsoft.com/office/powerpoint/2010/main" val="38596787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FA6A-61EB-D06C-1C70-64052C157328}"/>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43CACD9B-1EFF-45BA-2285-AC93EE4D84D3}"/>
              </a:ext>
            </a:extLst>
          </p:cNvPr>
          <p:cNvGraphicFramePr>
            <a:graphicFrameLocks noGrp="1"/>
          </p:cNvGraphicFramePr>
          <p:nvPr>
            <p:ph idx="1"/>
            <p:extLst>
              <p:ext uri="{D42A27DB-BD31-4B8C-83A1-F6EECF244321}">
                <p14:modId xmlns:p14="http://schemas.microsoft.com/office/powerpoint/2010/main" val="1989820090"/>
              </p:ext>
            </p:extLst>
          </p:nvPr>
        </p:nvGraphicFramePr>
        <p:xfrm>
          <a:off x="269875" y="1985963"/>
          <a:ext cx="8604249" cy="2308860"/>
        </p:xfrm>
        <a:graphic>
          <a:graphicData uri="http://schemas.openxmlformats.org/drawingml/2006/table">
            <a:tbl>
              <a:tblPr bandRow="1">
                <a:tableStyleId>{5C22544A-7EE6-4342-B048-85BDC9FD1C3A}</a:tableStyleId>
              </a:tblPr>
              <a:tblGrid>
                <a:gridCol w="2868083">
                  <a:extLst>
                    <a:ext uri="{9D8B030D-6E8A-4147-A177-3AD203B41FA5}">
                      <a16:colId xmlns:a16="http://schemas.microsoft.com/office/drawing/2014/main" val="392714606"/>
                    </a:ext>
                  </a:extLst>
                </a:gridCol>
                <a:gridCol w="2868083">
                  <a:extLst>
                    <a:ext uri="{9D8B030D-6E8A-4147-A177-3AD203B41FA5}">
                      <a16:colId xmlns:a16="http://schemas.microsoft.com/office/drawing/2014/main" val="2809516690"/>
                    </a:ext>
                  </a:extLst>
                </a:gridCol>
                <a:gridCol w="2868083">
                  <a:extLst>
                    <a:ext uri="{9D8B030D-6E8A-4147-A177-3AD203B41FA5}">
                      <a16:colId xmlns:a16="http://schemas.microsoft.com/office/drawing/2014/main" val="619375684"/>
                    </a:ext>
                  </a:extLst>
                </a:gridCol>
              </a:tblGrid>
              <a:tr h="190500">
                <a:tc>
                  <a:txBody>
                    <a:bodyPr/>
                    <a:lstStyle/>
                    <a:p>
                      <a:pPr algn="l" rtl="0" fontAlgn="base">
                        <a:lnSpc>
                          <a:spcPts val="1275"/>
                        </a:lnSpc>
                        <a:buNone/>
                      </a:pPr>
                      <a:r>
                        <a:rPr lang="de-DE" sz="1100" b="0" i="0" noProof="0">
                          <a:effectLst/>
                          <a:latin typeface="Aptos"/>
                        </a:rPr>
                        <a:t>Kategorie</a:t>
                      </a:r>
                      <a:r>
                        <a:rPr lang="de-DE" sz="1100" b="1" i="0" noProof="0">
                          <a:effectLst/>
                          <a:latin typeface="Aptos"/>
                        </a:rPr>
                        <a:t> </a:t>
                      </a:r>
                      <a:endParaRPr lang="de-DE" b="1"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r>
                        <a:rPr lang="de-DE" sz="1100" b="0" i="0" noProof="0">
                          <a:effectLst/>
                          <a:latin typeface="Aptos"/>
                        </a:rPr>
                        <a:t>Veränderung 2023-2024</a:t>
                      </a:r>
                      <a:r>
                        <a:rPr lang="de-DE" sz="1100" b="1" i="0" noProof="0">
                          <a:effectLst/>
                          <a:latin typeface="Aptos"/>
                        </a:rPr>
                        <a:t> </a:t>
                      </a:r>
                      <a:endParaRPr lang="de-DE" b="1"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r>
                        <a:rPr lang="de-DE" sz="1100" b="0" i="0" noProof="0" err="1">
                          <a:effectLst/>
                          <a:latin typeface="Aptos"/>
                        </a:rPr>
                        <a:t>Bewerutung</a:t>
                      </a:r>
                      <a:r>
                        <a:rPr lang="de-DE" sz="1100" b="1" i="0" noProof="0">
                          <a:effectLst/>
                          <a:latin typeface="Aptos"/>
                        </a:rPr>
                        <a:t> </a:t>
                      </a:r>
                      <a:endParaRPr lang="de-DE" b="1"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2438350975"/>
                  </a:ext>
                </a:extLst>
              </a:tr>
              <a:tr h="190500">
                <a:tc>
                  <a:txBody>
                    <a:bodyPr/>
                    <a:lstStyle/>
                    <a:p>
                      <a:pPr algn="l" rtl="0" fontAlgn="base">
                        <a:lnSpc>
                          <a:spcPts val="1275"/>
                        </a:lnSpc>
                        <a:buNone/>
                      </a:pPr>
                      <a:r>
                        <a:rPr lang="de-DE" sz="1100" b="1" i="0" noProof="0">
                          <a:effectLst/>
                          <a:latin typeface="Aptos"/>
                        </a:rPr>
                        <a:t>Costs </a:t>
                      </a:r>
                      <a:r>
                        <a:rPr lang="de-DE" sz="1100" b="1" i="0" noProof="0" err="1">
                          <a:effectLst/>
                          <a:latin typeface="Aptos"/>
                        </a:rPr>
                        <a:t>of</a:t>
                      </a:r>
                      <a:r>
                        <a:rPr lang="de-DE" sz="1100" b="1" i="0" noProof="0">
                          <a:effectLst/>
                          <a:latin typeface="Aptos"/>
                        </a:rPr>
                        <a:t> </a:t>
                      </a:r>
                      <a:r>
                        <a:rPr lang="de-DE" sz="1100" b="1" i="0" noProof="0" err="1">
                          <a:effectLst/>
                          <a:latin typeface="Aptos"/>
                        </a:rPr>
                        <a:t>Goods</a:t>
                      </a:r>
                      <a:r>
                        <a:rPr lang="de-DE" sz="1100" b="1" i="0" noProof="0">
                          <a:effectLst/>
                          <a:latin typeface="Aptos"/>
                        </a:rPr>
                        <a:t> Sold (COGS) </a:t>
                      </a:r>
                      <a:endParaRPr lang="de-DE" b="1"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r>
                        <a:rPr lang="de-DE" sz="1100" b="0" i="0" noProof="0">
                          <a:effectLst/>
                          <a:latin typeface="Aptos"/>
                        </a:rPr>
                        <a:t>+144</a:t>
                      </a:r>
                      <a:r>
                        <a:rPr lang="de-DE" sz="1100" b="0" i="0" noProof="0">
                          <a:effectLst/>
                          <a:latin typeface="Arial"/>
                        </a:rPr>
                        <a:t> </a:t>
                      </a:r>
                      <a:r>
                        <a:rPr lang="de-DE" sz="1100" b="0" i="0" noProof="0">
                          <a:effectLst/>
                          <a:latin typeface="Aptos"/>
                        </a:rPr>
                        <a:t>% </a:t>
                      </a:r>
                      <a:endParaRPr lang="de-DE" b="0"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r>
                        <a:rPr lang="de-DE" sz="1100" b="0" i="0" noProof="0">
                          <a:effectLst/>
                          <a:latin typeface="Aptos"/>
                        </a:rPr>
                        <a:t>Hauptursache. Größer als der Umsatz.  </a:t>
                      </a:r>
                      <a:endParaRPr lang="de-DE" b="0"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1291402086"/>
                  </a:ext>
                </a:extLst>
              </a:tr>
              <a:tr h="190500">
                <a:tc>
                  <a:txBody>
                    <a:bodyPr/>
                    <a:lstStyle/>
                    <a:p>
                      <a:pPr algn="l" rtl="0" fontAlgn="base">
                        <a:lnSpc>
                          <a:spcPts val="1275"/>
                        </a:lnSpc>
                        <a:buNone/>
                      </a:pPr>
                      <a:r>
                        <a:rPr lang="de-DE" sz="1100" b="1" i="0" noProof="0" err="1">
                          <a:effectLst/>
                          <a:latin typeface="Aptos"/>
                        </a:rPr>
                        <a:t>Selling</a:t>
                      </a:r>
                      <a:r>
                        <a:rPr lang="de-DE" sz="1100" b="1" i="0" noProof="0">
                          <a:effectLst/>
                          <a:latin typeface="Aptos"/>
                        </a:rPr>
                        <a:t> &amp; Other </a:t>
                      </a:r>
                      <a:r>
                        <a:rPr lang="de-DE" sz="1100" b="1" i="0" noProof="0" err="1">
                          <a:effectLst/>
                          <a:latin typeface="Aptos"/>
                        </a:rPr>
                        <a:t>Expenses</a:t>
                      </a:r>
                      <a:r>
                        <a:rPr lang="de-DE" sz="1100" b="1" i="0" noProof="0">
                          <a:effectLst/>
                          <a:latin typeface="Aptos"/>
                        </a:rPr>
                        <a:t> </a:t>
                      </a:r>
                      <a:endParaRPr lang="de-DE" b="1"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r>
                        <a:rPr lang="de-DE" sz="1100" b="0" i="0" noProof="0">
                          <a:effectLst/>
                          <a:latin typeface="Aptos"/>
                        </a:rPr>
                        <a:t>+43</a:t>
                      </a:r>
                      <a:r>
                        <a:rPr lang="de-DE" sz="1100" b="0" i="0" noProof="0">
                          <a:effectLst/>
                          <a:latin typeface="Arial"/>
                        </a:rPr>
                        <a:t> </a:t>
                      </a:r>
                      <a:r>
                        <a:rPr lang="de-DE" sz="1100" b="0" i="0" noProof="0">
                          <a:effectLst/>
                          <a:latin typeface="Aptos"/>
                        </a:rPr>
                        <a:t>% </a:t>
                      </a:r>
                      <a:endParaRPr lang="de-DE" b="0"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r>
                        <a:rPr lang="de-DE" sz="1100" b="0" i="0" noProof="0">
                          <a:effectLst/>
                          <a:latin typeface="Aptos"/>
                        </a:rPr>
                        <a:t>Erhöht. Marketing? Oder neues KIS?</a:t>
                      </a:r>
                      <a:endParaRPr lang="de-DE" b="0"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483097083"/>
                  </a:ext>
                </a:extLst>
              </a:tr>
              <a:tr h="190500">
                <a:tc>
                  <a:txBody>
                    <a:bodyPr/>
                    <a:lstStyle/>
                    <a:p>
                      <a:pPr algn="l" rtl="0" fontAlgn="base">
                        <a:lnSpc>
                          <a:spcPts val="1275"/>
                        </a:lnSpc>
                        <a:buNone/>
                      </a:pPr>
                      <a:r>
                        <a:rPr lang="de-DE" sz="1100" b="1" i="0" noProof="0">
                          <a:effectLst/>
                          <a:latin typeface="Aptos"/>
                        </a:rPr>
                        <a:t>EBITDA </a:t>
                      </a:r>
                      <a:endParaRPr lang="de-DE" b="1"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r>
                        <a:rPr lang="de-DE" sz="1100" b="0" i="0" noProof="0">
                          <a:effectLst/>
                          <a:latin typeface="Aptos"/>
                        </a:rPr>
                        <a:t>+125</a:t>
                      </a:r>
                      <a:r>
                        <a:rPr lang="de-DE" sz="1100" b="0" i="0" noProof="0">
                          <a:effectLst/>
                          <a:latin typeface="Arial"/>
                        </a:rPr>
                        <a:t> </a:t>
                      </a:r>
                      <a:r>
                        <a:rPr lang="de-DE" sz="1100" b="0" i="0" noProof="0">
                          <a:effectLst/>
                          <a:latin typeface="Aptos"/>
                        </a:rPr>
                        <a:t>% </a:t>
                      </a:r>
                      <a:endParaRPr lang="de-DE" b="0"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r>
                        <a:rPr lang="de-DE" sz="1100" b="0" i="0" noProof="0">
                          <a:effectLst/>
                          <a:latin typeface="Aptos"/>
                        </a:rPr>
                        <a:t>Noch vor Abschreibung im Defizit </a:t>
                      </a:r>
                      <a:endParaRPr lang="de-DE" b="0"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866228301"/>
                  </a:ext>
                </a:extLst>
              </a:tr>
              <a:tr h="190500">
                <a:tc>
                  <a:txBody>
                    <a:bodyPr/>
                    <a:lstStyle/>
                    <a:p>
                      <a:pPr algn="l" rtl="0" fontAlgn="base">
                        <a:lnSpc>
                          <a:spcPts val="1275"/>
                        </a:lnSpc>
                        <a:buNone/>
                      </a:pPr>
                      <a:r>
                        <a:rPr lang="de-DE" sz="1100" b="1" i="0" noProof="0">
                          <a:effectLst/>
                          <a:latin typeface="Aptos"/>
                        </a:rPr>
                        <a:t>D&amp;A (Abschreibungen) </a:t>
                      </a:r>
                      <a:endParaRPr lang="de-DE" b="1"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r>
                        <a:rPr lang="de-DE" sz="1100" b="0" i="0" noProof="0">
                          <a:effectLst/>
                          <a:latin typeface="Aptos"/>
                        </a:rPr>
                        <a:t>+56</a:t>
                      </a:r>
                      <a:r>
                        <a:rPr lang="de-DE" sz="1100" b="0" i="0" noProof="0">
                          <a:effectLst/>
                          <a:latin typeface="Arial"/>
                        </a:rPr>
                        <a:t> </a:t>
                      </a:r>
                      <a:r>
                        <a:rPr lang="de-DE" sz="1100" b="0" i="0" noProof="0">
                          <a:effectLst/>
                          <a:latin typeface="Aptos"/>
                        </a:rPr>
                        <a:t>% </a:t>
                      </a:r>
                      <a:endParaRPr lang="de-DE" b="0"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r>
                        <a:rPr lang="de-DE" sz="1100" b="0" i="0" noProof="0">
                          <a:effectLst/>
                          <a:latin typeface="Aptos"/>
                        </a:rPr>
                        <a:t>Hinweis auf hohe Investitionen </a:t>
                      </a:r>
                      <a:endParaRPr lang="de-DE" b="0"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3797732262"/>
                  </a:ext>
                </a:extLst>
              </a:tr>
              <a:tr h="190500">
                <a:tc>
                  <a:txBody>
                    <a:bodyPr/>
                    <a:lstStyle/>
                    <a:p>
                      <a:pPr algn="l" rtl="0" fontAlgn="base">
                        <a:lnSpc>
                          <a:spcPts val="1275"/>
                        </a:lnSpc>
                        <a:buNone/>
                      </a:pPr>
                      <a:r>
                        <a:rPr lang="de-DE" sz="1100" b="1" i="0" noProof="0" err="1">
                          <a:effectLst/>
                          <a:latin typeface="Aptos"/>
                        </a:rPr>
                        <a:t>Interests</a:t>
                      </a:r>
                      <a:r>
                        <a:rPr lang="de-DE" sz="1100" b="1" i="0" noProof="0">
                          <a:effectLst/>
                          <a:latin typeface="Aptos"/>
                        </a:rPr>
                        <a:t> (Zinsen) </a:t>
                      </a:r>
                      <a:endParaRPr lang="de-DE" b="1"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r>
                        <a:rPr lang="de-DE" sz="1100" b="0" i="0" noProof="0">
                          <a:effectLst/>
                          <a:latin typeface="Aptos"/>
                        </a:rPr>
                        <a:t>+27</a:t>
                      </a:r>
                      <a:r>
                        <a:rPr lang="de-DE" sz="1100" b="0" i="0" noProof="0">
                          <a:effectLst/>
                          <a:latin typeface="Arial"/>
                        </a:rPr>
                        <a:t> </a:t>
                      </a:r>
                      <a:r>
                        <a:rPr lang="de-DE" sz="1100" b="0" i="0" noProof="0">
                          <a:effectLst/>
                          <a:latin typeface="Aptos"/>
                        </a:rPr>
                        <a:t>% </a:t>
                      </a:r>
                      <a:endParaRPr lang="de-DE" b="0"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r>
                        <a:rPr lang="de-DE" sz="1100" b="0" i="0" noProof="0">
                          <a:effectLst/>
                          <a:latin typeface="Aptos"/>
                        </a:rPr>
                        <a:t>Höheres Fremdkapital </a:t>
                      </a:r>
                      <a:endParaRPr lang="de-DE" b="0"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558624949"/>
                  </a:ext>
                </a:extLst>
              </a:tr>
              <a:tr h="190500">
                <a:tc>
                  <a:txBody>
                    <a:bodyPr/>
                    <a:lstStyle/>
                    <a:p>
                      <a:pPr algn="l" rtl="0" fontAlgn="base">
                        <a:lnSpc>
                          <a:spcPts val="1275"/>
                        </a:lnSpc>
                        <a:buNone/>
                      </a:pPr>
                      <a:r>
                        <a:rPr lang="de-DE" sz="1100" b="1" i="0" noProof="0">
                          <a:effectLst/>
                          <a:latin typeface="Aptos"/>
                        </a:rPr>
                        <a:t>EBIT </a:t>
                      </a:r>
                      <a:endParaRPr lang="de-DE" b="1"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r>
                        <a:rPr lang="de-DE" sz="1100" b="0" i="0" noProof="0">
                          <a:effectLst/>
                          <a:latin typeface="Aptos"/>
                        </a:rPr>
                        <a:t>+113</a:t>
                      </a:r>
                      <a:r>
                        <a:rPr lang="de-DE" sz="1100" b="0" i="0" noProof="0">
                          <a:effectLst/>
                          <a:latin typeface="Arial"/>
                        </a:rPr>
                        <a:t> </a:t>
                      </a:r>
                      <a:r>
                        <a:rPr lang="de-DE" sz="1100" b="0" i="0" noProof="0">
                          <a:effectLst/>
                          <a:latin typeface="Aptos"/>
                        </a:rPr>
                        <a:t>% Verlust </a:t>
                      </a:r>
                      <a:endParaRPr lang="de-DE" b="0"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r>
                        <a:rPr lang="de-DE" sz="1100" b="0" i="0" noProof="0">
                          <a:effectLst/>
                          <a:latin typeface="Aptos"/>
                        </a:rPr>
                        <a:t>Deutlich verschlechtert </a:t>
                      </a:r>
                      <a:endParaRPr lang="de-DE" b="0"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3140297708"/>
                  </a:ext>
                </a:extLst>
              </a:tr>
              <a:tr h="190500">
                <a:tc>
                  <a:txBody>
                    <a:bodyPr/>
                    <a:lstStyle/>
                    <a:p>
                      <a:pPr algn="l" rtl="0" fontAlgn="base">
                        <a:lnSpc>
                          <a:spcPts val="1275"/>
                        </a:lnSpc>
                        <a:buNone/>
                      </a:pPr>
                      <a:r>
                        <a:rPr lang="de-DE" sz="1100" b="1" i="0" noProof="0">
                          <a:effectLst/>
                          <a:latin typeface="Aptos"/>
                        </a:rPr>
                        <a:t>Net Loss </a:t>
                      </a:r>
                      <a:endParaRPr lang="de-DE" b="1"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r>
                        <a:rPr lang="de-DE" sz="1100" b="0" i="0" noProof="0">
                          <a:effectLst/>
                          <a:latin typeface="Aptos"/>
                        </a:rPr>
                        <a:t>Verdoppelt auf über 3 </a:t>
                      </a:r>
                      <a:r>
                        <a:rPr lang="de-DE" sz="1100" b="0" i="0" noProof="0" err="1">
                          <a:effectLst/>
                          <a:latin typeface="Aptos"/>
                        </a:rPr>
                        <a:t>Mio</a:t>
                      </a:r>
                      <a:r>
                        <a:rPr lang="de-DE" sz="1100" b="0" i="0" noProof="0">
                          <a:effectLst/>
                          <a:latin typeface="Arial"/>
                        </a:rPr>
                        <a:t> </a:t>
                      </a:r>
                      <a:r>
                        <a:rPr lang="de-DE" sz="1100" b="0" i="0" noProof="0">
                          <a:effectLst/>
                          <a:latin typeface="Aptos"/>
                        </a:rPr>
                        <a:t>€ </a:t>
                      </a:r>
                      <a:endParaRPr lang="de-DE" b="0"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r>
                        <a:rPr lang="de-DE" sz="1100" b="0" i="0" noProof="0">
                          <a:effectLst/>
                          <a:latin typeface="Aptos"/>
                        </a:rPr>
                        <a:t>Massive Verschlechterung </a:t>
                      </a:r>
                      <a:endParaRPr lang="de-DE" b="0"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1338258592"/>
                  </a:ext>
                </a:extLst>
              </a:tr>
              <a:tr h="190500">
                <a:tc>
                  <a:txBody>
                    <a:bodyPr/>
                    <a:lstStyle/>
                    <a:p>
                      <a:pPr algn="l" rtl="0" fontAlgn="base">
                        <a:lnSpc>
                          <a:spcPts val="1275"/>
                        </a:lnSpc>
                        <a:buNone/>
                      </a:pPr>
                      <a:endParaRPr lang="de-DE" sz="1100" b="1"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endParaRPr lang="de-DE" sz="1100" b="0"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lnSpc>
                          <a:spcPts val="1275"/>
                        </a:lnSpc>
                        <a:buNone/>
                      </a:pPr>
                      <a:endParaRPr lang="de-DE" sz="1100" b="0" i="0" noProof="0">
                        <a:effectLst/>
                        <a:latin typeface="Aptos"/>
                      </a:endParaRPr>
                    </a:p>
                  </a:txBody>
                  <a:tcPr marL="66675" marR="66675">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2853034237"/>
                  </a:ext>
                </a:extLst>
              </a:tr>
            </a:tbl>
          </a:graphicData>
        </a:graphic>
      </p:graphicFrame>
      <p:sp>
        <p:nvSpPr>
          <p:cNvPr id="4" name="Datumsplatzhalter 3">
            <a:extLst>
              <a:ext uri="{FF2B5EF4-FFF2-40B4-BE49-F238E27FC236}">
                <a16:creationId xmlns:a16="http://schemas.microsoft.com/office/drawing/2014/main" id="{5AD54502-7A10-681D-A4B4-0B3660A7BB91}"/>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21B23ADC-E652-56D7-888C-9F347D0F87C1}"/>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6FCF8290-D309-34B6-6B49-C402680D2B91}"/>
              </a:ext>
            </a:extLst>
          </p:cNvPr>
          <p:cNvSpPr>
            <a:spLocks noGrp="1"/>
          </p:cNvSpPr>
          <p:nvPr>
            <p:ph type="sldNum" sz="quarter" idx="12"/>
          </p:nvPr>
        </p:nvSpPr>
        <p:spPr/>
        <p:txBody>
          <a:bodyPr/>
          <a:lstStyle/>
          <a:p>
            <a:fld id="{E68C68F6-CEB4-C040-B3A3-CADDD499EB7C}" type="slidenum">
              <a:rPr lang="de-DE" noProof="0" smtClean="0"/>
              <a:pPr/>
              <a:t>47</a:t>
            </a:fld>
            <a:endParaRPr lang="de-DE" noProof="0"/>
          </a:p>
        </p:txBody>
      </p:sp>
      <p:sp>
        <p:nvSpPr>
          <p:cNvPr id="9" name="TextBox 8">
            <a:extLst>
              <a:ext uri="{FF2B5EF4-FFF2-40B4-BE49-F238E27FC236}">
                <a16:creationId xmlns:a16="http://schemas.microsoft.com/office/drawing/2014/main" id="{693061D7-AFA9-26CB-871B-6FF7CB775B35}"/>
              </a:ext>
            </a:extLst>
          </p:cNvPr>
          <p:cNvSpPr txBox="1"/>
          <p:nvPr/>
        </p:nvSpPr>
        <p:spPr>
          <a:xfrm>
            <a:off x="266700" y="994410"/>
            <a:ext cx="27432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1600" noProof="0">
                <a:latin typeface="Aptos Display"/>
              </a:rPr>
              <a:t>Analyse der Gewinn- und Verlustrechnung </a:t>
            </a:r>
            <a:endParaRPr lang="de-DE" noProof="0"/>
          </a:p>
        </p:txBody>
      </p:sp>
    </p:spTree>
    <p:extLst>
      <p:ext uri="{BB962C8B-B14F-4D97-AF65-F5344CB8AC3E}">
        <p14:creationId xmlns:p14="http://schemas.microsoft.com/office/powerpoint/2010/main" val="23730102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DD58357-4D4C-767C-CB35-37E7788128CE}"/>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8269A3C8-3B35-D051-06F6-5A6C66BD1948}"/>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CD347004-4723-1B61-1B51-3231FE600F8A}"/>
              </a:ext>
            </a:extLst>
          </p:cNvPr>
          <p:cNvSpPr>
            <a:spLocks noGrp="1"/>
          </p:cNvSpPr>
          <p:nvPr>
            <p:ph type="sldNum" sz="quarter" idx="12"/>
          </p:nvPr>
        </p:nvSpPr>
        <p:spPr/>
        <p:txBody>
          <a:bodyPr/>
          <a:lstStyle/>
          <a:p>
            <a:fld id="{E68C68F6-CEB4-C040-B3A3-CADDD499EB7C}" type="slidenum">
              <a:rPr lang="de-DE" noProof="0" smtClean="0"/>
              <a:pPr/>
              <a:t>48</a:t>
            </a:fld>
            <a:endParaRPr lang="de-DE" noProof="0"/>
          </a:p>
        </p:txBody>
      </p:sp>
      <p:sp>
        <p:nvSpPr>
          <p:cNvPr id="11" name="Content Placeholder 10">
            <a:extLst>
              <a:ext uri="{FF2B5EF4-FFF2-40B4-BE49-F238E27FC236}">
                <a16:creationId xmlns:a16="http://schemas.microsoft.com/office/drawing/2014/main" id="{7712546A-9516-4123-CEF2-8E59E34908C6}"/>
              </a:ext>
            </a:extLst>
          </p:cNvPr>
          <p:cNvSpPr>
            <a:spLocks noGrp="1"/>
          </p:cNvSpPr>
          <p:nvPr>
            <p:ph idx="1"/>
          </p:nvPr>
        </p:nvSpPr>
        <p:spPr>
          <a:xfrm>
            <a:off x="98426" y="1165112"/>
            <a:ext cx="4946650" cy="2811576"/>
          </a:xfrm>
        </p:spPr>
        <p:txBody>
          <a:bodyPr vert="horz" lIns="91440" tIns="45720" rIns="91440" bIns="45720" rtlCol="0" anchor="t">
            <a:noAutofit/>
          </a:bodyPr>
          <a:lstStyle/>
          <a:p>
            <a:r>
              <a:rPr lang="de-DE" sz="1200" b="1" noProof="0" dirty="0">
                <a:ea typeface="+mn-lt"/>
                <a:cs typeface="+mn-lt"/>
              </a:rPr>
              <a:t>Ausgangslage:</a:t>
            </a:r>
            <a:endParaRPr lang="de-DE" sz="1200" noProof="0" dirty="0">
              <a:ea typeface="Calibri"/>
              <a:cs typeface="Calibri"/>
            </a:endParaRPr>
          </a:p>
          <a:p>
            <a:pPr marL="285750" indent="-285750">
              <a:buFont typeface="Arial"/>
              <a:buChar char="•"/>
            </a:pPr>
            <a:r>
              <a:rPr lang="de-DE" sz="1200" noProof="0" dirty="0">
                <a:ea typeface="+mn-lt"/>
                <a:cs typeface="+mn-lt"/>
              </a:rPr>
              <a:t>Private Trägerschaft ohne staatliche Investitionsförderung</a:t>
            </a:r>
            <a:endParaRPr lang="de-DE" sz="1200" noProof="0" dirty="0">
              <a:ea typeface="Calibri"/>
              <a:cs typeface="Calibri"/>
            </a:endParaRPr>
          </a:p>
          <a:p>
            <a:pPr marL="285750" indent="-285750">
              <a:buFont typeface="Arial"/>
              <a:buChar char="•"/>
            </a:pPr>
            <a:r>
              <a:rPr lang="de-DE" sz="1200" noProof="0" dirty="0">
                <a:ea typeface="+mn-lt"/>
                <a:cs typeface="+mn-lt"/>
              </a:rPr>
              <a:t>Hoher Investitionsbedarf (Digitalisierung, Medizintechnik, Telemedizin)</a:t>
            </a:r>
            <a:endParaRPr lang="de-DE" sz="1200" noProof="0" dirty="0">
              <a:ea typeface="Calibri"/>
              <a:cs typeface="Calibri"/>
            </a:endParaRPr>
          </a:p>
          <a:p>
            <a:pPr marL="285750" indent="-285750">
              <a:buFont typeface="Arial"/>
              <a:buChar char="•"/>
            </a:pPr>
            <a:r>
              <a:rPr lang="de-DE" sz="1200" noProof="0" dirty="0">
                <a:ea typeface="+mn-lt"/>
                <a:cs typeface="+mn-lt"/>
              </a:rPr>
              <a:t>Strukturelle Verluste (Aufbau-/Expansionsphase)</a:t>
            </a:r>
          </a:p>
          <a:p>
            <a:r>
              <a:rPr lang="de-DE" sz="1200" noProof="0" dirty="0">
                <a:ea typeface="+mn-lt"/>
                <a:cs typeface="+mn-lt"/>
              </a:rPr>
              <a:t>Notwendig: Mix aus Eigen- und Fremdfinanzierung</a:t>
            </a:r>
            <a:br>
              <a:rPr lang="de-DE" sz="1200" noProof="0" dirty="0"/>
            </a:br>
            <a:endParaRPr lang="de-DE" sz="1200" noProof="0" dirty="0">
              <a:ea typeface="Calibri"/>
              <a:cs typeface="Calibri"/>
            </a:endParaRPr>
          </a:p>
          <a:p>
            <a:r>
              <a:rPr lang="de-DE" sz="1200" b="1" noProof="0" dirty="0"/>
              <a:t>1. Eigenfinanzierung</a:t>
            </a:r>
            <a:endParaRPr lang="de-DE" sz="1200" noProof="0" dirty="0"/>
          </a:p>
          <a:p>
            <a:pPr marL="171450" indent="-171450">
              <a:buFont typeface="Arial" panose="020B0604020202020204" pitchFamily="34" charset="0"/>
              <a:buChar char="•"/>
            </a:pPr>
            <a:r>
              <a:rPr lang="de-DE" sz="1200" noProof="0" dirty="0">
                <a:ea typeface="+mn-lt"/>
                <a:cs typeface="+mn-lt"/>
              </a:rPr>
              <a:t>Kapital von Gesellschaftern</a:t>
            </a:r>
          </a:p>
          <a:p>
            <a:pPr marL="171450" indent="-171450">
              <a:buFont typeface="Arial" panose="020B0604020202020204" pitchFamily="34" charset="0"/>
              <a:buChar char="•"/>
            </a:pPr>
            <a:r>
              <a:rPr lang="de-DE" sz="1200" noProof="0" dirty="0">
                <a:ea typeface="+mn-lt"/>
                <a:cs typeface="+mn-lt"/>
              </a:rPr>
              <a:t>Private Investoren (z. B. Family Offices, Fonds)</a:t>
            </a:r>
          </a:p>
          <a:p>
            <a:pPr marL="171450" indent="-171450">
              <a:buFont typeface="Arial" panose="020B0604020202020204" pitchFamily="34" charset="0"/>
              <a:buChar char="•"/>
            </a:pPr>
            <a:r>
              <a:rPr lang="de-DE" sz="1200" noProof="0" dirty="0">
                <a:ea typeface="+mn-lt"/>
                <a:cs typeface="+mn-lt"/>
              </a:rPr>
              <a:t>Strategische Partner (z. B. MedTech mit Beteiligung)</a:t>
            </a:r>
            <a:endParaRPr lang="de-DE" sz="1200" noProof="0" dirty="0">
              <a:ea typeface="Calibri"/>
              <a:cs typeface="Calibri"/>
            </a:endParaRPr>
          </a:p>
          <a:p>
            <a:endParaRPr lang="de-DE" sz="1200" noProof="0" dirty="0">
              <a:ea typeface="Calibri"/>
              <a:cs typeface="Calibri"/>
            </a:endParaRPr>
          </a:p>
        </p:txBody>
      </p:sp>
      <p:sp>
        <p:nvSpPr>
          <p:cNvPr id="19" name="TextBox 18">
            <a:extLst>
              <a:ext uri="{FF2B5EF4-FFF2-40B4-BE49-F238E27FC236}">
                <a16:creationId xmlns:a16="http://schemas.microsoft.com/office/drawing/2014/main" id="{03C08699-CF10-EBD0-C5DE-BA3EA7EDA0DF}"/>
              </a:ext>
            </a:extLst>
          </p:cNvPr>
          <p:cNvSpPr txBox="1"/>
          <p:nvPr/>
        </p:nvSpPr>
        <p:spPr>
          <a:xfrm>
            <a:off x="5938737" y="1165112"/>
            <a:ext cx="2743200"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1500" noProof="0" dirty="0">
                <a:ea typeface="+mn-lt"/>
                <a:cs typeface="+mn-lt"/>
              </a:rPr>
              <a:t>✅ Vorteile:</a:t>
            </a:r>
          </a:p>
          <a:p>
            <a:pPr marL="285750" indent="-285750">
              <a:buClr>
                <a:srgbClr val="FFC000"/>
              </a:buClr>
              <a:buFont typeface="Arial" panose="020B0604020202020204" pitchFamily="34" charset="0"/>
              <a:buChar char="•"/>
            </a:pPr>
            <a:r>
              <a:rPr lang="de-DE" sz="1500" noProof="0" dirty="0">
                <a:ea typeface="+mn-lt"/>
                <a:cs typeface="+mn-lt"/>
              </a:rPr>
              <a:t>Keine Zinsen</a:t>
            </a:r>
          </a:p>
          <a:p>
            <a:pPr marL="285750" indent="-285750">
              <a:buClr>
                <a:srgbClr val="FFC000"/>
              </a:buClr>
              <a:buFont typeface="Arial" panose="020B0604020202020204" pitchFamily="34" charset="0"/>
              <a:buChar char="•"/>
            </a:pPr>
            <a:r>
              <a:rPr lang="de-DE" sz="1500" noProof="0" dirty="0">
                <a:ea typeface="+mn-lt"/>
                <a:cs typeface="+mn-lt"/>
              </a:rPr>
              <a:t>Bessere Eigenkapitalquote</a:t>
            </a:r>
          </a:p>
          <a:p>
            <a:pPr marL="285750" indent="-285750">
              <a:buClr>
                <a:srgbClr val="FFC000"/>
              </a:buClr>
              <a:buFont typeface="Arial" panose="020B0604020202020204" pitchFamily="34" charset="0"/>
              <a:buChar char="•"/>
            </a:pPr>
            <a:r>
              <a:rPr lang="de-DE" sz="1500" noProof="0" dirty="0">
                <a:ea typeface="+mn-lt"/>
                <a:cs typeface="+mn-lt"/>
              </a:rPr>
              <a:t>Unabhängigkeit von Banken</a:t>
            </a:r>
            <a:endParaRPr lang="de-DE" sz="1500" dirty="0">
              <a:ea typeface="+mn-lt"/>
              <a:cs typeface="+mn-lt"/>
            </a:endParaRPr>
          </a:p>
          <a:p>
            <a:pPr marL="285750" indent="-285750">
              <a:buClr>
                <a:srgbClr val="FFC000"/>
              </a:buClr>
              <a:buFont typeface="Arial" panose="020B0604020202020204" pitchFamily="34" charset="0"/>
              <a:buChar char="•"/>
            </a:pPr>
            <a:r>
              <a:rPr lang="de-DE" sz="1500" noProof="0" dirty="0">
                <a:ea typeface="+mn-lt"/>
                <a:cs typeface="+mn-lt"/>
              </a:rPr>
              <a:t>Know-how &amp; Netzwerk</a:t>
            </a:r>
            <a:endParaRPr lang="de-DE" sz="1500" noProof="0" dirty="0">
              <a:ea typeface="Calibri"/>
              <a:cs typeface="Calibri"/>
            </a:endParaRPr>
          </a:p>
          <a:p>
            <a:r>
              <a:rPr lang="de-DE" sz="1500" noProof="0" dirty="0">
                <a:ea typeface="+mn-lt"/>
                <a:cs typeface="+mn-lt"/>
              </a:rPr>
              <a:t>❌ Nachteile:</a:t>
            </a:r>
            <a:endParaRPr lang="de-DE" sz="1500" dirty="0">
              <a:ea typeface="+mn-lt"/>
              <a:cs typeface="+mn-lt"/>
            </a:endParaRPr>
          </a:p>
          <a:p>
            <a:pPr marL="285750" indent="-285750">
              <a:buClr>
                <a:srgbClr val="FFC000"/>
              </a:buClr>
              <a:buFont typeface="Arial" panose="020B0604020202020204" pitchFamily="34" charset="0"/>
              <a:buChar char="•"/>
            </a:pPr>
            <a:r>
              <a:rPr lang="de-DE" sz="1500" noProof="0" dirty="0">
                <a:ea typeface="+mn-lt"/>
                <a:cs typeface="+mn-lt"/>
              </a:rPr>
              <a:t>Einfluss durch Investoren</a:t>
            </a:r>
          </a:p>
          <a:p>
            <a:pPr marL="285750" indent="-285750">
              <a:buClr>
                <a:srgbClr val="FFC000"/>
              </a:buClr>
              <a:buFont typeface="Arial" panose="020B0604020202020204" pitchFamily="34" charset="0"/>
              <a:buChar char="•"/>
            </a:pPr>
            <a:r>
              <a:rPr lang="de-DE" sz="1500" noProof="0" dirty="0">
                <a:ea typeface="+mn-lt"/>
                <a:cs typeface="+mn-lt"/>
              </a:rPr>
              <a:t>Hohe Renditeerwartung</a:t>
            </a:r>
          </a:p>
          <a:p>
            <a:pPr marL="285750" indent="-285750">
              <a:buClr>
                <a:srgbClr val="FFC000"/>
              </a:buClr>
              <a:buFont typeface="Arial" panose="020B0604020202020204" pitchFamily="34" charset="0"/>
              <a:buChar char="•"/>
            </a:pPr>
            <a:r>
              <a:rPr lang="de-DE" sz="1500" noProof="0" dirty="0">
                <a:ea typeface="+mn-lt"/>
                <a:cs typeface="+mn-lt"/>
              </a:rPr>
              <a:t>Aufwendige Investorensuche</a:t>
            </a:r>
            <a:endParaRPr lang="de-DE" sz="1500" noProof="0" dirty="0">
              <a:ea typeface="Calibri"/>
              <a:cs typeface="Calibri"/>
            </a:endParaRPr>
          </a:p>
          <a:p>
            <a:r>
              <a:rPr lang="de-DE" sz="1500" noProof="0" dirty="0">
                <a:ea typeface="+mn-lt"/>
                <a:cs typeface="+mn-lt"/>
              </a:rPr>
              <a:t>📈 Effekt:</a:t>
            </a:r>
            <a:br>
              <a:rPr lang="de-DE" sz="1500" noProof="0" dirty="0">
                <a:ea typeface="+mn-lt"/>
                <a:cs typeface="+mn-lt"/>
              </a:rPr>
            </a:br>
            <a:r>
              <a:rPr lang="de-DE" sz="1500" noProof="0" dirty="0">
                <a:ea typeface="+mn-lt"/>
                <a:cs typeface="+mn-lt"/>
              </a:rPr>
              <a:t>Verbesserte Bilanzstruktur → bessere Kreditkonditionen später</a:t>
            </a:r>
            <a:endParaRPr lang="de-DE" sz="1500" noProof="0" dirty="0">
              <a:ea typeface="Calibri"/>
              <a:cs typeface="Calibri"/>
            </a:endParaRPr>
          </a:p>
          <a:p>
            <a:pPr algn="l"/>
            <a:endParaRPr lang="de-DE" sz="1500" noProof="0" dirty="0">
              <a:ea typeface="Calibri"/>
              <a:cs typeface="Calibri"/>
            </a:endParaRPr>
          </a:p>
        </p:txBody>
      </p:sp>
    </p:spTree>
    <p:extLst>
      <p:ext uri="{BB962C8B-B14F-4D97-AF65-F5344CB8AC3E}">
        <p14:creationId xmlns:p14="http://schemas.microsoft.com/office/powerpoint/2010/main" val="25765445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9FC6D6-EBA6-6059-ADE8-8FE9B0B0CC5F}"/>
              </a:ext>
            </a:extLst>
          </p:cNvPr>
          <p:cNvSpPr>
            <a:spLocks noGrp="1"/>
          </p:cNvSpPr>
          <p:nvPr>
            <p:ph idx="1"/>
          </p:nvPr>
        </p:nvSpPr>
        <p:spPr>
          <a:xfrm>
            <a:off x="269875" y="935083"/>
            <a:ext cx="8596630" cy="3634536"/>
          </a:xfrm>
        </p:spPr>
        <p:txBody>
          <a:bodyPr vert="horz" lIns="91440" tIns="45720" rIns="91440" bIns="45720" rtlCol="0" anchor="t">
            <a:normAutofit fontScale="55000" lnSpcReduction="20000"/>
          </a:bodyPr>
          <a:lstStyle/>
          <a:p>
            <a:r>
              <a:rPr lang="de-DE" b="1" noProof="0"/>
              <a:t>2. Fremdfinanzierung</a:t>
            </a:r>
            <a:endParaRPr lang="de-DE" noProof="0"/>
          </a:p>
          <a:p>
            <a:r>
              <a:rPr lang="de-DE" b="1" noProof="0">
                <a:ea typeface="+mn-lt"/>
                <a:cs typeface="+mn-lt"/>
              </a:rPr>
              <a:t>Quellen:</a:t>
            </a:r>
            <a:endParaRPr lang="de-DE" noProof="0">
              <a:ea typeface="+mn-lt"/>
              <a:cs typeface="+mn-lt"/>
            </a:endParaRPr>
          </a:p>
          <a:p>
            <a:pPr marL="285750" indent="-285750">
              <a:buFont typeface="Arial"/>
              <a:buChar char="•"/>
            </a:pPr>
            <a:r>
              <a:rPr lang="de-DE" noProof="0">
                <a:ea typeface="+mn-lt"/>
                <a:cs typeface="+mn-lt"/>
              </a:rPr>
              <a:t>Bankkredite (Investitions- und Betriebsmittelkredite)</a:t>
            </a:r>
            <a:endParaRPr lang="de-DE" noProof="0"/>
          </a:p>
          <a:p>
            <a:pPr marL="285750" indent="-285750">
              <a:buFont typeface="Arial"/>
              <a:buChar char="•"/>
            </a:pPr>
            <a:r>
              <a:rPr lang="de-DE" noProof="0">
                <a:ea typeface="+mn-lt"/>
                <a:cs typeface="+mn-lt"/>
              </a:rPr>
              <a:t>KfW-Förderkredite</a:t>
            </a:r>
            <a:endParaRPr lang="de-DE" noProof="0"/>
          </a:p>
          <a:p>
            <a:pPr marL="285750" indent="-285750">
              <a:buFont typeface="Arial"/>
              <a:buChar char="•"/>
            </a:pPr>
            <a:r>
              <a:rPr lang="de-DE" noProof="0">
                <a:ea typeface="+mn-lt"/>
                <a:cs typeface="+mn-lt"/>
              </a:rPr>
              <a:t>Leasing oder Mietkauf (z. B. für IT, Medizintechnik, Immobilien)</a:t>
            </a:r>
            <a:endParaRPr lang="de-DE" noProof="0"/>
          </a:p>
          <a:p>
            <a:r>
              <a:rPr lang="de-DE" b="1" noProof="0">
                <a:ea typeface="+mn-lt"/>
                <a:cs typeface="+mn-lt"/>
              </a:rPr>
              <a:t>Vorteile:</a:t>
            </a:r>
            <a:endParaRPr lang="de-DE" noProof="0">
              <a:ea typeface="+mn-lt"/>
              <a:cs typeface="+mn-lt"/>
            </a:endParaRPr>
          </a:p>
          <a:p>
            <a:pPr marL="285750" indent="-285750">
              <a:buFont typeface="Arial"/>
              <a:buChar char="•"/>
            </a:pPr>
            <a:r>
              <a:rPr lang="de-DE" noProof="0">
                <a:ea typeface="+mn-lt"/>
                <a:cs typeface="+mn-lt"/>
              </a:rPr>
              <a:t>Schnelle Mittelverfügbarkeit bei entsprechender Bonität</a:t>
            </a:r>
            <a:endParaRPr lang="de-DE" noProof="0"/>
          </a:p>
          <a:p>
            <a:pPr marL="285750" indent="-285750">
              <a:buFont typeface="Arial"/>
              <a:buChar char="•"/>
            </a:pPr>
            <a:r>
              <a:rPr lang="de-DE" noProof="0">
                <a:ea typeface="+mn-lt"/>
                <a:cs typeface="+mn-lt"/>
              </a:rPr>
              <a:t>Zinszahlungen und Leasingraten sind steuerlich absetzbar</a:t>
            </a:r>
            <a:endParaRPr lang="de-DE" noProof="0"/>
          </a:p>
          <a:p>
            <a:pPr marL="285750" indent="-285750">
              <a:buFont typeface="Arial"/>
              <a:buChar char="•"/>
            </a:pPr>
            <a:r>
              <a:rPr lang="de-DE" noProof="0">
                <a:ea typeface="+mn-lt"/>
                <a:cs typeface="+mn-lt"/>
              </a:rPr>
              <a:t>Leasing reduziert anfängliche Investitionen</a:t>
            </a:r>
            <a:endParaRPr lang="de-DE" noProof="0"/>
          </a:p>
          <a:p>
            <a:pPr marL="285750" indent="-285750">
              <a:buFont typeface="Arial"/>
              <a:buChar char="•"/>
            </a:pPr>
            <a:r>
              <a:rPr lang="de-DE" noProof="0">
                <a:ea typeface="+mn-lt"/>
                <a:cs typeface="+mn-lt"/>
              </a:rPr>
              <a:t>Unternehmensführung und Entscheidungsgewalt bleiben vollständig erhalten</a:t>
            </a:r>
            <a:endParaRPr lang="de-DE" noProof="0"/>
          </a:p>
          <a:p>
            <a:r>
              <a:rPr lang="de-DE" b="1" noProof="0">
                <a:ea typeface="+mn-lt"/>
                <a:cs typeface="+mn-lt"/>
              </a:rPr>
              <a:t>Nachteile:</a:t>
            </a:r>
            <a:endParaRPr lang="de-DE" noProof="0">
              <a:ea typeface="+mn-lt"/>
              <a:cs typeface="+mn-lt"/>
            </a:endParaRPr>
          </a:p>
          <a:p>
            <a:pPr marL="285750" indent="-285750">
              <a:buFont typeface="Arial"/>
              <a:buChar char="•"/>
            </a:pPr>
            <a:r>
              <a:rPr lang="de-DE" noProof="0">
                <a:ea typeface="+mn-lt"/>
                <a:cs typeface="+mn-lt"/>
              </a:rPr>
              <a:t>Zinsbelastung (derzeit teilweise über 7 %)</a:t>
            </a:r>
            <a:endParaRPr lang="de-DE" noProof="0"/>
          </a:p>
          <a:p>
            <a:pPr marL="285750" indent="-285750">
              <a:buFont typeface="Arial"/>
              <a:buChar char="•"/>
            </a:pPr>
            <a:r>
              <a:rPr lang="de-DE" noProof="0">
                <a:ea typeface="+mn-lt"/>
                <a:cs typeface="+mn-lt"/>
              </a:rPr>
              <a:t>Abhängigkeit von aktuellen und künftigen Zinsentwicklungen</a:t>
            </a:r>
            <a:endParaRPr lang="de-DE" noProof="0"/>
          </a:p>
          <a:p>
            <a:pPr marL="285750" indent="-285750">
              <a:buFont typeface="Arial"/>
              <a:buChar char="•"/>
            </a:pPr>
            <a:r>
              <a:rPr lang="de-DE" noProof="0">
                <a:ea typeface="+mn-lt"/>
                <a:cs typeface="+mn-lt"/>
              </a:rPr>
              <a:t>Aufwendige Kreditprüfung, Nachweise und Sicherheiten erforderlich</a:t>
            </a:r>
            <a:endParaRPr lang="de-DE" noProof="0"/>
          </a:p>
          <a:p>
            <a:pPr marL="285750" indent="-285750">
              <a:buFont typeface="Arial"/>
              <a:buChar char="•"/>
            </a:pPr>
            <a:r>
              <a:rPr lang="de-DE" noProof="0">
                <a:ea typeface="+mn-lt"/>
                <a:cs typeface="+mn-lt"/>
              </a:rPr>
              <a:t>Höherer Verschuldungsgrad mit möglichem Einfluss auf Bonität</a:t>
            </a:r>
            <a:endParaRPr lang="de-DE" noProof="0"/>
          </a:p>
          <a:p>
            <a:endParaRPr lang="de-DE" b="1" noProof="0">
              <a:ea typeface="Calibri"/>
              <a:cs typeface="Calibri"/>
            </a:endParaRPr>
          </a:p>
        </p:txBody>
      </p:sp>
      <p:sp>
        <p:nvSpPr>
          <p:cNvPr id="4" name="Date Placeholder 3">
            <a:extLst>
              <a:ext uri="{FF2B5EF4-FFF2-40B4-BE49-F238E27FC236}">
                <a16:creationId xmlns:a16="http://schemas.microsoft.com/office/drawing/2014/main" id="{3B7DDAA7-68E3-3590-C239-43425CB747B2}"/>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E61906E9-621B-3416-E222-F06F00B5769B}"/>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1E2C2019-069E-3523-FD54-F2D80A45145A}"/>
              </a:ext>
            </a:extLst>
          </p:cNvPr>
          <p:cNvSpPr>
            <a:spLocks noGrp="1"/>
          </p:cNvSpPr>
          <p:nvPr>
            <p:ph type="sldNum" sz="quarter" idx="12"/>
          </p:nvPr>
        </p:nvSpPr>
        <p:spPr/>
        <p:txBody>
          <a:bodyPr/>
          <a:lstStyle/>
          <a:p>
            <a:fld id="{E68C68F6-CEB4-C040-B3A3-CADDD499EB7C}" type="slidenum">
              <a:rPr lang="de-DE" noProof="0" smtClean="0"/>
              <a:pPr/>
              <a:t>49</a:t>
            </a:fld>
            <a:endParaRPr lang="de-DE" noProof="0"/>
          </a:p>
        </p:txBody>
      </p:sp>
    </p:spTree>
    <p:extLst>
      <p:ext uri="{BB962C8B-B14F-4D97-AF65-F5344CB8AC3E}">
        <p14:creationId xmlns:p14="http://schemas.microsoft.com/office/powerpoint/2010/main" val="2996070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A7FBD-9538-167F-E4E5-B203C5C780FF}"/>
            </a:ext>
          </a:extLst>
        </p:cNvPr>
        <p:cNvGrpSpPr/>
        <p:nvPr/>
      </p:nvGrpSpPr>
      <p:grpSpPr>
        <a:xfrm>
          <a:off x="0" y="0"/>
          <a:ext cx="0" cy="0"/>
          <a:chOff x="0" y="0"/>
          <a:chExt cx="0" cy="0"/>
        </a:xfrm>
      </p:grpSpPr>
      <p:sp>
        <p:nvSpPr>
          <p:cNvPr id="4" name="Datumsplatzhalter 3">
            <a:extLst>
              <a:ext uri="{FF2B5EF4-FFF2-40B4-BE49-F238E27FC236}">
                <a16:creationId xmlns:a16="http://schemas.microsoft.com/office/drawing/2014/main" id="{140D06C7-A6A2-3585-1C77-0F14D65EA166}"/>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C4EDCFEB-B7C6-0B34-8EA8-E80E6A4D1B1C}"/>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8F2DFC7D-DE77-042A-EC13-FD9F28D1F881}"/>
              </a:ext>
            </a:extLst>
          </p:cNvPr>
          <p:cNvSpPr>
            <a:spLocks noGrp="1"/>
          </p:cNvSpPr>
          <p:nvPr>
            <p:ph type="sldNum" sz="quarter" idx="12"/>
          </p:nvPr>
        </p:nvSpPr>
        <p:spPr/>
        <p:txBody>
          <a:bodyPr/>
          <a:lstStyle/>
          <a:p>
            <a:fld id="{E68C68F6-CEB4-C040-B3A3-CADDD499EB7C}" type="slidenum">
              <a:rPr lang="de-DE" noProof="0" smtClean="0"/>
              <a:pPr/>
              <a:t>50</a:t>
            </a:fld>
            <a:endParaRPr lang="de-DE" noProof="0"/>
          </a:p>
        </p:txBody>
      </p:sp>
      <p:sp>
        <p:nvSpPr>
          <p:cNvPr id="8" name="Rechteck: abgerundete Ecken 7">
            <a:extLst>
              <a:ext uri="{FF2B5EF4-FFF2-40B4-BE49-F238E27FC236}">
                <a16:creationId xmlns:a16="http://schemas.microsoft.com/office/drawing/2014/main" id="{82EAA185-4A84-F1DB-741A-C98EA0915B1A}"/>
              </a:ext>
            </a:extLst>
          </p:cNvPr>
          <p:cNvSpPr/>
          <p:nvPr/>
        </p:nvSpPr>
        <p:spPr>
          <a:xfrm>
            <a:off x="5533122" y="919469"/>
            <a:ext cx="3520859" cy="1738425"/>
          </a:xfrm>
          <a:prstGeom prst="roundRect">
            <a:avLst/>
          </a:prstGeom>
          <a:solidFill>
            <a:srgbClr val="99C653"/>
          </a:solidFill>
          <a:ln>
            <a:noFill/>
          </a:ln>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marL="285750" indent="-285750">
              <a:buClr>
                <a:srgbClr val="FFC000"/>
              </a:buClr>
              <a:buFont typeface="Arial" panose="020B0604020202020204" pitchFamily="34" charset="0"/>
              <a:buChar char="•"/>
            </a:pPr>
            <a:r>
              <a:rPr lang="de-DE" sz="1300" dirty="0">
                <a:latin typeface="Aptos"/>
                <a:ea typeface="Calibri"/>
                <a:cs typeface="Calibri"/>
              </a:rPr>
              <a:t>Hoher Investitionsbedarf bei Technik &amp; Digitalisierung  </a:t>
            </a:r>
          </a:p>
          <a:p>
            <a:pPr marL="285750" indent="-285750">
              <a:buClr>
                <a:srgbClr val="FFC000"/>
              </a:buClr>
              <a:buFont typeface="Arial" panose="020B0604020202020204" pitchFamily="34" charset="0"/>
              <a:buChar char="•"/>
            </a:pPr>
            <a:r>
              <a:rPr lang="de-DE" sz="1300" dirty="0">
                <a:latin typeface="Aptos"/>
                <a:ea typeface="Calibri"/>
                <a:cs typeface="Calibri"/>
              </a:rPr>
              <a:t>Fremdfinanzierung nötig → Zinsen steigen </a:t>
            </a:r>
          </a:p>
          <a:p>
            <a:pPr marL="285750" indent="-285750">
              <a:buClr>
                <a:srgbClr val="FFC000"/>
              </a:buClr>
              <a:buFont typeface="Arial" panose="020B0604020202020204" pitchFamily="34" charset="0"/>
              <a:buChar char="•"/>
            </a:pPr>
            <a:r>
              <a:rPr lang="de-DE" sz="1300" dirty="0">
                <a:latin typeface="Aptos"/>
                <a:ea typeface="Calibri"/>
                <a:cs typeface="Calibri"/>
              </a:rPr>
              <a:t>Fachkräftemangel erhöht Personalkosten  </a:t>
            </a:r>
          </a:p>
          <a:p>
            <a:pPr marL="285750" indent="-285750">
              <a:buClr>
                <a:srgbClr val="FFC000"/>
              </a:buClr>
              <a:buFont typeface="Arial" panose="020B0604020202020204" pitchFamily="34" charset="0"/>
              <a:buChar char="•"/>
            </a:pPr>
            <a:r>
              <a:rPr lang="de-DE" sz="1300" dirty="0">
                <a:latin typeface="Aptos"/>
                <a:ea typeface="Calibri"/>
                <a:cs typeface="Calibri"/>
              </a:rPr>
              <a:t>Konkurrenzdruck durch Ketten &amp; kommunale Kliniken </a:t>
            </a:r>
          </a:p>
        </p:txBody>
      </p:sp>
      <p:sp>
        <p:nvSpPr>
          <p:cNvPr id="9" name="Rechteck: abgerundete Ecken 8">
            <a:extLst>
              <a:ext uri="{FF2B5EF4-FFF2-40B4-BE49-F238E27FC236}">
                <a16:creationId xmlns:a16="http://schemas.microsoft.com/office/drawing/2014/main" id="{C76DA83C-0B72-F9FC-AAEE-00AA0FCE14DC}"/>
              </a:ext>
            </a:extLst>
          </p:cNvPr>
          <p:cNvSpPr/>
          <p:nvPr/>
        </p:nvSpPr>
        <p:spPr>
          <a:xfrm>
            <a:off x="904849" y="918235"/>
            <a:ext cx="3520859" cy="1738425"/>
          </a:xfrm>
          <a:prstGeom prst="roundRect">
            <a:avLst/>
          </a:prstGeom>
          <a:solidFill>
            <a:srgbClr val="99C653"/>
          </a:solidFill>
          <a:ln>
            <a:noFill/>
          </a:ln>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marL="285750" indent="-285750">
              <a:buClr>
                <a:srgbClr val="FFC000"/>
              </a:buClr>
              <a:buFont typeface="Arial" panose="020B0604020202020204" pitchFamily="34" charset="0"/>
              <a:buChar char="•"/>
            </a:pPr>
            <a:r>
              <a:rPr lang="de-DE" sz="1300" noProof="0" dirty="0">
                <a:latin typeface="Aptos"/>
                <a:ea typeface="Calibri"/>
                <a:cs typeface="Calibri"/>
              </a:rPr>
              <a:t>DRG-System mit pauschaler Vergütung </a:t>
            </a:r>
            <a:endParaRPr lang="de-DE" sz="1300" noProof="0" dirty="0">
              <a:ea typeface="Calibri"/>
              <a:cs typeface="Calibri"/>
            </a:endParaRPr>
          </a:p>
          <a:p>
            <a:pPr marL="285750" indent="-285750">
              <a:buClr>
                <a:srgbClr val="FFC000"/>
              </a:buClr>
              <a:buFont typeface="Arial" panose="020B0604020202020204" pitchFamily="34" charset="0"/>
              <a:buChar char="•"/>
            </a:pPr>
            <a:r>
              <a:rPr lang="de-DE" sz="1300" noProof="0" dirty="0">
                <a:latin typeface="Aptos"/>
                <a:ea typeface="Calibri"/>
                <a:cs typeface="Calibri"/>
              </a:rPr>
              <a:t>Pflegepersonaluntergrenzen</a:t>
            </a:r>
            <a:endParaRPr lang="de-DE" sz="1300" noProof="0" dirty="0">
              <a:ea typeface="Calibri"/>
              <a:cs typeface="Calibri"/>
            </a:endParaRPr>
          </a:p>
          <a:p>
            <a:pPr marL="285750" indent="-285750">
              <a:buClr>
                <a:srgbClr val="FFC000"/>
              </a:buClr>
              <a:buFont typeface="Arial" panose="020B0604020202020204" pitchFamily="34" charset="0"/>
              <a:buChar char="•"/>
            </a:pPr>
            <a:r>
              <a:rPr lang="de-DE" sz="1300" noProof="0" dirty="0">
                <a:latin typeface="Aptos"/>
                <a:ea typeface="Calibri"/>
                <a:cs typeface="Calibri"/>
              </a:rPr>
              <a:t>KHZG (Krankenhauszukunftsgesetz) fördert Digitalisierung, aber </a:t>
            </a:r>
            <a:r>
              <a:rPr lang="de-DE" sz="1300" b="1" noProof="0" dirty="0">
                <a:latin typeface="Aptos"/>
                <a:ea typeface="Calibri"/>
                <a:cs typeface="Calibri"/>
              </a:rPr>
              <a:t>nicht für private Träger</a:t>
            </a:r>
            <a:r>
              <a:rPr lang="de-DE" sz="1300" noProof="0" dirty="0">
                <a:latin typeface="Aptos"/>
                <a:ea typeface="Calibri"/>
                <a:cs typeface="Calibri"/>
              </a:rPr>
              <a:t> </a:t>
            </a:r>
            <a:endParaRPr lang="de-DE" sz="1300" noProof="0" dirty="0">
              <a:ea typeface="Calibri"/>
              <a:cs typeface="Calibri"/>
            </a:endParaRPr>
          </a:p>
          <a:p>
            <a:pPr marL="285750" indent="-285750">
              <a:buClr>
                <a:srgbClr val="FFC000"/>
              </a:buClr>
              <a:buFont typeface="Arial" panose="020B0604020202020204" pitchFamily="34" charset="0"/>
              <a:buChar char="•"/>
            </a:pPr>
            <a:r>
              <a:rPr lang="de-DE" sz="1300" noProof="0" dirty="0">
                <a:latin typeface="Aptos"/>
                <a:ea typeface="Calibri"/>
                <a:cs typeface="Calibri"/>
              </a:rPr>
              <a:t>Keine staatlichen Investitionen bei Privatkliniken</a:t>
            </a:r>
            <a:endParaRPr lang="de-DE" sz="1300" noProof="0" dirty="0">
              <a:ea typeface="Calibri"/>
              <a:cs typeface="Calibri"/>
            </a:endParaRPr>
          </a:p>
          <a:p>
            <a:pPr algn="ctr"/>
            <a:endParaRPr lang="de-DE" sz="1300" noProof="0" dirty="0">
              <a:latin typeface="Calibri"/>
              <a:ea typeface="Calibri"/>
              <a:cs typeface="Calibri"/>
            </a:endParaRPr>
          </a:p>
        </p:txBody>
      </p:sp>
      <p:sp>
        <p:nvSpPr>
          <p:cNvPr id="12" name="Rechteck: abgerundete Ecken 7">
            <a:extLst>
              <a:ext uri="{FF2B5EF4-FFF2-40B4-BE49-F238E27FC236}">
                <a16:creationId xmlns:a16="http://schemas.microsoft.com/office/drawing/2014/main" id="{5056D5CB-6EF1-0F99-889F-4FC4DF6CB130}"/>
              </a:ext>
            </a:extLst>
          </p:cNvPr>
          <p:cNvSpPr/>
          <p:nvPr/>
        </p:nvSpPr>
        <p:spPr>
          <a:xfrm>
            <a:off x="907782" y="2839708"/>
            <a:ext cx="3520859" cy="1746045"/>
          </a:xfrm>
          <a:prstGeom prst="roundRect">
            <a:avLst/>
          </a:prstGeom>
          <a:solidFill>
            <a:srgbClr val="99C653"/>
          </a:solidFill>
          <a:ln>
            <a:noFill/>
          </a:ln>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marL="285750" indent="-285750">
              <a:buClr>
                <a:srgbClr val="FFC000"/>
              </a:buClr>
              <a:buFont typeface="Arial" panose="020B0604020202020204" pitchFamily="34" charset="0"/>
              <a:buChar char="•"/>
            </a:pPr>
            <a:r>
              <a:rPr lang="de-DE" sz="1300" dirty="0">
                <a:latin typeface="Aptos"/>
                <a:ea typeface="Calibri"/>
                <a:cs typeface="Calibri"/>
              </a:rPr>
              <a:t>Alternde Bevölkerung → mehr orthopädische Fälle (positiv)  </a:t>
            </a:r>
          </a:p>
          <a:p>
            <a:pPr marL="285750" indent="-285750">
              <a:buClr>
                <a:srgbClr val="FFC000"/>
              </a:buClr>
              <a:buFont typeface="Arial" panose="020B0604020202020204" pitchFamily="34" charset="0"/>
              <a:buChar char="•"/>
            </a:pPr>
            <a:r>
              <a:rPr lang="de-DE" sz="1300" dirty="0">
                <a:latin typeface="Aptos"/>
                <a:ea typeface="Calibri"/>
                <a:cs typeface="Calibri"/>
              </a:rPr>
              <a:t>Zunehmende Nachfrage nach patientenzentrierter, digitaler Versorgung  </a:t>
            </a:r>
          </a:p>
          <a:p>
            <a:pPr marL="285750" indent="-285750">
              <a:buClr>
                <a:srgbClr val="FFC000"/>
              </a:buClr>
              <a:buFont typeface="Arial" panose="020B0604020202020204" pitchFamily="34" charset="0"/>
              <a:buChar char="•"/>
            </a:pPr>
            <a:r>
              <a:rPr lang="de-DE" sz="1300" dirty="0">
                <a:latin typeface="Aptos"/>
                <a:ea typeface="Calibri"/>
                <a:cs typeface="Calibri"/>
              </a:rPr>
              <a:t>Sinkender Anteil Privatversicherter (weniger lukrativ) </a:t>
            </a:r>
          </a:p>
        </p:txBody>
      </p:sp>
      <p:sp>
        <p:nvSpPr>
          <p:cNvPr id="13" name="Rechteck: abgerundete Ecken 7">
            <a:extLst>
              <a:ext uri="{FF2B5EF4-FFF2-40B4-BE49-F238E27FC236}">
                <a16:creationId xmlns:a16="http://schemas.microsoft.com/office/drawing/2014/main" id="{25649A85-AB74-DC6E-DF43-60C434C2B85C}"/>
              </a:ext>
            </a:extLst>
          </p:cNvPr>
          <p:cNvSpPr/>
          <p:nvPr/>
        </p:nvSpPr>
        <p:spPr>
          <a:xfrm>
            <a:off x="5533122" y="2839708"/>
            <a:ext cx="3520859" cy="1746045"/>
          </a:xfrm>
          <a:prstGeom prst="roundRect">
            <a:avLst/>
          </a:prstGeom>
          <a:solidFill>
            <a:srgbClr val="99C653"/>
          </a:solidFill>
          <a:ln>
            <a:noFill/>
          </a:ln>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marL="285750" indent="-285750">
              <a:buClr>
                <a:srgbClr val="FFC000"/>
              </a:buClr>
              <a:buFont typeface="Arial" panose="020B0604020202020204" pitchFamily="34" charset="0"/>
              <a:buChar char="•"/>
            </a:pPr>
            <a:r>
              <a:rPr lang="de-DE" sz="1300" dirty="0">
                <a:latin typeface="Aptos"/>
                <a:ea typeface="Calibri"/>
                <a:cs typeface="Calibri"/>
              </a:rPr>
              <a:t>Digitalisierung (KI, Patientenportal, Telemedizin) als strategischer Vorteil, aber teuer  </a:t>
            </a:r>
          </a:p>
          <a:p>
            <a:pPr marL="285750" indent="-285750">
              <a:buClr>
                <a:srgbClr val="FFC000"/>
              </a:buClr>
              <a:buFont typeface="Arial" panose="020B0604020202020204" pitchFamily="34" charset="0"/>
              <a:buChar char="•"/>
            </a:pPr>
            <a:r>
              <a:rPr lang="de-DE" sz="1300" dirty="0">
                <a:latin typeface="Aptos"/>
                <a:ea typeface="Calibri"/>
                <a:cs typeface="Calibri"/>
              </a:rPr>
              <a:t>Interoperabilität &amp; IT-Sicherheit gesetzlich gefordert  </a:t>
            </a:r>
          </a:p>
          <a:p>
            <a:pPr marL="285750" indent="-285750">
              <a:buClr>
                <a:srgbClr val="FFC000"/>
              </a:buClr>
              <a:buFont typeface="Arial" panose="020B0604020202020204" pitchFamily="34" charset="0"/>
              <a:buChar char="•"/>
            </a:pPr>
            <a:r>
              <a:rPr lang="de-DE" sz="1300" dirty="0">
                <a:latin typeface="Aptos"/>
                <a:ea typeface="Calibri"/>
                <a:cs typeface="Calibri"/>
              </a:rPr>
              <a:t>Hoher Schulungsbedarf beim Personal </a:t>
            </a:r>
          </a:p>
        </p:txBody>
      </p:sp>
      <p:sp>
        <p:nvSpPr>
          <p:cNvPr id="14" name="TextBox 13">
            <a:extLst>
              <a:ext uri="{FF2B5EF4-FFF2-40B4-BE49-F238E27FC236}">
                <a16:creationId xmlns:a16="http://schemas.microsoft.com/office/drawing/2014/main" id="{4D3E0800-C74D-5C4D-22BB-3A7BA5274683}"/>
              </a:ext>
            </a:extLst>
          </p:cNvPr>
          <p:cNvSpPr txBox="1"/>
          <p:nvPr/>
        </p:nvSpPr>
        <p:spPr>
          <a:xfrm>
            <a:off x="287926" y="1326015"/>
            <a:ext cx="49026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de-DE" sz="5400" noProof="0">
                <a:ea typeface="Calibri"/>
                <a:cs typeface="Calibri"/>
              </a:rPr>
              <a:t>P</a:t>
            </a:r>
          </a:p>
        </p:txBody>
      </p:sp>
      <p:sp>
        <p:nvSpPr>
          <p:cNvPr id="15" name="TextBox 14">
            <a:extLst>
              <a:ext uri="{FF2B5EF4-FFF2-40B4-BE49-F238E27FC236}">
                <a16:creationId xmlns:a16="http://schemas.microsoft.com/office/drawing/2014/main" id="{5115D055-F3C1-BCFB-A997-86638D3EE08F}"/>
              </a:ext>
            </a:extLst>
          </p:cNvPr>
          <p:cNvSpPr txBox="1"/>
          <p:nvPr/>
        </p:nvSpPr>
        <p:spPr>
          <a:xfrm>
            <a:off x="4888230" y="1325063"/>
            <a:ext cx="59572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de-DE" sz="5400" noProof="0">
                <a:ea typeface="Calibri"/>
                <a:cs typeface="Calibri"/>
              </a:rPr>
              <a:t>E</a:t>
            </a:r>
          </a:p>
        </p:txBody>
      </p:sp>
      <p:sp>
        <p:nvSpPr>
          <p:cNvPr id="16" name="TextBox 15">
            <a:extLst>
              <a:ext uri="{FF2B5EF4-FFF2-40B4-BE49-F238E27FC236}">
                <a16:creationId xmlns:a16="http://schemas.microsoft.com/office/drawing/2014/main" id="{3B05AC25-32FD-A4B1-C35A-1B3A45C1B97D}"/>
              </a:ext>
            </a:extLst>
          </p:cNvPr>
          <p:cNvSpPr txBox="1"/>
          <p:nvPr/>
        </p:nvSpPr>
        <p:spPr>
          <a:xfrm>
            <a:off x="284389" y="3254012"/>
            <a:ext cx="5715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de-DE" sz="5400" noProof="0">
                <a:ea typeface="Calibri"/>
                <a:cs typeface="Calibri"/>
              </a:rPr>
              <a:t>S</a:t>
            </a:r>
          </a:p>
        </p:txBody>
      </p:sp>
      <p:sp>
        <p:nvSpPr>
          <p:cNvPr id="17" name="TextBox 16">
            <a:extLst>
              <a:ext uri="{FF2B5EF4-FFF2-40B4-BE49-F238E27FC236}">
                <a16:creationId xmlns:a16="http://schemas.microsoft.com/office/drawing/2014/main" id="{E5E4A7E7-149B-A43F-F5C6-CD357D0B3AB8}"/>
              </a:ext>
            </a:extLst>
          </p:cNvPr>
          <p:cNvSpPr txBox="1"/>
          <p:nvPr/>
        </p:nvSpPr>
        <p:spPr>
          <a:xfrm flipH="1">
            <a:off x="4886324" y="3161075"/>
            <a:ext cx="59612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de-DE" sz="5400" noProof="0">
                <a:ea typeface="Calibri"/>
                <a:cs typeface="Calibri"/>
              </a:rPr>
              <a:t>T</a:t>
            </a:r>
          </a:p>
        </p:txBody>
      </p:sp>
    </p:spTree>
    <p:extLst>
      <p:ext uri="{BB962C8B-B14F-4D97-AF65-F5344CB8AC3E}">
        <p14:creationId xmlns:p14="http://schemas.microsoft.com/office/powerpoint/2010/main" val="10338149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3">
            <a:extLst>
              <a:ext uri="{FF2B5EF4-FFF2-40B4-BE49-F238E27FC236}">
                <a16:creationId xmlns:a16="http://schemas.microsoft.com/office/drawing/2014/main" id="{C479BE45-F14D-4408-4716-6D7CD69EF48F}"/>
              </a:ext>
            </a:extLst>
          </p:cNvPr>
          <p:cNvSpPr>
            <a:spLocks noGrp="1"/>
          </p:cNvSpPr>
          <p:nvPr>
            <p:ph sz="half" idx="1"/>
          </p:nvPr>
        </p:nvSpPr>
        <p:spPr>
          <a:xfrm>
            <a:off x="269876" y="865872"/>
            <a:ext cx="4158597" cy="3901996"/>
          </a:xfrm>
        </p:spPr>
        <p:txBody>
          <a:bodyPr vert="horz" lIns="91440" tIns="45720" rIns="91440" bIns="45720" rtlCol="0" anchor="t">
            <a:noAutofit/>
          </a:bodyPr>
          <a:lstStyle/>
          <a:p>
            <a:pPr>
              <a:buFont typeface="Arial"/>
              <a:buChar char="•"/>
            </a:pPr>
            <a:r>
              <a:rPr lang="de-DE" sz="1200" dirty="0">
                <a:ea typeface="+mn-lt"/>
                <a:cs typeface="+mn-lt"/>
              </a:rPr>
              <a:t> </a:t>
            </a:r>
            <a:r>
              <a:rPr lang="de-DE" sz="1200" noProof="0" dirty="0">
                <a:ea typeface="+mn-lt"/>
                <a:cs typeface="+mn-lt"/>
              </a:rPr>
              <a:t>Wettbewerbsintensität</a:t>
            </a:r>
            <a:r>
              <a:rPr lang="de-DE" sz="1200" dirty="0">
                <a:ea typeface="+mn-lt"/>
                <a:cs typeface="+mn-lt"/>
              </a:rPr>
              <a:t> (hoch):</a:t>
            </a:r>
          </a:p>
          <a:p>
            <a:r>
              <a:rPr lang="de-DE" sz="1200" noProof="0" dirty="0">
                <a:ea typeface="+mn-lt"/>
                <a:cs typeface="+mn-lt"/>
              </a:rPr>
              <a:t>Krankenhäuser konkurrieren </a:t>
            </a:r>
            <a:r>
              <a:rPr lang="de-DE" sz="1200" dirty="0">
                <a:ea typeface="+mn-lt"/>
                <a:cs typeface="+mn-lt"/>
              </a:rPr>
              <a:t>stark </a:t>
            </a:r>
            <a:r>
              <a:rPr lang="de-DE" sz="1200" noProof="0" dirty="0">
                <a:ea typeface="+mn-lt"/>
                <a:cs typeface="+mn-lt"/>
              </a:rPr>
              <a:t>um </a:t>
            </a:r>
            <a:r>
              <a:rPr lang="de-DE" sz="1200" noProof="0" dirty="0" err="1">
                <a:ea typeface="+mn-lt"/>
                <a:cs typeface="+mn-lt"/>
              </a:rPr>
              <a:t>Patient:innen</a:t>
            </a:r>
            <a:r>
              <a:rPr lang="de-DE" sz="1200" noProof="0" dirty="0">
                <a:ea typeface="+mn-lt"/>
                <a:cs typeface="+mn-lt"/>
              </a:rPr>
              <a:t>, Personal und </a:t>
            </a:r>
            <a:r>
              <a:rPr lang="de-DE" sz="1200" dirty="0">
                <a:ea typeface="+mn-lt"/>
                <a:cs typeface="+mn-lt"/>
              </a:rPr>
              <a:t>Mittel – vor allem private </a:t>
            </a:r>
            <a:r>
              <a:rPr lang="de-DE" sz="1200" noProof="0" dirty="0">
                <a:ea typeface="+mn-lt"/>
                <a:cs typeface="+mn-lt"/>
              </a:rPr>
              <a:t>Kliniken</a:t>
            </a:r>
            <a:r>
              <a:rPr lang="de-DE" sz="1200" dirty="0">
                <a:ea typeface="+mn-lt"/>
                <a:cs typeface="+mn-lt"/>
              </a:rPr>
              <a:t> haben es schwerer ohne staatliche Förderung</a:t>
            </a:r>
            <a:r>
              <a:rPr lang="de-DE" sz="1200" noProof="0" dirty="0">
                <a:ea typeface="+mn-lt"/>
                <a:cs typeface="+mn-lt"/>
              </a:rPr>
              <a:t>.</a:t>
            </a:r>
            <a:endParaRPr lang="de-DE" sz="1200" dirty="0">
              <a:ea typeface="+mn-lt"/>
              <a:cs typeface="+mn-lt"/>
            </a:endParaRPr>
          </a:p>
          <a:p>
            <a:pPr>
              <a:buFont typeface="Arial"/>
              <a:buChar char="•"/>
            </a:pPr>
            <a:r>
              <a:rPr lang="de-DE" sz="1200" dirty="0">
                <a:ea typeface="+mn-lt"/>
                <a:cs typeface="+mn-lt"/>
              </a:rPr>
              <a:t> </a:t>
            </a:r>
            <a:r>
              <a:rPr lang="de-DE" sz="1200" noProof="0" dirty="0">
                <a:ea typeface="+mn-lt"/>
                <a:cs typeface="+mn-lt"/>
              </a:rPr>
              <a:t>Verhandlungsmacht der </a:t>
            </a:r>
            <a:r>
              <a:rPr lang="de-DE" sz="1200" dirty="0">
                <a:ea typeface="+mn-lt"/>
                <a:cs typeface="+mn-lt"/>
              </a:rPr>
              <a:t>Patient</a:t>
            </a:r>
            <a:r>
              <a:rPr lang="de-DE" sz="1200" noProof="0" dirty="0">
                <a:ea typeface="+mn-lt"/>
                <a:cs typeface="+mn-lt"/>
              </a:rPr>
              <a:t>:</a:t>
            </a:r>
            <a:r>
              <a:rPr lang="de-DE" sz="1200" dirty="0">
                <a:ea typeface="+mn-lt"/>
                <a:cs typeface="+mn-lt"/>
              </a:rPr>
              <a:t>innen (mittel bis hoch):</a:t>
            </a:r>
          </a:p>
          <a:p>
            <a:r>
              <a:rPr lang="de-DE" sz="1200" noProof="0" dirty="0" err="1">
                <a:ea typeface="+mn-lt"/>
                <a:cs typeface="+mn-lt"/>
              </a:rPr>
              <a:t>Patient:innen</a:t>
            </a:r>
            <a:r>
              <a:rPr lang="de-DE" sz="1200" dirty="0">
                <a:ea typeface="+mn-lt"/>
                <a:cs typeface="+mn-lt"/>
              </a:rPr>
              <a:t>, besonders Privatversicherte, wählen</a:t>
            </a:r>
            <a:r>
              <a:rPr lang="de-DE" sz="1200" noProof="0" dirty="0">
                <a:ea typeface="+mn-lt"/>
                <a:cs typeface="+mn-lt"/>
              </a:rPr>
              <a:t> </a:t>
            </a:r>
            <a:r>
              <a:rPr lang="de-DE" sz="1200" dirty="0">
                <a:ea typeface="+mn-lt"/>
                <a:cs typeface="+mn-lt"/>
              </a:rPr>
              <a:t>gezielt – das erhöht ihren Einfluss und das Klinikangebote</a:t>
            </a:r>
            <a:r>
              <a:rPr lang="de-DE" sz="1200" noProof="0" dirty="0">
                <a:ea typeface="+mn-lt"/>
                <a:cs typeface="+mn-lt"/>
              </a:rPr>
              <a:t>.</a:t>
            </a:r>
            <a:endParaRPr lang="de-DE" sz="1200" dirty="0">
              <a:ea typeface="+mn-lt"/>
              <a:cs typeface="+mn-lt"/>
            </a:endParaRPr>
          </a:p>
          <a:p>
            <a:pPr>
              <a:buFont typeface="Arial"/>
              <a:buChar char="•"/>
            </a:pPr>
            <a:r>
              <a:rPr lang="de-DE" sz="1200" dirty="0">
                <a:ea typeface="+mn-lt"/>
                <a:cs typeface="+mn-lt"/>
              </a:rPr>
              <a:t> </a:t>
            </a:r>
            <a:r>
              <a:rPr lang="de-DE" sz="1200" noProof="0" dirty="0">
                <a:ea typeface="+mn-lt"/>
                <a:cs typeface="+mn-lt"/>
              </a:rPr>
              <a:t>Bedrohung durch neue Anbieter</a:t>
            </a:r>
            <a:r>
              <a:rPr lang="de-DE" sz="1200" dirty="0">
                <a:ea typeface="+mn-lt"/>
                <a:cs typeface="+mn-lt"/>
              </a:rPr>
              <a:t> (mittel):</a:t>
            </a:r>
          </a:p>
          <a:p>
            <a:r>
              <a:rPr lang="de-DE" sz="1200" dirty="0">
                <a:ea typeface="+mn-lt"/>
                <a:cs typeface="+mn-lt"/>
              </a:rPr>
              <a:t>Neue Anbieter haben </a:t>
            </a:r>
            <a:r>
              <a:rPr lang="de-DE" sz="1200" noProof="0" dirty="0">
                <a:ea typeface="+mn-lt"/>
                <a:cs typeface="+mn-lt"/>
              </a:rPr>
              <a:t>hohe </a:t>
            </a:r>
            <a:r>
              <a:rPr lang="de-DE" sz="1200" dirty="0">
                <a:ea typeface="+mn-lt"/>
                <a:cs typeface="+mn-lt"/>
              </a:rPr>
              <a:t>Einstiegshürden</a:t>
            </a:r>
            <a:r>
              <a:rPr lang="de-DE" sz="1200" noProof="0" dirty="0">
                <a:ea typeface="+mn-lt"/>
                <a:cs typeface="+mn-lt"/>
              </a:rPr>
              <a:t>, </a:t>
            </a:r>
            <a:r>
              <a:rPr lang="de-DE" sz="1200" dirty="0">
                <a:ea typeface="+mn-lt"/>
                <a:cs typeface="+mn-lt"/>
              </a:rPr>
              <a:t>bringen aber durch Innovationen frischen Wettbewerb</a:t>
            </a:r>
            <a:r>
              <a:rPr lang="de-DE" sz="1200" noProof="0" dirty="0">
                <a:ea typeface="+mn-lt"/>
                <a:cs typeface="+mn-lt"/>
              </a:rPr>
              <a:t>.</a:t>
            </a:r>
            <a:endParaRPr lang="de-DE" dirty="0">
              <a:ea typeface="Calibri"/>
              <a:cs typeface="Calibri"/>
            </a:endParaRPr>
          </a:p>
          <a:p>
            <a:pPr>
              <a:buFont typeface="Arial"/>
              <a:buChar char="•"/>
            </a:pPr>
            <a:r>
              <a:rPr lang="de-DE" sz="1200" dirty="0">
                <a:ea typeface="+mn-lt"/>
                <a:cs typeface="+mn-lt"/>
              </a:rPr>
              <a:t> </a:t>
            </a:r>
            <a:r>
              <a:rPr lang="de-DE" sz="1200" noProof="0" dirty="0">
                <a:ea typeface="+mn-lt"/>
                <a:cs typeface="+mn-lt"/>
              </a:rPr>
              <a:t>Bedrohung durch </a:t>
            </a:r>
            <a:r>
              <a:rPr lang="de-DE" sz="1200" dirty="0">
                <a:ea typeface="+mn-lt"/>
                <a:cs typeface="+mn-lt"/>
              </a:rPr>
              <a:t>Ersatzprodukte (mittel bis hoch):</a:t>
            </a:r>
          </a:p>
          <a:p>
            <a:r>
              <a:rPr lang="de-DE" sz="1200" noProof="0" dirty="0">
                <a:ea typeface="+mn-lt"/>
                <a:cs typeface="+mn-lt"/>
              </a:rPr>
              <a:t>Telemedizin </a:t>
            </a:r>
            <a:r>
              <a:rPr lang="de-DE" sz="1200" dirty="0">
                <a:ea typeface="+mn-lt"/>
                <a:cs typeface="+mn-lt"/>
              </a:rPr>
              <a:t>und ambulante Angebote ersetzen teils </a:t>
            </a:r>
            <a:r>
              <a:rPr lang="de-DE" sz="1200" noProof="0" dirty="0">
                <a:ea typeface="+mn-lt"/>
                <a:cs typeface="+mn-lt"/>
              </a:rPr>
              <a:t>stationäre Aufenthalte</a:t>
            </a:r>
            <a:r>
              <a:rPr lang="de-DE" sz="1200" dirty="0">
                <a:ea typeface="+mn-lt"/>
                <a:cs typeface="+mn-lt"/>
              </a:rPr>
              <a:t> – Kliniken müssen sich anpassen.</a:t>
            </a:r>
            <a:endParaRPr lang="de-DE" dirty="0">
              <a:ea typeface="Calibri"/>
              <a:cs typeface="Calibri"/>
            </a:endParaRPr>
          </a:p>
          <a:p>
            <a:pPr>
              <a:buFont typeface="Arial"/>
              <a:buChar char="•"/>
            </a:pPr>
            <a:r>
              <a:rPr lang="de-DE" sz="1200" dirty="0">
                <a:ea typeface="+mn-lt"/>
                <a:cs typeface="+mn-lt"/>
              </a:rPr>
              <a:t> Verhandlungsmacht </a:t>
            </a:r>
            <a:r>
              <a:rPr lang="de-DE" sz="1200" noProof="0" dirty="0">
                <a:ea typeface="+mn-lt"/>
                <a:cs typeface="+mn-lt"/>
              </a:rPr>
              <a:t>der </a:t>
            </a:r>
            <a:r>
              <a:rPr lang="de-DE" sz="1200" dirty="0">
                <a:ea typeface="+mn-lt"/>
                <a:cs typeface="+mn-lt"/>
              </a:rPr>
              <a:t>Lieferanten (hoch): </a:t>
            </a:r>
          </a:p>
          <a:p>
            <a:r>
              <a:rPr lang="de-DE" sz="1200" dirty="0">
                <a:ea typeface="+mn-lt"/>
                <a:cs typeface="+mn-lt"/>
              </a:rPr>
              <a:t>Wenig Anbieter für Technik &amp; Software → hohe Preise </a:t>
            </a:r>
            <a:r>
              <a:rPr lang="de-DE" sz="1200" noProof="0" dirty="0">
                <a:ea typeface="+mn-lt"/>
                <a:cs typeface="+mn-lt"/>
              </a:rPr>
              <a:t>und </a:t>
            </a:r>
            <a:r>
              <a:rPr lang="de-DE" sz="1200" dirty="0">
                <a:ea typeface="+mn-lt"/>
                <a:cs typeface="+mn-lt"/>
              </a:rPr>
              <a:t>starke Abhängigkeit der Kliniken</a:t>
            </a:r>
            <a:r>
              <a:rPr lang="de-DE" sz="1200" noProof="0" dirty="0">
                <a:ea typeface="+mn-lt"/>
                <a:cs typeface="+mn-lt"/>
              </a:rPr>
              <a:t>.</a:t>
            </a:r>
            <a:endParaRPr lang="de-DE" sz="1200" dirty="0">
              <a:ea typeface="+mn-lt"/>
              <a:cs typeface="+mn-lt"/>
            </a:endParaRPr>
          </a:p>
          <a:p>
            <a:pPr>
              <a:buFont typeface="Arial"/>
              <a:buChar char="•"/>
            </a:pPr>
            <a:endParaRPr lang="de-DE" sz="1200" noProof="0" dirty="0">
              <a:ea typeface="Calibri"/>
              <a:cs typeface="Calibri"/>
            </a:endParaRPr>
          </a:p>
        </p:txBody>
      </p:sp>
      <p:pic>
        <p:nvPicPr>
          <p:cNvPr id="7" name="Content Placeholder 6">
            <a:extLst>
              <a:ext uri="{FF2B5EF4-FFF2-40B4-BE49-F238E27FC236}">
                <a16:creationId xmlns:a16="http://schemas.microsoft.com/office/drawing/2014/main" id="{8F6324D0-D5D4-5106-D72B-466F3D56E996}"/>
              </a:ext>
            </a:extLst>
          </p:cNvPr>
          <p:cNvPicPr>
            <a:picLocks noGrp="1" noChangeAspect="1"/>
          </p:cNvPicPr>
          <p:nvPr>
            <p:ph sz="half" idx="2"/>
          </p:nvPr>
        </p:nvPicPr>
        <p:blipFill>
          <a:blip r:embed="rId3"/>
          <a:srcRect l="674" t="14102" r="613" b="-257"/>
          <a:stretch/>
        </p:blipFill>
        <p:spPr>
          <a:xfrm>
            <a:off x="4430207" y="1525247"/>
            <a:ext cx="4446343" cy="2780730"/>
          </a:xfrm>
          <a:noFill/>
        </p:spPr>
      </p:pic>
      <p:sp>
        <p:nvSpPr>
          <p:cNvPr id="27" name="Date Placeholder 4">
            <a:extLst>
              <a:ext uri="{FF2B5EF4-FFF2-40B4-BE49-F238E27FC236}">
                <a16:creationId xmlns:a16="http://schemas.microsoft.com/office/drawing/2014/main" id="{751C6DAA-C7DE-001F-BB65-E22E3B554C64}"/>
              </a:ext>
            </a:extLst>
          </p:cNvPr>
          <p:cNvSpPr>
            <a:spLocks noGrp="1"/>
          </p:cNvSpPr>
          <p:nvPr>
            <p:ph type="dt" sz="half" idx="10"/>
          </p:nvPr>
        </p:nvSpPr>
        <p:spPr>
          <a:xfrm>
            <a:off x="264980" y="4767263"/>
            <a:ext cx="2133600" cy="273844"/>
          </a:xfrm>
        </p:spPr>
        <p:txBody>
          <a:bodyPr/>
          <a:lstStyle/>
          <a:p>
            <a:endParaRPr lang="de-DE" noProof="0"/>
          </a:p>
        </p:txBody>
      </p:sp>
      <p:sp>
        <p:nvSpPr>
          <p:cNvPr id="29" name="Footer Placeholder 5">
            <a:extLst>
              <a:ext uri="{FF2B5EF4-FFF2-40B4-BE49-F238E27FC236}">
                <a16:creationId xmlns:a16="http://schemas.microsoft.com/office/drawing/2014/main" id="{231A8D65-2B9A-D082-F5F0-D362EEC858A2}"/>
              </a:ext>
            </a:extLst>
          </p:cNvPr>
          <p:cNvSpPr>
            <a:spLocks noGrp="1"/>
          </p:cNvSpPr>
          <p:nvPr>
            <p:ph type="ftr" sz="quarter" idx="11"/>
          </p:nvPr>
        </p:nvSpPr>
        <p:spPr>
          <a:xfrm>
            <a:off x="5207410" y="4767263"/>
            <a:ext cx="2895600" cy="273844"/>
          </a:xfrm>
        </p:spPr>
        <p:txBody>
          <a:bodyPr/>
          <a:lstStyle/>
          <a:p>
            <a:endParaRPr lang="de-DE" noProof="0"/>
          </a:p>
        </p:txBody>
      </p:sp>
      <p:sp>
        <p:nvSpPr>
          <p:cNvPr id="20" name="Slide Number Placeholder 6">
            <a:extLst>
              <a:ext uri="{FF2B5EF4-FFF2-40B4-BE49-F238E27FC236}">
                <a16:creationId xmlns:a16="http://schemas.microsoft.com/office/drawing/2014/main" id="{39D9B68A-7E66-5D50-E371-2FBCEAB630F2}"/>
              </a:ext>
            </a:extLst>
          </p:cNvPr>
          <p:cNvSpPr>
            <a:spLocks noGrp="1"/>
          </p:cNvSpPr>
          <p:nvPr>
            <p:ph type="sldNum" sz="quarter" idx="12"/>
          </p:nvPr>
        </p:nvSpPr>
        <p:spPr>
          <a:xfrm>
            <a:off x="6738555" y="4767263"/>
            <a:ext cx="2133600" cy="273844"/>
          </a:xfrm>
        </p:spPr>
        <p:txBody>
          <a:bodyPr anchor="ctr">
            <a:normAutofit/>
          </a:bodyPr>
          <a:lstStyle/>
          <a:p>
            <a:pPr>
              <a:spcAft>
                <a:spcPts val="600"/>
              </a:spcAft>
            </a:pPr>
            <a:fld id="{E68C68F6-CEB4-C040-B3A3-CADDD499EB7C}" type="slidenum">
              <a:rPr lang="de-DE" noProof="0" smtClean="0"/>
              <a:pPr>
                <a:spcAft>
                  <a:spcPts val="600"/>
                </a:spcAft>
              </a:pPr>
              <a:t>51</a:t>
            </a:fld>
            <a:endParaRPr lang="de-DE" noProof="0"/>
          </a:p>
        </p:txBody>
      </p:sp>
      <p:sp>
        <p:nvSpPr>
          <p:cNvPr id="6" name="Slide Number Placeholder 5" hidden="1">
            <a:extLst>
              <a:ext uri="{FF2B5EF4-FFF2-40B4-BE49-F238E27FC236}">
                <a16:creationId xmlns:a16="http://schemas.microsoft.com/office/drawing/2014/main" id="{E6849379-9E5F-3E01-7447-C7047D0EE197}"/>
              </a:ext>
            </a:extLst>
          </p:cNvPr>
          <p:cNvSpPr>
            <a:spLocks noGrp="1"/>
          </p:cNvSpPr>
          <p:nvPr>
            <p:ph type="sldNum" sz="quarter" idx="4294967295"/>
          </p:nvPr>
        </p:nvSpPr>
        <p:spPr>
          <a:xfrm>
            <a:off x="6738555" y="4767263"/>
            <a:ext cx="2133600" cy="273844"/>
          </a:xfrm>
        </p:spPr>
        <p:txBody>
          <a:bodyPr/>
          <a:lstStyle/>
          <a:p>
            <a:pPr>
              <a:spcAft>
                <a:spcPts val="600"/>
              </a:spcAft>
            </a:pPr>
            <a:fld id="{E68C68F6-CEB4-C040-B3A3-CADDD499EB7C}" type="slidenum">
              <a:rPr lang="de-DE" noProof="0" smtClean="0"/>
              <a:pPr>
                <a:spcAft>
                  <a:spcPts val="600"/>
                </a:spcAft>
              </a:pPr>
              <a:t>51</a:t>
            </a:fld>
            <a:endParaRPr lang="de-DE" noProof="0"/>
          </a:p>
        </p:txBody>
      </p:sp>
      <p:sp>
        <p:nvSpPr>
          <p:cNvPr id="4" name="TextBox 3">
            <a:extLst>
              <a:ext uri="{FF2B5EF4-FFF2-40B4-BE49-F238E27FC236}">
                <a16:creationId xmlns:a16="http://schemas.microsoft.com/office/drawing/2014/main" id="{248B14C0-0729-A914-964B-6F7596D3007D}"/>
              </a:ext>
            </a:extLst>
          </p:cNvPr>
          <p:cNvSpPr txBox="1"/>
          <p:nvPr/>
        </p:nvSpPr>
        <p:spPr>
          <a:xfrm>
            <a:off x="3540013" y="34158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b="1" noProof="0">
                <a:ea typeface="+mn-lt"/>
                <a:cs typeface="+mn-lt"/>
              </a:rPr>
              <a:t>Porters 5 Forces </a:t>
            </a:r>
            <a:endParaRPr lang="de-DE" b="1" noProof="0">
              <a:ea typeface="Calibri"/>
              <a:cs typeface="Calibri"/>
            </a:endParaRPr>
          </a:p>
        </p:txBody>
      </p:sp>
      <p:sp>
        <p:nvSpPr>
          <p:cNvPr id="3" name="Rechteck 2">
            <a:extLst>
              <a:ext uri="{FF2B5EF4-FFF2-40B4-BE49-F238E27FC236}">
                <a16:creationId xmlns:a16="http://schemas.microsoft.com/office/drawing/2014/main" id="{9BA8ECDB-81ED-4BAC-452E-6C8D246A699A}"/>
              </a:ext>
            </a:extLst>
          </p:cNvPr>
          <p:cNvSpPr/>
          <p:nvPr/>
        </p:nvSpPr>
        <p:spPr>
          <a:xfrm>
            <a:off x="5995143" y="3028950"/>
            <a:ext cx="1201675" cy="628650"/>
          </a:xfrm>
          <a:prstGeom prst="rect">
            <a:avLst/>
          </a:prstGeom>
          <a:solidFill>
            <a:srgbClr val="FB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 name="Textfeld 1">
            <a:extLst>
              <a:ext uri="{FF2B5EF4-FFF2-40B4-BE49-F238E27FC236}">
                <a16:creationId xmlns:a16="http://schemas.microsoft.com/office/drawing/2014/main" id="{FC76FFCA-E69B-7DB8-DEE1-96D731B31EB3}"/>
              </a:ext>
            </a:extLst>
          </p:cNvPr>
          <p:cNvSpPr txBox="1"/>
          <p:nvPr/>
        </p:nvSpPr>
        <p:spPr>
          <a:xfrm>
            <a:off x="5949207" y="3028950"/>
            <a:ext cx="1302205" cy="590931"/>
          </a:xfrm>
          <a:prstGeom prst="rect">
            <a:avLst/>
          </a:prstGeom>
          <a:noFill/>
        </p:spPr>
        <p:txBody>
          <a:bodyPr wrap="square" rtlCol="0">
            <a:spAutoFit/>
          </a:bodyPr>
          <a:lstStyle/>
          <a:p>
            <a:r>
              <a:rPr lang="de-DE" sz="810">
                <a:latin typeface="Calibri" panose="020F0502020204030204" pitchFamily="34" charset="0"/>
                <a:ea typeface="Calibri" panose="020F0502020204030204" pitchFamily="34" charset="0"/>
                <a:cs typeface="Calibri" panose="020F0502020204030204" pitchFamily="34" charset="0"/>
              </a:rPr>
              <a:t>Viele Kliniken, darunter öffentlich subventionierte, gemeinnützige und Ketten wie Helios, Asklepios, etc.</a:t>
            </a:r>
          </a:p>
        </p:txBody>
      </p:sp>
    </p:spTree>
    <p:extLst>
      <p:ext uri="{BB962C8B-B14F-4D97-AF65-F5344CB8AC3E}">
        <p14:creationId xmlns:p14="http://schemas.microsoft.com/office/powerpoint/2010/main" val="15203899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2E386C2-767F-58C9-A5FF-3A7E6DFCCD2C}"/>
              </a:ext>
            </a:extLst>
          </p:cNvPr>
          <p:cNvPicPr>
            <a:picLocks noGrp="1" noChangeAspect="1"/>
          </p:cNvPicPr>
          <p:nvPr>
            <p:ph idx="1"/>
          </p:nvPr>
        </p:nvPicPr>
        <p:blipFill>
          <a:blip r:embed="rId2"/>
          <a:stretch>
            <a:fillRect/>
          </a:stretch>
        </p:blipFill>
        <p:spPr>
          <a:xfrm>
            <a:off x="688660" y="609471"/>
            <a:ext cx="4460573" cy="3703622"/>
          </a:xfrm>
        </p:spPr>
      </p:pic>
      <p:sp>
        <p:nvSpPr>
          <p:cNvPr id="4" name="Date Placeholder 3">
            <a:extLst>
              <a:ext uri="{FF2B5EF4-FFF2-40B4-BE49-F238E27FC236}">
                <a16:creationId xmlns:a16="http://schemas.microsoft.com/office/drawing/2014/main" id="{55012261-2D06-0223-F86E-C91B379A155D}"/>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50798127-C1EC-86D5-E51F-DCF976082BD3}"/>
              </a:ext>
            </a:extLst>
          </p:cNvPr>
          <p:cNvSpPr>
            <a:spLocks noGrp="1"/>
          </p:cNvSpPr>
          <p:nvPr>
            <p:ph type="ftr" sz="quarter" idx="11"/>
          </p:nvPr>
        </p:nvSpPr>
        <p:spPr>
          <a:xfrm>
            <a:off x="4504706" y="4603977"/>
            <a:ext cx="2895600" cy="273844"/>
          </a:xfrm>
        </p:spPr>
        <p:txBody>
          <a:bodyPr/>
          <a:lstStyle/>
          <a:p>
            <a:endParaRPr lang="de-DE" noProof="0"/>
          </a:p>
        </p:txBody>
      </p:sp>
      <p:sp>
        <p:nvSpPr>
          <p:cNvPr id="6" name="Slide Number Placeholder 5">
            <a:extLst>
              <a:ext uri="{FF2B5EF4-FFF2-40B4-BE49-F238E27FC236}">
                <a16:creationId xmlns:a16="http://schemas.microsoft.com/office/drawing/2014/main" id="{BB979B22-E90A-A924-FD0A-7D841346B9F7}"/>
              </a:ext>
            </a:extLst>
          </p:cNvPr>
          <p:cNvSpPr>
            <a:spLocks noGrp="1"/>
          </p:cNvSpPr>
          <p:nvPr>
            <p:ph type="sldNum" sz="quarter" idx="12"/>
          </p:nvPr>
        </p:nvSpPr>
        <p:spPr/>
        <p:txBody>
          <a:bodyPr/>
          <a:lstStyle/>
          <a:p>
            <a:fld id="{E68C68F6-CEB4-C040-B3A3-CADDD499EB7C}" type="slidenum">
              <a:rPr lang="de-DE" noProof="0" smtClean="0"/>
              <a:pPr/>
              <a:t>52</a:t>
            </a:fld>
            <a:endParaRPr lang="de-DE" noProof="0"/>
          </a:p>
        </p:txBody>
      </p:sp>
      <p:sp>
        <p:nvSpPr>
          <p:cNvPr id="14" name="Rectangle: Rounded Corners 13">
            <a:extLst>
              <a:ext uri="{FF2B5EF4-FFF2-40B4-BE49-F238E27FC236}">
                <a16:creationId xmlns:a16="http://schemas.microsoft.com/office/drawing/2014/main" id="{A2FD5E0E-6085-9B67-CE0C-D627764FC4E3}"/>
              </a:ext>
            </a:extLst>
          </p:cNvPr>
          <p:cNvSpPr/>
          <p:nvPr/>
        </p:nvSpPr>
        <p:spPr>
          <a:xfrm>
            <a:off x="5289714" y="1163039"/>
            <a:ext cx="2612571" cy="661308"/>
          </a:xfrm>
          <a:prstGeom prst="roundRect">
            <a:avLst/>
          </a:prstGeom>
          <a:solidFill>
            <a:schemeClr val="accent4">
              <a:lumMod val="40000"/>
              <a:lumOff val="60000"/>
            </a:schemeClr>
          </a:solidFill>
          <a:ln>
            <a:solidFill>
              <a:schemeClr val="bg2"/>
            </a:solidFill>
          </a:ln>
        </p:spPr>
        <p:style>
          <a:lnRef idx="2">
            <a:schemeClr val="dk1"/>
          </a:lnRef>
          <a:fillRef idx="1">
            <a:schemeClr val="lt1"/>
          </a:fillRef>
          <a:effectRef idx="0">
            <a:schemeClr val="dk1"/>
          </a:effectRef>
          <a:fontRef idx="minor">
            <a:schemeClr val="dk1"/>
          </a:fontRef>
        </p:style>
        <p:txBody>
          <a:bodyPr rtlCol="0" anchor="ctr"/>
          <a:lstStyle/>
          <a:p>
            <a:pPr algn="ctr"/>
            <a:r>
              <a:rPr lang="de-DE" sz="1100" b="1" noProof="0">
                <a:ea typeface="+mn-lt"/>
                <a:cs typeface="+mn-lt"/>
              </a:rPr>
              <a:t>Orthopädie &amp; Gelenkchirurgie, Bildgebende Diagnostik </a:t>
            </a:r>
            <a:r>
              <a:rPr lang="de-DE" sz="1100" noProof="0">
                <a:ea typeface="+mn-lt"/>
                <a:cs typeface="+mn-lt"/>
              </a:rPr>
              <a:t>(inkl. KI)</a:t>
            </a:r>
            <a:br>
              <a:rPr lang="de-DE" sz="1100" noProof="0">
                <a:ea typeface="+mn-lt"/>
                <a:cs typeface="+mn-lt"/>
              </a:rPr>
            </a:br>
            <a:r>
              <a:rPr lang="de-DE" sz="1100" noProof="0">
                <a:ea typeface="+mn-lt"/>
                <a:cs typeface="+mn-lt"/>
              </a:rPr>
              <a:t> Hoher Marktanteil &amp; starkes Wachstum</a:t>
            </a:r>
            <a:endParaRPr lang="de-DE" sz="1100" noProof="0">
              <a:ea typeface="Calibri"/>
              <a:cs typeface="Calibri"/>
            </a:endParaRPr>
          </a:p>
        </p:txBody>
      </p:sp>
      <p:sp>
        <p:nvSpPr>
          <p:cNvPr id="15" name="Rectangle: Rounded Corners 14">
            <a:extLst>
              <a:ext uri="{FF2B5EF4-FFF2-40B4-BE49-F238E27FC236}">
                <a16:creationId xmlns:a16="http://schemas.microsoft.com/office/drawing/2014/main" id="{F08350A8-9F22-9718-D206-696C06539961}"/>
              </a:ext>
            </a:extLst>
          </p:cNvPr>
          <p:cNvSpPr/>
          <p:nvPr/>
        </p:nvSpPr>
        <p:spPr>
          <a:xfrm>
            <a:off x="5289713" y="2880598"/>
            <a:ext cx="2612571" cy="661307"/>
          </a:xfrm>
          <a:prstGeom prst="roundRect">
            <a:avLst/>
          </a:prstGeom>
          <a:solidFill>
            <a:schemeClr val="accent4">
              <a:lumMod val="40000"/>
              <a:lumOff val="60000"/>
            </a:schemeClr>
          </a:solidFill>
          <a:ln>
            <a:solidFill>
              <a:schemeClr val="bg2"/>
            </a:solid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de-DE" sz="1100" b="1" noProof="0"/>
              <a:t>Unfallchirurgie &amp; Traumatologie, Schmerztherapie</a:t>
            </a:r>
            <a:br>
              <a:rPr lang="de-DE" sz="1100" noProof="0"/>
            </a:br>
            <a:r>
              <a:rPr lang="de-DE" sz="1100" noProof="0"/>
              <a:t>Etablierte Bereiche mit stabilem Markt</a:t>
            </a:r>
            <a:endParaRPr lang="de-DE" sz="1100" noProof="0">
              <a:ea typeface="Calibri"/>
              <a:cs typeface="Calibri"/>
            </a:endParaRPr>
          </a:p>
        </p:txBody>
      </p:sp>
      <p:sp>
        <p:nvSpPr>
          <p:cNvPr id="19" name="Rectangle: Rounded Corners 18">
            <a:extLst>
              <a:ext uri="{FF2B5EF4-FFF2-40B4-BE49-F238E27FC236}">
                <a16:creationId xmlns:a16="http://schemas.microsoft.com/office/drawing/2014/main" id="{101C5691-F126-F331-E975-6016022B506F}"/>
              </a:ext>
            </a:extLst>
          </p:cNvPr>
          <p:cNvSpPr/>
          <p:nvPr/>
        </p:nvSpPr>
        <p:spPr>
          <a:xfrm>
            <a:off x="5289713" y="2000896"/>
            <a:ext cx="2612571" cy="661307"/>
          </a:xfrm>
          <a:prstGeom prst="roundRect">
            <a:avLst/>
          </a:prstGeom>
          <a:solidFill>
            <a:schemeClr val="accent4">
              <a:lumMod val="40000"/>
              <a:lumOff val="60000"/>
            </a:schemeClr>
          </a:solidFill>
          <a:ln>
            <a:solidFill>
              <a:schemeClr val="bg2"/>
            </a:solid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de-DE" sz="1100" b="1" noProof="0">
                <a:ea typeface="Calibri"/>
                <a:cs typeface="Calibri"/>
              </a:rPr>
              <a:t>Telemedizin, Tele-Reha</a:t>
            </a:r>
          </a:p>
        </p:txBody>
      </p:sp>
      <p:sp>
        <p:nvSpPr>
          <p:cNvPr id="20" name="Rectangle: Rounded Corners 19">
            <a:extLst>
              <a:ext uri="{FF2B5EF4-FFF2-40B4-BE49-F238E27FC236}">
                <a16:creationId xmlns:a16="http://schemas.microsoft.com/office/drawing/2014/main" id="{2B7CBC4E-6EBD-B702-2024-C5B7E6C0D939}"/>
              </a:ext>
            </a:extLst>
          </p:cNvPr>
          <p:cNvSpPr/>
          <p:nvPr/>
        </p:nvSpPr>
        <p:spPr>
          <a:xfrm>
            <a:off x="5289713" y="3693964"/>
            <a:ext cx="2612571" cy="661307"/>
          </a:xfrm>
          <a:prstGeom prst="roundRect">
            <a:avLst/>
          </a:prstGeom>
          <a:solidFill>
            <a:schemeClr val="accent4">
              <a:lumMod val="40000"/>
              <a:lumOff val="60000"/>
            </a:schemeClr>
          </a:solidFill>
          <a:ln>
            <a:solidFill>
              <a:schemeClr val="bg2"/>
            </a:solid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de-DE" sz="1200" b="1" noProof="0">
                <a:ea typeface="+mn-lt"/>
                <a:cs typeface="+mn-lt"/>
              </a:rPr>
              <a:t>Rehabilitation / Patientenportal</a:t>
            </a:r>
            <a:endParaRPr lang="de-DE" sz="1200" b="1" noProof="0">
              <a:ea typeface="Calibri"/>
              <a:cs typeface="Calibri"/>
            </a:endParaRPr>
          </a:p>
        </p:txBody>
      </p:sp>
      <p:sp>
        <p:nvSpPr>
          <p:cNvPr id="2" name="TextBox 1">
            <a:extLst>
              <a:ext uri="{FF2B5EF4-FFF2-40B4-BE49-F238E27FC236}">
                <a16:creationId xmlns:a16="http://schemas.microsoft.com/office/drawing/2014/main" id="{4F6DF527-425D-9EFE-04AB-1DDE917E9E41}"/>
              </a:ext>
            </a:extLst>
          </p:cNvPr>
          <p:cNvSpPr txBox="1"/>
          <p:nvPr/>
        </p:nvSpPr>
        <p:spPr>
          <a:xfrm rot="16200000">
            <a:off x="-526968" y="2560617"/>
            <a:ext cx="2075213" cy="3539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solidFill>
                  <a:srgbClr val="063951"/>
                </a:solidFill>
                <a:ea typeface="Calibri"/>
                <a:cs typeface="Calibri"/>
              </a:rPr>
              <a:t>MARKET GROWTH</a:t>
            </a:r>
          </a:p>
        </p:txBody>
      </p:sp>
    </p:spTree>
    <p:extLst>
      <p:ext uri="{BB962C8B-B14F-4D97-AF65-F5344CB8AC3E}">
        <p14:creationId xmlns:p14="http://schemas.microsoft.com/office/powerpoint/2010/main" val="21251011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78724-5BDD-3358-08C1-42F733919F06}"/>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6A8BBC3E-6422-A692-324F-5717A78B64B8}"/>
              </a:ext>
            </a:extLst>
          </p:cNvPr>
          <p:cNvSpPr>
            <a:spLocks noGrp="1"/>
          </p:cNvSpPr>
          <p:nvPr>
            <p:ph type="ctrTitle"/>
          </p:nvPr>
        </p:nvSpPr>
        <p:spPr>
          <a:xfrm>
            <a:off x="1076919" y="2571750"/>
            <a:ext cx="6990161" cy="737548"/>
          </a:xfrm>
        </p:spPr>
        <p:txBody>
          <a:bodyPr>
            <a:normAutofit fontScale="90000"/>
          </a:bodyPr>
          <a:lstStyle/>
          <a:p>
            <a:r>
              <a:rPr lang="de-DE" noProof="0"/>
              <a:t>Rechtliche Aspekte, Entwicklungen &amp; Reformen in AT, DE und der EU</a:t>
            </a:r>
          </a:p>
        </p:txBody>
      </p:sp>
      <p:sp>
        <p:nvSpPr>
          <p:cNvPr id="6" name="Foliennummernplatzhalter 5">
            <a:extLst>
              <a:ext uri="{FF2B5EF4-FFF2-40B4-BE49-F238E27FC236}">
                <a16:creationId xmlns:a16="http://schemas.microsoft.com/office/drawing/2014/main" id="{D8612512-FE42-B6E7-E31F-8A40FD5FAB01}"/>
              </a:ext>
            </a:extLst>
          </p:cNvPr>
          <p:cNvSpPr>
            <a:spLocks noGrp="1"/>
          </p:cNvSpPr>
          <p:nvPr>
            <p:ph type="sldNum" sz="quarter" idx="4294967295"/>
          </p:nvPr>
        </p:nvSpPr>
        <p:spPr>
          <a:xfrm>
            <a:off x="7010400" y="4767263"/>
            <a:ext cx="2133600" cy="274637"/>
          </a:xfrm>
        </p:spPr>
        <p:txBody>
          <a:bodyPr/>
          <a:lstStyle/>
          <a:p>
            <a:fld id="{E68C68F6-CEB4-C040-B3A3-CADDD499EB7C}" type="slidenum">
              <a:rPr lang="de-DE" noProof="0" smtClean="0"/>
              <a:pPr/>
              <a:t>53</a:t>
            </a:fld>
            <a:endParaRPr lang="de-DE" noProof="0"/>
          </a:p>
        </p:txBody>
      </p:sp>
    </p:spTree>
    <p:extLst>
      <p:ext uri="{BB962C8B-B14F-4D97-AF65-F5344CB8AC3E}">
        <p14:creationId xmlns:p14="http://schemas.microsoft.com/office/powerpoint/2010/main" val="21335927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53EF2-3202-86D0-7DBE-9D950D05B5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76B67-6F10-3C90-CA4D-7F71F196EC1A}"/>
              </a:ext>
            </a:extLst>
          </p:cNvPr>
          <p:cNvSpPr>
            <a:spLocks noGrp="1"/>
          </p:cNvSpPr>
          <p:nvPr>
            <p:ph type="title"/>
          </p:nvPr>
        </p:nvSpPr>
        <p:spPr/>
        <p:txBody>
          <a:bodyPr>
            <a:normAutofit fontScale="90000"/>
          </a:bodyPr>
          <a:lstStyle/>
          <a:p>
            <a:r>
              <a:rPr lang="de-DE" noProof="0"/>
              <a:t>Rechtliche und finanzielle Rahmenbedingungen für Krankenhäuser – Österreich vs. Deutschland</a:t>
            </a:r>
          </a:p>
        </p:txBody>
      </p:sp>
      <p:sp>
        <p:nvSpPr>
          <p:cNvPr id="3" name="Content Placeholder 2">
            <a:extLst>
              <a:ext uri="{FF2B5EF4-FFF2-40B4-BE49-F238E27FC236}">
                <a16:creationId xmlns:a16="http://schemas.microsoft.com/office/drawing/2014/main" id="{FCC3A245-DE12-1C62-9DD9-D3CF0D992774}"/>
              </a:ext>
            </a:extLst>
          </p:cNvPr>
          <p:cNvSpPr>
            <a:spLocks noGrp="1"/>
          </p:cNvSpPr>
          <p:nvPr>
            <p:ph idx="1"/>
          </p:nvPr>
        </p:nvSpPr>
        <p:spPr/>
        <p:txBody>
          <a:bodyPr>
            <a:normAutofit/>
          </a:bodyPr>
          <a:lstStyle/>
          <a:p>
            <a:pPr>
              <a:buNone/>
            </a:pPr>
            <a:r>
              <a:rPr lang="de-DE" sz="1700" b="1" kern="100" noProof="0">
                <a:latin typeface="Aptos" panose="020B0004020202020204" pitchFamily="34" charset="0"/>
                <a:cs typeface="Times New Roman" panose="02020603050405020304" pitchFamily="18" charset="0"/>
              </a:rPr>
              <a:t>Systemüberblick</a:t>
            </a:r>
          </a:p>
          <a:p>
            <a:r>
              <a:rPr lang="de-DE" sz="1700" kern="100" noProof="0">
                <a:latin typeface="Aptos" panose="020B0004020202020204" pitchFamily="34" charset="0"/>
                <a:cs typeface="Times New Roman" panose="02020603050405020304" pitchFamily="18" charset="0"/>
              </a:rPr>
              <a:t>Beide Länder verfügen über komplexe, regulierte Gesundheitssysteme mit wesentlichen Unterschieden in der Finanzierung, Trägerstruktur, Gemeinnützigkeit und Integration privater Einrichtungen.</a:t>
            </a:r>
          </a:p>
          <a:p>
            <a:endParaRPr lang="de-DE" noProof="0"/>
          </a:p>
        </p:txBody>
      </p:sp>
      <p:sp>
        <p:nvSpPr>
          <p:cNvPr id="4" name="Date Placeholder 3">
            <a:extLst>
              <a:ext uri="{FF2B5EF4-FFF2-40B4-BE49-F238E27FC236}">
                <a16:creationId xmlns:a16="http://schemas.microsoft.com/office/drawing/2014/main" id="{18F3E250-EF70-42DC-4DB9-84D9A421448A}"/>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A1C77B9D-E829-2D67-83BD-B8F0B73FF8CC}"/>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211062F6-3176-2040-25B3-D1A23B9032D9}"/>
              </a:ext>
            </a:extLst>
          </p:cNvPr>
          <p:cNvSpPr>
            <a:spLocks noGrp="1"/>
          </p:cNvSpPr>
          <p:nvPr>
            <p:ph type="sldNum" sz="quarter" idx="12"/>
          </p:nvPr>
        </p:nvSpPr>
        <p:spPr/>
        <p:txBody>
          <a:bodyPr/>
          <a:lstStyle/>
          <a:p>
            <a:fld id="{E68C68F6-CEB4-C040-B3A3-CADDD499EB7C}" type="slidenum">
              <a:rPr lang="de-DE" noProof="0" smtClean="0"/>
              <a:pPr/>
              <a:t>54</a:t>
            </a:fld>
            <a:endParaRPr lang="de-DE" noProof="0"/>
          </a:p>
        </p:txBody>
      </p:sp>
    </p:spTree>
    <p:extLst>
      <p:ext uri="{BB962C8B-B14F-4D97-AF65-F5344CB8AC3E}">
        <p14:creationId xmlns:p14="http://schemas.microsoft.com/office/powerpoint/2010/main" val="24599471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763A7-7749-E822-590A-C010EE88F3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DF428-5A05-D46E-D728-3D1F95A0DA8B}"/>
              </a:ext>
            </a:extLst>
          </p:cNvPr>
          <p:cNvSpPr>
            <a:spLocks noGrp="1"/>
          </p:cNvSpPr>
          <p:nvPr>
            <p:ph type="title"/>
          </p:nvPr>
        </p:nvSpPr>
        <p:spPr/>
        <p:txBody>
          <a:bodyPr>
            <a:normAutofit fontScale="90000"/>
          </a:bodyPr>
          <a:lstStyle/>
          <a:p>
            <a:r>
              <a:rPr lang="de-DE" noProof="0"/>
              <a:t>Rechtliche und finanzielle Rahmenbedingungen für Krankenhäuser – Österreich vs. Deutschland</a:t>
            </a:r>
          </a:p>
        </p:txBody>
      </p:sp>
      <p:sp>
        <p:nvSpPr>
          <p:cNvPr id="3" name="Content Placeholder 2">
            <a:extLst>
              <a:ext uri="{FF2B5EF4-FFF2-40B4-BE49-F238E27FC236}">
                <a16:creationId xmlns:a16="http://schemas.microsoft.com/office/drawing/2014/main" id="{C1CFFD83-6C65-CC3D-442E-E9B16A49BEFC}"/>
              </a:ext>
            </a:extLst>
          </p:cNvPr>
          <p:cNvSpPr>
            <a:spLocks noGrp="1"/>
          </p:cNvSpPr>
          <p:nvPr>
            <p:ph idx="1"/>
          </p:nvPr>
        </p:nvSpPr>
        <p:spPr/>
        <p:txBody>
          <a:bodyPr>
            <a:normAutofit/>
          </a:bodyPr>
          <a:lstStyle/>
          <a:p>
            <a:pPr>
              <a:buNone/>
            </a:pPr>
            <a:r>
              <a:rPr lang="de-DE" sz="1700" b="1" kern="100" noProof="0">
                <a:latin typeface="Aptos" panose="020B0004020202020204" pitchFamily="34" charset="0"/>
                <a:cs typeface="Times New Roman" panose="02020603050405020304" pitchFamily="18" charset="0"/>
              </a:rPr>
              <a:t>Österreich - Rechtlicher Rahmen</a:t>
            </a:r>
            <a:r>
              <a:rPr lang="de-DE" sz="1700" kern="100" noProof="0">
                <a:latin typeface="Aptos" panose="020B0004020202020204" pitchFamily="34" charset="0"/>
                <a:cs typeface="Times New Roman" panose="02020603050405020304" pitchFamily="18" charset="0"/>
              </a:rPr>
              <a:t>:</a:t>
            </a:r>
          </a:p>
          <a:p>
            <a:pPr>
              <a:buNone/>
            </a:pPr>
            <a:endParaRPr lang="de-DE" sz="1700" kern="100" noProof="0">
              <a:latin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de-DE" sz="1700" kern="100" noProof="0" err="1">
                <a:latin typeface="Aptos" panose="020B0004020202020204" pitchFamily="34" charset="0"/>
                <a:cs typeface="Times New Roman" panose="02020603050405020304" pitchFamily="18" charset="0"/>
              </a:rPr>
              <a:t>Krankenanstaltengesetze</a:t>
            </a:r>
            <a:r>
              <a:rPr lang="de-DE" sz="1700" kern="100" noProof="0">
                <a:latin typeface="Aptos" panose="020B0004020202020204" pitchFamily="34" charset="0"/>
                <a:cs typeface="Times New Roman" panose="02020603050405020304" pitchFamily="18" charset="0"/>
              </a:rPr>
              <a:t> (KAG/</a:t>
            </a:r>
            <a:r>
              <a:rPr lang="de-DE" sz="1700" kern="100" noProof="0" err="1">
                <a:latin typeface="Aptos" panose="020B0004020202020204" pitchFamily="34" charset="0"/>
                <a:cs typeface="Times New Roman" panose="02020603050405020304" pitchFamily="18" charset="0"/>
              </a:rPr>
              <a:t>KAKuG</a:t>
            </a:r>
            <a:r>
              <a:rPr lang="de-DE" sz="1700" kern="100" noProof="0">
                <a:latin typeface="Aptos" panose="020B0004020202020204" pitchFamily="34" charset="0"/>
                <a:cs typeface="Times New Roman" panose="02020603050405020304" pitchFamily="18" charset="0"/>
              </a:rPr>
              <a:t>) und </a:t>
            </a:r>
            <a:r>
              <a:rPr lang="de-DE" sz="1700" kern="100" noProof="0" err="1">
                <a:latin typeface="Aptos" panose="020B0004020202020204" pitchFamily="34" charset="0"/>
                <a:cs typeface="Times New Roman" panose="02020603050405020304" pitchFamily="18" charset="0"/>
              </a:rPr>
              <a:t>Landeskrankenanstaltengesetze</a:t>
            </a:r>
            <a:endParaRPr lang="de-DE" sz="1700" kern="100" noProof="0">
              <a:latin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de-DE" sz="1700" kern="100" noProof="0">
                <a:latin typeface="Aptos" panose="020B0004020202020204" pitchFamily="34" charset="0"/>
                <a:cs typeface="Times New Roman" panose="02020603050405020304" pitchFamily="18" charset="0"/>
              </a:rPr>
              <a:t>Allgemeines Sozialversicherungsgesetz (ASVG)</a:t>
            </a:r>
          </a:p>
          <a:p>
            <a:pPr marL="285750" indent="-285750">
              <a:buFont typeface="Arial" panose="020B0604020202020204" pitchFamily="34" charset="0"/>
              <a:buChar char="•"/>
            </a:pPr>
            <a:r>
              <a:rPr lang="de-DE" sz="1700" kern="100" noProof="0">
                <a:latin typeface="Aptos" panose="020B0004020202020204" pitchFamily="34" charset="0"/>
                <a:cs typeface="Times New Roman" panose="02020603050405020304" pitchFamily="18" charset="0"/>
              </a:rPr>
              <a:t>Steuerrecht: BAO, KStG (für Gemeinnützigkeit)</a:t>
            </a:r>
          </a:p>
          <a:p>
            <a:endParaRPr lang="de-DE" noProof="0"/>
          </a:p>
        </p:txBody>
      </p:sp>
      <p:sp>
        <p:nvSpPr>
          <p:cNvPr id="4" name="Date Placeholder 3">
            <a:extLst>
              <a:ext uri="{FF2B5EF4-FFF2-40B4-BE49-F238E27FC236}">
                <a16:creationId xmlns:a16="http://schemas.microsoft.com/office/drawing/2014/main" id="{906CE5BF-189B-DEEF-CB86-9FEBB79BAE4F}"/>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6A81E76B-AE47-20D1-2A8C-CA44E30A549C}"/>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21C3A911-621B-D324-278F-624B804D6E5B}"/>
              </a:ext>
            </a:extLst>
          </p:cNvPr>
          <p:cNvSpPr>
            <a:spLocks noGrp="1"/>
          </p:cNvSpPr>
          <p:nvPr>
            <p:ph type="sldNum" sz="quarter" idx="12"/>
          </p:nvPr>
        </p:nvSpPr>
        <p:spPr/>
        <p:txBody>
          <a:bodyPr/>
          <a:lstStyle/>
          <a:p>
            <a:fld id="{E68C68F6-CEB4-C040-B3A3-CADDD499EB7C}" type="slidenum">
              <a:rPr lang="de-DE" noProof="0" smtClean="0"/>
              <a:pPr/>
              <a:t>55</a:t>
            </a:fld>
            <a:endParaRPr lang="de-DE" noProof="0"/>
          </a:p>
        </p:txBody>
      </p:sp>
    </p:spTree>
    <p:extLst>
      <p:ext uri="{BB962C8B-B14F-4D97-AF65-F5344CB8AC3E}">
        <p14:creationId xmlns:p14="http://schemas.microsoft.com/office/powerpoint/2010/main" val="27776785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AB39E-8738-8FA4-8114-48E414CEB8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B623E-683D-4A32-4BDD-E0FE536F9697}"/>
              </a:ext>
            </a:extLst>
          </p:cNvPr>
          <p:cNvSpPr>
            <a:spLocks noGrp="1"/>
          </p:cNvSpPr>
          <p:nvPr>
            <p:ph type="title"/>
          </p:nvPr>
        </p:nvSpPr>
        <p:spPr/>
        <p:txBody>
          <a:bodyPr>
            <a:normAutofit fontScale="90000"/>
          </a:bodyPr>
          <a:lstStyle/>
          <a:p>
            <a:r>
              <a:rPr lang="de-DE" noProof="0"/>
              <a:t>Rechtliche und finanzielle Rahmenbedingungen für Krankenhäuser – Österreich vs. Deutschland</a:t>
            </a:r>
          </a:p>
        </p:txBody>
      </p:sp>
      <p:sp>
        <p:nvSpPr>
          <p:cNvPr id="3" name="Content Placeholder 2">
            <a:extLst>
              <a:ext uri="{FF2B5EF4-FFF2-40B4-BE49-F238E27FC236}">
                <a16:creationId xmlns:a16="http://schemas.microsoft.com/office/drawing/2014/main" id="{B93FF98F-C492-10FD-1490-8508069EB37D}"/>
              </a:ext>
            </a:extLst>
          </p:cNvPr>
          <p:cNvSpPr>
            <a:spLocks noGrp="1"/>
          </p:cNvSpPr>
          <p:nvPr>
            <p:ph idx="1"/>
          </p:nvPr>
        </p:nvSpPr>
        <p:spPr/>
        <p:txBody>
          <a:bodyPr>
            <a:normAutofit/>
          </a:bodyPr>
          <a:lstStyle/>
          <a:p>
            <a:pPr>
              <a:buNone/>
            </a:pPr>
            <a:r>
              <a:rPr lang="de-DE" sz="1700" b="1" kern="100" noProof="0">
                <a:latin typeface="Aptos" panose="020B0004020202020204" pitchFamily="34" charset="0"/>
                <a:cs typeface="Times New Roman" panose="02020603050405020304" pitchFamily="18" charset="0"/>
              </a:rPr>
              <a:t>Österreich - Finanzierungsstruktur:</a:t>
            </a:r>
          </a:p>
          <a:p>
            <a:pPr>
              <a:buNone/>
            </a:pPr>
            <a:endParaRPr lang="de-DE" sz="1700" b="1" kern="100" noProof="0">
              <a:latin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de-DE" sz="1700" kern="100" noProof="0">
                <a:latin typeface="Aptos" panose="020B0004020202020204" pitchFamily="34" charset="0"/>
                <a:cs typeface="Times New Roman" panose="02020603050405020304" pitchFamily="18" charset="0"/>
              </a:rPr>
              <a:t>LKF-System: Leistungsorientierte Finanzierung über Punktebasen (LDFs)</a:t>
            </a:r>
          </a:p>
          <a:p>
            <a:pPr marL="285750" indent="-285750">
              <a:buFont typeface="Arial" panose="020B0604020202020204" pitchFamily="34" charset="0"/>
              <a:buChar char="•"/>
            </a:pPr>
            <a:r>
              <a:rPr lang="de-DE" sz="1700" kern="100" noProof="0">
                <a:latin typeface="Aptos" panose="020B0004020202020204" pitchFamily="34" charset="0"/>
                <a:cs typeface="Times New Roman" panose="02020603050405020304" pitchFamily="18" charset="0"/>
              </a:rPr>
              <a:t>Landesgesundheitsfonds (LGF): Verteilen öffentliche Mittel an Fondskrankenhäuser</a:t>
            </a:r>
          </a:p>
          <a:p>
            <a:pPr marL="285750" indent="-285750">
              <a:buFont typeface="Arial" panose="020B0604020202020204" pitchFamily="34" charset="0"/>
              <a:buChar char="•"/>
            </a:pPr>
            <a:r>
              <a:rPr lang="de-DE" sz="1700" kern="100" noProof="0">
                <a:latin typeface="Aptos" panose="020B0004020202020204" pitchFamily="34" charset="0"/>
                <a:cs typeface="Times New Roman" panose="02020603050405020304" pitchFamily="18" charset="0"/>
              </a:rPr>
              <a:t>PRIKRAF: Separater Fonds für private Krankenanstalten</a:t>
            </a:r>
          </a:p>
          <a:p>
            <a:pPr marL="285750" indent="-285750">
              <a:buFont typeface="Arial" panose="020B0604020202020204" pitchFamily="34" charset="0"/>
              <a:buChar char="•"/>
            </a:pPr>
            <a:r>
              <a:rPr lang="de-DE" sz="1700" kern="100" noProof="0">
                <a:latin typeface="Aptos" panose="020B0004020202020204" pitchFamily="34" charset="0"/>
                <a:cs typeface="Times New Roman" panose="02020603050405020304" pitchFamily="18" charset="0"/>
              </a:rPr>
              <a:t>Abgangsdeckung: Defizite gemeinnütziger öffentlicher Häuser werden gesetzlich gedeckt</a:t>
            </a:r>
          </a:p>
          <a:p>
            <a:endParaRPr lang="de-DE" noProof="0"/>
          </a:p>
        </p:txBody>
      </p:sp>
      <p:sp>
        <p:nvSpPr>
          <p:cNvPr id="4" name="Date Placeholder 3">
            <a:extLst>
              <a:ext uri="{FF2B5EF4-FFF2-40B4-BE49-F238E27FC236}">
                <a16:creationId xmlns:a16="http://schemas.microsoft.com/office/drawing/2014/main" id="{454CD4EA-A4F5-DAE3-F81D-B3BDC88247AF}"/>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B3CE401A-1AB5-1016-79A6-8B03EE32CBC2}"/>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821CEBE0-BE06-E2E2-D811-4752A6A924FF}"/>
              </a:ext>
            </a:extLst>
          </p:cNvPr>
          <p:cNvSpPr>
            <a:spLocks noGrp="1"/>
          </p:cNvSpPr>
          <p:nvPr>
            <p:ph type="sldNum" sz="quarter" idx="12"/>
          </p:nvPr>
        </p:nvSpPr>
        <p:spPr/>
        <p:txBody>
          <a:bodyPr/>
          <a:lstStyle/>
          <a:p>
            <a:fld id="{E68C68F6-CEB4-C040-B3A3-CADDD499EB7C}" type="slidenum">
              <a:rPr lang="de-DE" noProof="0" smtClean="0"/>
              <a:pPr/>
              <a:t>56</a:t>
            </a:fld>
            <a:endParaRPr lang="de-DE" noProof="0"/>
          </a:p>
        </p:txBody>
      </p:sp>
    </p:spTree>
    <p:extLst>
      <p:ext uri="{BB962C8B-B14F-4D97-AF65-F5344CB8AC3E}">
        <p14:creationId xmlns:p14="http://schemas.microsoft.com/office/powerpoint/2010/main" val="37266707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04518-1E19-3E91-23CC-04326ED882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F67757-B8FA-15D0-1F09-5624502438AE}"/>
              </a:ext>
            </a:extLst>
          </p:cNvPr>
          <p:cNvSpPr>
            <a:spLocks noGrp="1"/>
          </p:cNvSpPr>
          <p:nvPr>
            <p:ph type="title"/>
          </p:nvPr>
        </p:nvSpPr>
        <p:spPr/>
        <p:txBody>
          <a:bodyPr>
            <a:normAutofit fontScale="90000"/>
          </a:bodyPr>
          <a:lstStyle/>
          <a:p>
            <a:r>
              <a:rPr lang="de-DE" noProof="0"/>
              <a:t>Rechtliche und finanzielle Rahmenbedingungen für Krankenhäuser – Österreich vs. Deutschland</a:t>
            </a:r>
          </a:p>
        </p:txBody>
      </p:sp>
      <p:sp>
        <p:nvSpPr>
          <p:cNvPr id="3" name="Content Placeholder 2">
            <a:extLst>
              <a:ext uri="{FF2B5EF4-FFF2-40B4-BE49-F238E27FC236}">
                <a16:creationId xmlns:a16="http://schemas.microsoft.com/office/drawing/2014/main" id="{899EEAB2-0B0E-4AE0-DFB0-F7BE50322D36}"/>
              </a:ext>
            </a:extLst>
          </p:cNvPr>
          <p:cNvSpPr>
            <a:spLocks noGrp="1"/>
          </p:cNvSpPr>
          <p:nvPr>
            <p:ph idx="1"/>
          </p:nvPr>
        </p:nvSpPr>
        <p:spPr/>
        <p:txBody>
          <a:bodyPr>
            <a:normAutofit/>
          </a:bodyPr>
          <a:lstStyle/>
          <a:p>
            <a:pPr>
              <a:buNone/>
            </a:pPr>
            <a:r>
              <a:rPr lang="de-DE" sz="1700" b="1" kern="100" noProof="0">
                <a:latin typeface="Aptos" panose="020B0004020202020204" pitchFamily="34" charset="0"/>
                <a:cs typeface="Times New Roman" panose="02020603050405020304" pitchFamily="18" charset="0"/>
              </a:rPr>
              <a:t>Österreich - Einnahmen &amp; Einschränkungen:</a:t>
            </a:r>
          </a:p>
          <a:p>
            <a:pPr>
              <a:buNone/>
            </a:pPr>
            <a:endParaRPr lang="de-DE" sz="1700" b="1" kern="100" noProof="0">
              <a:latin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de-DE" sz="1700" kern="100" noProof="0">
                <a:latin typeface="Aptos" panose="020B0004020202020204" pitchFamily="34" charset="0"/>
                <a:cs typeface="Times New Roman" panose="02020603050405020304" pitchFamily="18" charset="0"/>
              </a:rPr>
              <a:t>Sonderklasseleistungen (privat bezahlte Zusatzleistungen, max. 25 % der Betten)</a:t>
            </a:r>
          </a:p>
          <a:p>
            <a:pPr marL="285750" indent="-285750">
              <a:buFont typeface="Arial" panose="020B0604020202020204" pitchFamily="34" charset="0"/>
              <a:buChar char="•"/>
            </a:pPr>
            <a:r>
              <a:rPr lang="de-DE" sz="1700" kern="100" noProof="0">
                <a:latin typeface="Aptos" panose="020B0004020202020204" pitchFamily="34" charset="0"/>
                <a:cs typeface="Times New Roman" panose="02020603050405020304" pitchFamily="18" charset="0"/>
              </a:rPr>
              <a:t>Gemeinnützigkeit limitiert kommerzielle Aktivitäten und Gewinnerzielung</a:t>
            </a:r>
          </a:p>
          <a:p>
            <a:pPr marL="285750" indent="-285750">
              <a:buFont typeface="Arial" panose="020B0604020202020204" pitchFamily="34" charset="0"/>
              <a:buChar char="•"/>
            </a:pPr>
            <a:r>
              <a:rPr lang="de-DE" sz="1700" kern="100" noProof="0">
                <a:latin typeface="Aptos" panose="020B0004020202020204" pitchFamily="34" charset="0"/>
                <a:cs typeface="Times New Roman" panose="02020603050405020304" pitchFamily="18" charset="0"/>
              </a:rPr>
              <a:t>Kommerzielle Nebentätigkeiten rechtlich möglich, aber eingeschränkt nutzbar</a:t>
            </a:r>
          </a:p>
          <a:p>
            <a:endParaRPr lang="de-DE" noProof="0"/>
          </a:p>
        </p:txBody>
      </p:sp>
      <p:sp>
        <p:nvSpPr>
          <p:cNvPr id="4" name="Date Placeholder 3">
            <a:extLst>
              <a:ext uri="{FF2B5EF4-FFF2-40B4-BE49-F238E27FC236}">
                <a16:creationId xmlns:a16="http://schemas.microsoft.com/office/drawing/2014/main" id="{C95A5B9B-F0E3-7848-6659-4B1F8D24EA52}"/>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D4CF9619-E026-CD57-2F0D-49FDC225A29F}"/>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66A22000-F447-0D31-C4BA-B768853200FC}"/>
              </a:ext>
            </a:extLst>
          </p:cNvPr>
          <p:cNvSpPr>
            <a:spLocks noGrp="1"/>
          </p:cNvSpPr>
          <p:nvPr>
            <p:ph type="sldNum" sz="quarter" idx="12"/>
          </p:nvPr>
        </p:nvSpPr>
        <p:spPr/>
        <p:txBody>
          <a:bodyPr/>
          <a:lstStyle/>
          <a:p>
            <a:fld id="{E68C68F6-CEB4-C040-B3A3-CADDD499EB7C}" type="slidenum">
              <a:rPr lang="de-DE" noProof="0" smtClean="0"/>
              <a:pPr/>
              <a:t>57</a:t>
            </a:fld>
            <a:endParaRPr lang="de-DE" noProof="0"/>
          </a:p>
        </p:txBody>
      </p:sp>
    </p:spTree>
    <p:extLst>
      <p:ext uri="{BB962C8B-B14F-4D97-AF65-F5344CB8AC3E}">
        <p14:creationId xmlns:p14="http://schemas.microsoft.com/office/powerpoint/2010/main" val="21285051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7F9D2-949E-B4A1-9AF7-3B0323687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69793-64AB-1975-4ACE-33976A4DDA23}"/>
              </a:ext>
            </a:extLst>
          </p:cNvPr>
          <p:cNvSpPr>
            <a:spLocks noGrp="1"/>
          </p:cNvSpPr>
          <p:nvPr>
            <p:ph type="title"/>
          </p:nvPr>
        </p:nvSpPr>
        <p:spPr/>
        <p:txBody>
          <a:bodyPr>
            <a:normAutofit fontScale="90000"/>
          </a:bodyPr>
          <a:lstStyle/>
          <a:p>
            <a:r>
              <a:rPr lang="de-DE" noProof="0"/>
              <a:t>Rechtliche und finanzielle Rahmenbedingungen für Krankenhäuser – Österreich vs. Deutschland</a:t>
            </a:r>
          </a:p>
        </p:txBody>
      </p:sp>
      <p:sp>
        <p:nvSpPr>
          <p:cNvPr id="3" name="Content Placeholder 2">
            <a:extLst>
              <a:ext uri="{FF2B5EF4-FFF2-40B4-BE49-F238E27FC236}">
                <a16:creationId xmlns:a16="http://schemas.microsoft.com/office/drawing/2014/main" id="{CFACD595-7543-AF3D-6997-227587F5ED19}"/>
              </a:ext>
            </a:extLst>
          </p:cNvPr>
          <p:cNvSpPr>
            <a:spLocks noGrp="1"/>
          </p:cNvSpPr>
          <p:nvPr>
            <p:ph idx="1"/>
          </p:nvPr>
        </p:nvSpPr>
        <p:spPr/>
        <p:txBody>
          <a:bodyPr>
            <a:normAutofit/>
          </a:bodyPr>
          <a:lstStyle/>
          <a:p>
            <a:pPr>
              <a:buNone/>
            </a:pPr>
            <a:r>
              <a:rPr lang="de-DE" sz="1700" b="1" kern="100" noProof="0">
                <a:latin typeface="Aptos" panose="020B0004020202020204" pitchFamily="34" charset="0"/>
                <a:cs typeface="Times New Roman" panose="02020603050405020304" pitchFamily="18" charset="0"/>
              </a:rPr>
              <a:t>Deutschland - Rechtlicher Rahmen:</a:t>
            </a:r>
          </a:p>
          <a:p>
            <a:pPr>
              <a:buNone/>
            </a:pPr>
            <a:endParaRPr lang="de-DE" sz="1700" b="1" kern="100" noProof="0">
              <a:latin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de-DE" sz="1700" kern="100" noProof="0">
                <a:latin typeface="Aptos" panose="020B0004020202020204" pitchFamily="34" charset="0"/>
                <a:cs typeface="Times New Roman" panose="02020603050405020304" pitchFamily="18" charset="0"/>
              </a:rPr>
              <a:t>Krankenhausfinanzierungs- und Entgeltgesetze (KHG, </a:t>
            </a:r>
            <a:r>
              <a:rPr lang="de-DE" sz="1700" kern="100" noProof="0" err="1">
                <a:latin typeface="Aptos" panose="020B0004020202020204" pitchFamily="34" charset="0"/>
                <a:cs typeface="Times New Roman" panose="02020603050405020304" pitchFamily="18" charset="0"/>
              </a:rPr>
              <a:t>KHEntgG</a:t>
            </a:r>
            <a:r>
              <a:rPr lang="de-DE" sz="1700" kern="100" noProof="0">
                <a:latin typeface="Aptos" panose="020B0004020202020204" pitchFamily="34" charset="0"/>
                <a:cs typeface="Times New Roman" panose="02020603050405020304" pitchFamily="18" charset="0"/>
              </a:rPr>
              <a:t>)</a:t>
            </a:r>
          </a:p>
          <a:p>
            <a:pPr marL="285750" indent="-285750">
              <a:buFont typeface="Arial" panose="020B0604020202020204" pitchFamily="34" charset="0"/>
              <a:buChar char="•"/>
            </a:pPr>
            <a:r>
              <a:rPr lang="de-DE" sz="1700" kern="100" noProof="0">
                <a:latin typeface="Aptos" panose="020B0004020202020204" pitchFamily="34" charset="0"/>
                <a:cs typeface="Times New Roman" panose="02020603050405020304" pitchFamily="18" charset="0"/>
              </a:rPr>
              <a:t>Sozialgesetzbuch V (SGB V), Gewerbeordnung (§30 GewO) für private Kliniken</a:t>
            </a:r>
          </a:p>
          <a:p>
            <a:endParaRPr lang="de-DE" noProof="0"/>
          </a:p>
        </p:txBody>
      </p:sp>
      <p:sp>
        <p:nvSpPr>
          <p:cNvPr id="4" name="Date Placeholder 3">
            <a:extLst>
              <a:ext uri="{FF2B5EF4-FFF2-40B4-BE49-F238E27FC236}">
                <a16:creationId xmlns:a16="http://schemas.microsoft.com/office/drawing/2014/main" id="{F36DEED7-6383-EC36-49F4-5F5949B4741E}"/>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46A87BBB-3541-50F8-D384-F946EA4FC431}"/>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88E7BC80-0A30-12A2-04D2-663C119581C0}"/>
              </a:ext>
            </a:extLst>
          </p:cNvPr>
          <p:cNvSpPr>
            <a:spLocks noGrp="1"/>
          </p:cNvSpPr>
          <p:nvPr>
            <p:ph type="sldNum" sz="quarter" idx="12"/>
          </p:nvPr>
        </p:nvSpPr>
        <p:spPr/>
        <p:txBody>
          <a:bodyPr/>
          <a:lstStyle/>
          <a:p>
            <a:fld id="{E68C68F6-CEB4-C040-B3A3-CADDD499EB7C}" type="slidenum">
              <a:rPr lang="de-DE" noProof="0" smtClean="0"/>
              <a:pPr/>
              <a:t>58</a:t>
            </a:fld>
            <a:endParaRPr lang="de-DE" noProof="0"/>
          </a:p>
        </p:txBody>
      </p:sp>
    </p:spTree>
    <p:extLst>
      <p:ext uri="{BB962C8B-B14F-4D97-AF65-F5344CB8AC3E}">
        <p14:creationId xmlns:p14="http://schemas.microsoft.com/office/powerpoint/2010/main" val="9677099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EA070-AB88-2C1F-AF9C-F5F0529B41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5F915C-8B4D-619E-6A38-4C7C147A0411}"/>
              </a:ext>
            </a:extLst>
          </p:cNvPr>
          <p:cNvSpPr>
            <a:spLocks noGrp="1"/>
          </p:cNvSpPr>
          <p:nvPr>
            <p:ph type="title"/>
          </p:nvPr>
        </p:nvSpPr>
        <p:spPr/>
        <p:txBody>
          <a:bodyPr>
            <a:normAutofit fontScale="90000"/>
          </a:bodyPr>
          <a:lstStyle/>
          <a:p>
            <a:r>
              <a:rPr lang="de-DE" noProof="0"/>
              <a:t>Rechtliche und finanzielle Rahmenbedingungen für Krankenhäuser – Österreich vs. Deutschland</a:t>
            </a:r>
          </a:p>
        </p:txBody>
      </p:sp>
      <p:sp>
        <p:nvSpPr>
          <p:cNvPr id="3" name="Content Placeholder 2">
            <a:extLst>
              <a:ext uri="{FF2B5EF4-FFF2-40B4-BE49-F238E27FC236}">
                <a16:creationId xmlns:a16="http://schemas.microsoft.com/office/drawing/2014/main" id="{5519F84B-69A1-B96A-BBEA-B038670E4CD6}"/>
              </a:ext>
            </a:extLst>
          </p:cNvPr>
          <p:cNvSpPr>
            <a:spLocks noGrp="1"/>
          </p:cNvSpPr>
          <p:nvPr>
            <p:ph idx="1"/>
          </p:nvPr>
        </p:nvSpPr>
        <p:spPr/>
        <p:txBody>
          <a:bodyPr>
            <a:normAutofit/>
          </a:bodyPr>
          <a:lstStyle/>
          <a:p>
            <a:pPr>
              <a:buNone/>
            </a:pPr>
            <a:r>
              <a:rPr lang="de-DE" sz="1700" b="1" kern="100" noProof="0">
                <a:latin typeface="Aptos" panose="020B0004020202020204" pitchFamily="34" charset="0"/>
                <a:cs typeface="Times New Roman" panose="02020603050405020304" pitchFamily="18" charset="0"/>
              </a:rPr>
              <a:t>Deutschland - Finanzierungsstruktur:</a:t>
            </a:r>
          </a:p>
          <a:p>
            <a:pPr>
              <a:buNone/>
            </a:pPr>
            <a:endParaRPr lang="de-DE" sz="1700" b="1" kern="100" noProof="0">
              <a:latin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de-DE" sz="1700" kern="100" noProof="0">
                <a:latin typeface="Aptos" panose="020B0004020202020204" pitchFamily="34" charset="0"/>
                <a:cs typeface="Times New Roman" panose="02020603050405020304" pitchFamily="18" charset="0"/>
              </a:rPr>
              <a:t>Duale Finanzierung: Länder tragen Investitionskosten, Kassen decken Betriebskosten</a:t>
            </a:r>
          </a:p>
          <a:p>
            <a:pPr marL="285750" indent="-285750">
              <a:buFont typeface="Arial" panose="020B0604020202020204" pitchFamily="34" charset="0"/>
              <a:buChar char="•"/>
            </a:pPr>
            <a:r>
              <a:rPr lang="de-DE" sz="1700" kern="100" noProof="0">
                <a:latin typeface="Aptos" panose="020B0004020202020204" pitchFamily="34" charset="0"/>
                <a:cs typeface="Times New Roman" panose="02020603050405020304" pitchFamily="18" charset="0"/>
              </a:rPr>
              <a:t>DRG-System (G-DRG): Einheitliche leistungsorientierte Fallpauschalen</a:t>
            </a:r>
          </a:p>
          <a:p>
            <a:pPr marL="285750" indent="-285750">
              <a:buFont typeface="Arial" panose="020B0604020202020204" pitchFamily="34" charset="0"/>
              <a:buChar char="•"/>
            </a:pPr>
            <a:r>
              <a:rPr lang="de-DE" sz="1700" kern="100" noProof="0">
                <a:latin typeface="Aptos" panose="020B0004020202020204" pitchFamily="34" charset="0"/>
                <a:cs typeface="Times New Roman" panose="02020603050405020304" pitchFamily="18" charset="0"/>
              </a:rPr>
              <a:t>Pflegebudget: Seit 2020 separate Finanzierung der Pflegepersonalkosten</a:t>
            </a:r>
          </a:p>
          <a:p>
            <a:endParaRPr lang="de-DE" noProof="0"/>
          </a:p>
        </p:txBody>
      </p:sp>
      <p:sp>
        <p:nvSpPr>
          <p:cNvPr id="4" name="Date Placeholder 3">
            <a:extLst>
              <a:ext uri="{FF2B5EF4-FFF2-40B4-BE49-F238E27FC236}">
                <a16:creationId xmlns:a16="http://schemas.microsoft.com/office/drawing/2014/main" id="{0FE487DD-1E28-2BF6-C7BB-BAD9E218685C}"/>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B88CA18C-C07F-F52E-C533-8FE6E128B63F}"/>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EF576E53-B8EB-1D3B-E4CF-DB444BF0DA7B}"/>
              </a:ext>
            </a:extLst>
          </p:cNvPr>
          <p:cNvSpPr>
            <a:spLocks noGrp="1"/>
          </p:cNvSpPr>
          <p:nvPr>
            <p:ph type="sldNum" sz="quarter" idx="12"/>
          </p:nvPr>
        </p:nvSpPr>
        <p:spPr/>
        <p:txBody>
          <a:bodyPr/>
          <a:lstStyle/>
          <a:p>
            <a:fld id="{E68C68F6-CEB4-C040-B3A3-CADDD499EB7C}" type="slidenum">
              <a:rPr lang="de-DE" noProof="0" smtClean="0"/>
              <a:pPr/>
              <a:t>59</a:t>
            </a:fld>
            <a:endParaRPr lang="de-DE" noProof="0"/>
          </a:p>
        </p:txBody>
      </p:sp>
    </p:spTree>
    <p:extLst>
      <p:ext uri="{BB962C8B-B14F-4D97-AF65-F5344CB8AC3E}">
        <p14:creationId xmlns:p14="http://schemas.microsoft.com/office/powerpoint/2010/main" val="13678908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EE235-550B-E23C-15D4-7E0C7EC336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F2D6B1-ADF8-21BD-DE89-F32820B9B950}"/>
              </a:ext>
            </a:extLst>
          </p:cNvPr>
          <p:cNvSpPr>
            <a:spLocks noGrp="1"/>
          </p:cNvSpPr>
          <p:nvPr>
            <p:ph type="title"/>
          </p:nvPr>
        </p:nvSpPr>
        <p:spPr/>
        <p:txBody>
          <a:bodyPr>
            <a:normAutofit fontScale="90000"/>
          </a:bodyPr>
          <a:lstStyle/>
          <a:p>
            <a:r>
              <a:rPr lang="de-DE" noProof="0"/>
              <a:t>Rechtliche und finanzielle Rahmenbedingungen für Krankenhäuser – Österreich vs. Deutschland</a:t>
            </a:r>
          </a:p>
        </p:txBody>
      </p:sp>
      <p:sp>
        <p:nvSpPr>
          <p:cNvPr id="3" name="Content Placeholder 2">
            <a:extLst>
              <a:ext uri="{FF2B5EF4-FFF2-40B4-BE49-F238E27FC236}">
                <a16:creationId xmlns:a16="http://schemas.microsoft.com/office/drawing/2014/main" id="{411CB500-E9D5-78AD-AE72-ADA7CBC1E9C9}"/>
              </a:ext>
            </a:extLst>
          </p:cNvPr>
          <p:cNvSpPr>
            <a:spLocks noGrp="1"/>
          </p:cNvSpPr>
          <p:nvPr>
            <p:ph idx="1"/>
          </p:nvPr>
        </p:nvSpPr>
        <p:spPr/>
        <p:txBody>
          <a:bodyPr>
            <a:normAutofit/>
          </a:bodyPr>
          <a:lstStyle/>
          <a:p>
            <a:pPr>
              <a:buNone/>
            </a:pPr>
            <a:r>
              <a:rPr lang="de-DE" sz="1700" b="1" kern="100" noProof="0">
                <a:latin typeface="Aptos" panose="020B0004020202020204" pitchFamily="34" charset="0"/>
                <a:cs typeface="Times New Roman" panose="02020603050405020304" pitchFamily="18" charset="0"/>
              </a:rPr>
              <a:t>Deutschland - Einnahmequellen &amp; Chancen:</a:t>
            </a:r>
          </a:p>
          <a:p>
            <a:pPr>
              <a:buNone/>
            </a:pPr>
            <a:endParaRPr lang="de-DE" sz="1700" b="1" kern="100" noProof="0">
              <a:latin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de-DE" sz="1700" kern="100" noProof="0">
                <a:latin typeface="Aptos" panose="020B0004020202020204" pitchFamily="34" charset="0"/>
                <a:cs typeface="Times New Roman" panose="02020603050405020304" pitchFamily="18" charset="0"/>
              </a:rPr>
              <a:t>Wahlleistungen (z. B. Chefarzt, Einzelzimmer) als wichtige Zusatzeinnahme</a:t>
            </a:r>
          </a:p>
          <a:p>
            <a:pPr marL="285750" indent="-285750">
              <a:buFont typeface="Arial" panose="020B0604020202020204" pitchFamily="34" charset="0"/>
              <a:buChar char="•"/>
            </a:pPr>
            <a:r>
              <a:rPr lang="de-DE" sz="1700" kern="100" noProof="0">
                <a:latin typeface="Aptos" panose="020B0004020202020204" pitchFamily="34" charset="0"/>
                <a:cs typeface="Times New Roman" panose="02020603050405020304" pitchFamily="18" charset="0"/>
              </a:rPr>
              <a:t>Kommerzielle Nebentätigkeiten (Cafeteria, Parken etc.) sind strategisch nutzbar</a:t>
            </a:r>
          </a:p>
          <a:p>
            <a:pPr marL="285750" indent="-285750">
              <a:buFont typeface="Arial" panose="020B0604020202020204" pitchFamily="34" charset="0"/>
              <a:buChar char="•"/>
            </a:pPr>
            <a:r>
              <a:rPr lang="de-DE" sz="1700" kern="100" noProof="0">
                <a:latin typeface="Aptos" panose="020B0004020202020204" pitchFamily="34" charset="0"/>
                <a:cs typeface="Times New Roman" panose="02020603050405020304" pitchFamily="18" charset="0"/>
              </a:rPr>
              <a:t>Bei gemeinnützigen Trägern steuerlich relevante Abgrenzung als </a:t>
            </a:r>
            <a:r>
              <a:rPr lang="de-DE" sz="1700" kern="100" noProof="0" err="1">
                <a:latin typeface="Aptos" panose="020B0004020202020204" pitchFamily="34" charset="0"/>
                <a:cs typeface="Times New Roman" panose="02020603050405020304" pitchFamily="18" charset="0"/>
              </a:rPr>
              <a:t>BgA</a:t>
            </a:r>
            <a:r>
              <a:rPr lang="de-DE" sz="1700" kern="100" noProof="0">
                <a:latin typeface="Aptos" panose="020B0004020202020204" pitchFamily="34" charset="0"/>
                <a:cs typeface="Times New Roman" panose="02020603050405020304" pitchFamily="18" charset="0"/>
              </a:rPr>
              <a:t> erforderlich</a:t>
            </a:r>
          </a:p>
          <a:p>
            <a:endParaRPr lang="de-DE" noProof="0"/>
          </a:p>
        </p:txBody>
      </p:sp>
      <p:sp>
        <p:nvSpPr>
          <p:cNvPr id="4" name="Date Placeholder 3">
            <a:extLst>
              <a:ext uri="{FF2B5EF4-FFF2-40B4-BE49-F238E27FC236}">
                <a16:creationId xmlns:a16="http://schemas.microsoft.com/office/drawing/2014/main" id="{5F6698BF-BFA4-5FFD-4C65-4ED1FBFED8F5}"/>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99B53536-B1AB-710B-3076-A1CD60A1395E}"/>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B457AFAA-3CF6-B7F4-4AF8-D84A0AA4E0D3}"/>
              </a:ext>
            </a:extLst>
          </p:cNvPr>
          <p:cNvSpPr>
            <a:spLocks noGrp="1"/>
          </p:cNvSpPr>
          <p:nvPr>
            <p:ph type="sldNum" sz="quarter" idx="12"/>
          </p:nvPr>
        </p:nvSpPr>
        <p:spPr/>
        <p:txBody>
          <a:bodyPr/>
          <a:lstStyle/>
          <a:p>
            <a:fld id="{E68C68F6-CEB4-C040-B3A3-CADDD499EB7C}" type="slidenum">
              <a:rPr lang="de-DE" noProof="0" smtClean="0"/>
              <a:pPr/>
              <a:t>60</a:t>
            </a:fld>
            <a:endParaRPr lang="de-DE" noProof="0"/>
          </a:p>
        </p:txBody>
      </p:sp>
    </p:spTree>
    <p:extLst>
      <p:ext uri="{BB962C8B-B14F-4D97-AF65-F5344CB8AC3E}">
        <p14:creationId xmlns:p14="http://schemas.microsoft.com/office/powerpoint/2010/main" val="25392554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19A57-F15E-CFD4-993C-E30600581A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4390FE-5A67-4F85-B540-7AFAF2022DC4}"/>
              </a:ext>
            </a:extLst>
          </p:cNvPr>
          <p:cNvSpPr>
            <a:spLocks noGrp="1"/>
          </p:cNvSpPr>
          <p:nvPr>
            <p:ph type="title"/>
          </p:nvPr>
        </p:nvSpPr>
        <p:spPr/>
        <p:txBody>
          <a:bodyPr>
            <a:normAutofit fontScale="90000"/>
          </a:bodyPr>
          <a:lstStyle/>
          <a:p>
            <a:r>
              <a:rPr lang="de-DE" noProof="0"/>
              <a:t>Kernunterschiede im Vergleich – Österreich vs. Deutschland</a:t>
            </a:r>
          </a:p>
        </p:txBody>
      </p:sp>
      <p:graphicFrame>
        <p:nvGraphicFramePr>
          <p:cNvPr id="7" name="Inhaltsplatzhalter 6">
            <a:extLst>
              <a:ext uri="{FF2B5EF4-FFF2-40B4-BE49-F238E27FC236}">
                <a16:creationId xmlns:a16="http://schemas.microsoft.com/office/drawing/2014/main" id="{DDBBAF0F-2DDC-F3AB-6BF9-D383B2D3D5F5}"/>
              </a:ext>
            </a:extLst>
          </p:cNvPr>
          <p:cNvGraphicFramePr>
            <a:graphicFrameLocks noGrp="1"/>
          </p:cNvGraphicFramePr>
          <p:nvPr>
            <p:ph idx="1"/>
            <p:extLst>
              <p:ext uri="{D42A27DB-BD31-4B8C-83A1-F6EECF244321}">
                <p14:modId xmlns:p14="http://schemas.microsoft.com/office/powerpoint/2010/main" val="3603433981"/>
              </p:ext>
            </p:extLst>
          </p:nvPr>
        </p:nvGraphicFramePr>
        <p:xfrm>
          <a:off x="790569" y="1743758"/>
          <a:ext cx="7562862" cy="2840260"/>
        </p:xfrm>
        <a:graphic>
          <a:graphicData uri="http://schemas.openxmlformats.org/drawingml/2006/table">
            <a:tbl>
              <a:tblPr/>
              <a:tblGrid>
                <a:gridCol w="2520954">
                  <a:extLst>
                    <a:ext uri="{9D8B030D-6E8A-4147-A177-3AD203B41FA5}">
                      <a16:colId xmlns:a16="http://schemas.microsoft.com/office/drawing/2014/main" val="3476454476"/>
                    </a:ext>
                  </a:extLst>
                </a:gridCol>
                <a:gridCol w="2520954">
                  <a:extLst>
                    <a:ext uri="{9D8B030D-6E8A-4147-A177-3AD203B41FA5}">
                      <a16:colId xmlns:a16="http://schemas.microsoft.com/office/drawing/2014/main" val="1529353307"/>
                    </a:ext>
                  </a:extLst>
                </a:gridCol>
                <a:gridCol w="2520954">
                  <a:extLst>
                    <a:ext uri="{9D8B030D-6E8A-4147-A177-3AD203B41FA5}">
                      <a16:colId xmlns:a16="http://schemas.microsoft.com/office/drawing/2014/main" val="2840709506"/>
                    </a:ext>
                  </a:extLst>
                </a:gridCol>
              </a:tblGrid>
              <a:tr h="321491">
                <a:tc>
                  <a:txBody>
                    <a:bodyPr/>
                    <a:lstStyle/>
                    <a:p>
                      <a:r>
                        <a:rPr lang="de-DE" sz="1600" b="1" noProof="0"/>
                        <a:t>Thema</a:t>
                      </a:r>
                    </a:p>
                  </a:txBody>
                  <a:tcPr marL="80373" marR="80373" marT="40186" marB="40186" anchor="ctr">
                    <a:lnL>
                      <a:noFill/>
                    </a:lnL>
                    <a:lnR>
                      <a:noFill/>
                    </a:lnR>
                    <a:lnT>
                      <a:noFill/>
                    </a:lnT>
                    <a:lnB>
                      <a:noFill/>
                    </a:lnB>
                    <a:noFill/>
                  </a:tcPr>
                </a:tc>
                <a:tc>
                  <a:txBody>
                    <a:bodyPr/>
                    <a:lstStyle/>
                    <a:p>
                      <a:r>
                        <a:rPr lang="de-DE" sz="1600" b="1" noProof="0"/>
                        <a:t>Österreich (AT)</a:t>
                      </a:r>
                    </a:p>
                  </a:txBody>
                  <a:tcPr marL="80373" marR="80373" marT="40186" marB="40186" anchor="ctr">
                    <a:lnL>
                      <a:noFill/>
                    </a:lnL>
                    <a:lnR>
                      <a:noFill/>
                    </a:lnR>
                    <a:lnT>
                      <a:noFill/>
                    </a:lnT>
                    <a:lnB>
                      <a:noFill/>
                    </a:lnB>
                    <a:noFill/>
                  </a:tcPr>
                </a:tc>
                <a:tc>
                  <a:txBody>
                    <a:bodyPr/>
                    <a:lstStyle/>
                    <a:p>
                      <a:r>
                        <a:rPr lang="de-DE" sz="1600" b="1" noProof="0"/>
                        <a:t>Deutschland (DE)</a:t>
                      </a:r>
                    </a:p>
                  </a:txBody>
                  <a:tcPr marL="80373" marR="80373" marT="40186" marB="40186" anchor="ctr">
                    <a:lnL>
                      <a:noFill/>
                    </a:lnL>
                    <a:lnR>
                      <a:noFill/>
                    </a:lnR>
                    <a:lnT>
                      <a:noFill/>
                    </a:lnT>
                    <a:lnB>
                      <a:noFill/>
                    </a:lnB>
                    <a:noFill/>
                  </a:tcPr>
                </a:tc>
                <a:extLst>
                  <a:ext uri="{0D108BD9-81ED-4DB2-BD59-A6C34878D82A}">
                    <a16:rowId xmlns:a16="http://schemas.microsoft.com/office/drawing/2014/main" val="2501170462"/>
                  </a:ext>
                </a:extLst>
              </a:tr>
              <a:tr h="562610">
                <a:tc>
                  <a:txBody>
                    <a:bodyPr/>
                    <a:lstStyle/>
                    <a:p>
                      <a:r>
                        <a:rPr lang="de-DE" sz="1600" noProof="0"/>
                        <a:t>Finanzierungssicherheit</a:t>
                      </a:r>
                    </a:p>
                  </a:txBody>
                  <a:tcPr marL="80373" marR="80373" marT="40186" marB="40186" anchor="ctr">
                    <a:lnL>
                      <a:noFill/>
                    </a:lnL>
                    <a:lnR>
                      <a:noFill/>
                    </a:lnR>
                    <a:lnT>
                      <a:noFill/>
                    </a:lnT>
                    <a:lnB>
                      <a:noFill/>
                    </a:lnB>
                    <a:noFill/>
                  </a:tcPr>
                </a:tc>
                <a:tc>
                  <a:txBody>
                    <a:bodyPr/>
                    <a:lstStyle/>
                    <a:p>
                      <a:r>
                        <a:rPr lang="de-DE" sz="1600" noProof="0"/>
                        <a:t>Abgangsdeckung für gemeinnützige Häuser</a:t>
                      </a:r>
                    </a:p>
                  </a:txBody>
                  <a:tcPr marL="80373" marR="80373" marT="40186" marB="40186" anchor="ctr">
                    <a:lnL>
                      <a:noFill/>
                    </a:lnL>
                    <a:lnR>
                      <a:noFill/>
                    </a:lnR>
                    <a:lnT>
                      <a:noFill/>
                    </a:lnT>
                    <a:lnB>
                      <a:noFill/>
                    </a:lnB>
                    <a:noFill/>
                  </a:tcPr>
                </a:tc>
                <a:tc>
                  <a:txBody>
                    <a:bodyPr/>
                    <a:lstStyle/>
                    <a:p>
                      <a:r>
                        <a:rPr lang="de-DE" sz="1600" noProof="0"/>
                        <a:t>Hoher Investitionsdruck, insbesondere für private</a:t>
                      </a:r>
                    </a:p>
                  </a:txBody>
                  <a:tcPr marL="80373" marR="80373" marT="40186" marB="40186" anchor="ctr">
                    <a:lnL>
                      <a:noFill/>
                    </a:lnL>
                    <a:lnR>
                      <a:noFill/>
                    </a:lnR>
                    <a:lnT>
                      <a:noFill/>
                    </a:lnT>
                    <a:lnB>
                      <a:noFill/>
                    </a:lnB>
                    <a:noFill/>
                  </a:tcPr>
                </a:tc>
                <a:extLst>
                  <a:ext uri="{0D108BD9-81ED-4DB2-BD59-A6C34878D82A}">
                    <a16:rowId xmlns:a16="http://schemas.microsoft.com/office/drawing/2014/main" val="2332868210"/>
                  </a:ext>
                </a:extLst>
              </a:tr>
              <a:tr h="562610">
                <a:tc>
                  <a:txBody>
                    <a:bodyPr/>
                    <a:lstStyle/>
                    <a:p>
                      <a:r>
                        <a:rPr lang="de-DE" sz="1600" noProof="0"/>
                        <a:t>Gemeinnützigkeit</a:t>
                      </a:r>
                    </a:p>
                  </a:txBody>
                  <a:tcPr marL="80373" marR="80373" marT="40186" marB="40186" anchor="ctr">
                    <a:lnL>
                      <a:noFill/>
                    </a:lnL>
                    <a:lnR>
                      <a:noFill/>
                    </a:lnR>
                    <a:lnT>
                      <a:noFill/>
                    </a:lnT>
                    <a:lnB>
                      <a:noFill/>
                    </a:lnB>
                    <a:noFill/>
                  </a:tcPr>
                </a:tc>
                <a:tc>
                  <a:txBody>
                    <a:bodyPr/>
                    <a:lstStyle/>
                    <a:p>
                      <a:r>
                        <a:rPr lang="de-DE" sz="1600" noProof="0"/>
                        <a:t>Operativ und steuerlich klar geregelt (§ 16 KAG, BAO)</a:t>
                      </a:r>
                    </a:p>
                  </a:txBody>
                  <a:tcPr marL="80373" marR="80373" marT="40186" marB="40186" anchor="ctr">
                    <a:lnL>
                      <a:noFill/>
                    </a:lnL>
                    <a:lnR>
                      <a:noFill/>
                    </a:lnR>
                    <a:lnT>
                      <a:noFill/>
                    </a:lnT>
                    <a:lnB>
                      <a:noFill/>
                    </a:lnB>
                    <a:noFill/>
                  </a:tcPr>
                </a:tc>
                <a:tc>
                  <a:txBody>
                    <a:bodyPr/>
                    <a:lstStyle/>
                    <a:p>
                      <a:r>
                        <a:rPr lang="de-DE" sz="1600" noProof="0"/>
                        <a:t>Primär steuerlicher Status</a:t>
                      </a:r>
                    </a:p>
                  </a:txBody>
                  <a:tcPr marL="80373" marR="80373" marT="40186" marB="40186" anchor="ctr">
                    <a:lnL>
                      <a:noFill/>
                    </a:lnL>
                    <a:lnR>
                      <a:noFill/>
                    </a:lnR>
                    <a:lnT>
                      <a:noFill/>
                    </a:lnT>
                    <a:lnB>
                      <a:noFill/>
                    </a:lnB>
                    <a:noFill/>
                  </a:tcPr>
                </a:tc>
                <a:extLst>
                  <a:ext uri="{0D108BD9-81ED-4DB2-BD59-A6C34878D82A}">
                    <a16:rowId xmlns:a16="http://schemas.microsoft.com/office/drawing/2014/main" val="398606404"/>
                  </a:ext>
                </a:extLst>
              </a:tr>
              <a:tr h="562610">
                <a:tc>
                  <a:txBody>
                    <a:bodyPr/>
                    <a:lstStyle/>
                    <a:p>
                      <a:r>
                        <a:rPr lang="de-DE" sz="1600" noProof="0"/>
                        <a:t>Integration privater Häuser</a:t>
                      </a:r>
                    </a:p>
                  </a:txBody>
                  <a:tcPr marL="80373" marR="80373" marT="40186" marB="40186" anchor="ctr">
                    <a:lnL>
                      <a:noFill/>
                    </a:lnL>
                    <a:lnR>
                      <a:noFill/>
                    </a:lnR>
                    <a:lnT>
                      <a:noFill/>
                    </a:lnT>
                    <a:lnB>
                      <a:noFill/>
                    </a:lnB>
                    <a:noFill/>
                  </a:tcPr>
                </a:tc>
                <a:tc>
                  <a:txBody>
                    <a:bodyPr/>
                    <a:lstStyle/>
                    <a:p>
                      <a:r>
                        <a:rPr lang="de-DE" sz="1600" noProof="0"/>
                        <a:t>Separater PRIKRAF-Fonds</a:t>
                      </a:r>
                    </a:p>
                  </a:txBody>
                  <a:tcPr marL="80373" marR="80373" marT="40186" marB="40186" anchor="ctr">
                    <a:lnL>
                      <a:noFill/>
                    </a:lnL>
                    <a:lnR>
                      <a:noFill/>
                    </a:lnR>
                    <a:lnT>
                      <a:noFill/>
                    </a:lnT>
                    <a:lnB>
                      <a:noFill/>
                    </a:lnB>
                    <a:noFill/>
                  </a:tcPr>
                </a:tc>
                <a:tc>
                  <a:txBody>
                    <a:bodyPr/>
                    <a:lstStyle/>
                    <a:p>
                      <a:r>
                        <a:rPr lang="de-DE" sz="1600" noProof="0"/>
                        <a:t>Volle Integration ins DRG-System bei Planaufnahme</a:t>
                      </a:r>
                    </a:p>
                  </a:txBody>
                  <a:tcPr marL="80373" marR="80373" marT="40186" marB="40186" anchor="ctr">
                    <a:lnL>
                      <a:noFill/>
                    </a:lnL>
                    <a:lnR>
                      <a:noFill/>
                    </a:lnR>
                    <a:lnT>
                      <a:noFill/>
                    </a:lnT>
                    <a:lnB>
                      <a:noFill/>
                    </a:lnB>
                    <a:noFill/>
                  </a:tcPr>
                </a:tc>
                <a:extLst>
                  <a:ext uri="{0D108BD9-81ED-4DB2-BD59-A6C34878D82A}">
                    <a16:rowId xmlns:a16="http://schemas.microsoft.com/office/drawing/2014/main" val="1725941392"/>
                  </a:ext>
                </a:extLst>
              </a:tr>
              <a:tr h="803729">
                <a:tc>
                  <a:txBody>
                    <a:bodyPr/>
                    <a:lstStyle/>
                    <a:p>
                      <a:r>
                        <a:rPr lang="de-DE" sz="1600" noProof="0"/>
                        <a:t>Planungssysteme</a:t>
                      </a:r>
                    </a:p>
                  </a:txBody>
                  <a:tcPr marL="80373" marR="80373" marT="40186" marB="40186" anchor="ctr">
                    <a:lnL>
                      <a:noFill/>
                    </a:lnL>
                    <a:lnR>
                      <a:noFill/>
                    </a:lnR>
                    <a:lnT>
                      <a:noFill/>
                    </a:lnT>
                    <a:lnB>
                      <a:noFill/>
                    </a:lnB>
                    <a:noFill/>
                  </a:tcPr>
                </a:tc>
                <a:tc>
                  <a:txBody>
                    <a:bodyPr/>
                    <a:lstStyle/>
                    <a:p>
                      <a:r>
                        <a:rPr lang="de-DE" sz="1600" noProof="0"/>
                        <a:t>Gesundheitspläne (ÖSG/RSG), weniger eng mit Finanzierung</a:t>
                      </a:r>
                    </a:p>
                  </a:txBody>
                  <a:tcPr marL="80373" marR="80373" marT="40186" marB="40186" anchor="ctr">
                    <a:lnL>
                      <a:noFill/>
                    </a:lnL>
                    <a:lnR>
                      <a:noFill/>
                    </a:lnR>
                    <a:lnT>
                      <a:noFill/>
                    </a:lnT>
                    <a:lnB>
                      <a:noFill/>
                    </a:lnB>
                    <a:noFill/>
                  </a:tcPr>
                </a:tc>
                <a:tc>
                  <a:txBody>
                    <a:bodyPr/>
                    <a:lstStyle/>
                    <a:p>
                      <a:r>
                        <a:rPr lang="de-DE" sz="1600" noProof="0"/>
                        <a:t>Landeskrankenhauspläne steuern Finanzierung und Angebot</a:t>
                      </a:r>
                    </a:p>
                  </a:txBody>
                  <a:tcPr marL="80373" marR="80373" marT="40186" marB="40186" anchor="ctr">
                    <a:lnL>
                      <a:noFill/>
                    </a:lnL>
                    <a:lnR>
                      <a:noFill/>
                    </a:lnR>
                    <a:lnT>
                      <a:noFill/>
                    </a:lnT>
                    <a:lnB>
                      <a:noFill/>
                    </a:lnB>
                    <a:noFill/>
                  </a:tcPr>
                </a:tc>
                <a:extLst>
                  <a:ext uri="{0D108BD9-81ED-4DB2-BD59-A6C34878D82A}">
                    <a16:rowId xmlns:a16="http://schemas.microsoft.com/office/drawing/2014/main" val="722886052"/>
                  </a:ext>
                </a:extLst>
              </a:tr>
            </a:tbl>
          </a:graphicData>
        </a:graphic>
      </p:graphicFrame>
      <p:sp>
        <p:nvSpPr>
          <p:cNvPr id="4" name="Date Placeholder 3">
            <a:extLst>
              <a:ext uri="{FF2B5EF4-FFF2-40B4-BE49-F238E27FC236}">
                <a16:creationId xmlns:a16="http://schemas.microsoft.com/office/drawing/2014/main" id="{9DC3B60C-C9CA-E9B7-0B2A-B98BA50C8804}"/>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8533D44C-7F3C-1842-72FC-4A7B30AEEFAD}"/>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A59C3AE1-6EB2-F0FC-2FDF-E3C99576F235}"/>
              </a:ext>
            </a:extLst>
          </p:cNvPr>
          <p:cNvSpPr>
            <a:spLocks noGrp="1"/>
          </p:cNvSpPr>
          <p:nvPr>
            <p:ph type="sldNum" sz="quarter" idx="12"/>
          </p:nvPr>
        </p:nvSpPr>
        <p:spPr/>
        <p:txBody>
          <a:bodyPr/>
          <a:lstStyle/>
          <a:p>
            <a:fld id="{E68C68F6-CEB4-C040-B3A3-CADDD499EB7C}" type="slidenum">
              <a:rPr lang="de-DE" noProof="0" smtClean="0"/>
              <a:pPr/>
              <a:t>61</a:t>
            </a:fld>
            <a:endParaRPr lang="de-DE" noProof="0"/>
          </a:p>
        </p:txBody>
      </p:sp>
    </p:spTree>
    <p:extLst>
      <p:ext uri="{BB962C8B-B14F-4D97-AF65-F5344CB8AC3E}">
        <p14:creationId xmlns:p14="http://schemas.microsoft.com/office/powerpoint/2010/main" val="39225212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11B31-95B9-B8D9-C68D-E8346067CD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09524-C47E-43C8-9E1D-2CC25603CE1B}"/>
              </a:ext>
            </a:extLst>
          </p:cNvPr>
          <p:cNvSpPr>
            <a:spLocks noGrp="1"/>
          </p:cNvSpPr>
          <p:nvPr>
            <p:ph type="title"/>
          </p:nvPr>
        </p:nvSpPr>
        <p:spPr/>
        <p:txBody>
          <a:bodyPr>
            <a:normAutofit fontScale="90000"/>
          </a:bodyPr>
          <a:lstStyle/>
          <a:p>
            <a:r>
              <a:rPr lang="de-DE" noProof="0"/>
              <a:t>Strategische Implikationen für ein deutsches Privatkrankenhaus</a:t>
            </a:r>
          </a:p>
        </p:txBody>
      </p:sp>
      <p:sp>
        <p:nvSpPr>
          <p:cNvPr id="4" name="Date Placeholder 3">
            <a:extLst>
              <a:ext uri="{FF2B5EF4-FFF2-40B4-BE49-F238E27FC236}">
                <a16:creationId xmlns:a16="http://schemas.microsoft.com/office/drawing/2014/main" id="{FAAB2841-06C2-2A73-E82B-E77B2A92B076}"/>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8D3C8456-34B4-DE15-2623-A9957B0EE4BE}"/>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148843A8-766D-EC31-1565-5BB99236CD01}"/>
              </a:ext>
            </a:extLst>
          </p:cNvPr>
          <p:cNvSpPr>
            <a:spLocks noGrp="1"/>
          </p:cNvSpPr>
          <p:nvPr>
            <p:ph type="sldNum" sz="quarter" idx="12"/>
          </p:nvPr>
        </p:nvSpPr>
        <p:spPr/>
        <p:txBody>
          <a:bodyPr/>
          <a:lstStyle/>
          <a:p>
            <a:fld id="{E68C68F6-CEB4-C040-B3A3-CADDD499EB7C}" type="slidenum">
              <a:rPr lang="de-DE" noProof="0" smtClean="0"/>
              <a:pPr/>
              <a:t>62</a:t>
            </a:fld>
            <a:endParaRPr lang="de-DE" noProof="0"/>
          </a:p>
        </p:txBody>
      </p:sp>
      <p:sp>
        <p:nvSpPr>
          <p:cNvPr id="10" name="Rectangle 2">
            <a:extLst>
              <a:ext uri="{FF2B5EF4-FFF2-40B4-BE49-F238E27FC236}">
                <a16:creationId xmlns:a16="http://schemas.microsoft.com/office/drawing/2014/main" id="{6CB4947C-8222-CA8D-FB7B-E964347F2190}"/>
              </a:ext>
            </a:extLst>
          </p:cNvPr>
          <p:cNvSpPr>
            <a:spLocks noGrp="1" noChangeArrowheads="1"/>
          </p:cNvSpPr>
          <p:nvPr>
            <p:ph idx="1"/>
          </p:nvPr>
        </p:nvSpPr>
        <p:spPr bwMode="auto">
          <a:xfrm>
            <a:off x="269875" y="1994279"/>
            <a:ext cx="9015610"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
                <a:srgbClr val="FFC000"/>
              </a:buClr>
              <a:buSzTx/>
              <a:buFont typeface="Arial" panose="020B0604020202020204" pitchFamily="34" charset="0"/>
              <a:buChar char="•"/>
              <a:tabLst/>
            </a:pPr>
            <a:r>
              <a:rPr kumimoji="0" lang="de-DE" sz="1600" b="1" i="0" u="none" strike="noStrike" cap="none" normalizeH="0" baseline="0" noProof="0" dirty="0">
                <a:ln>
                  <a:noFill/>
                </a:ln>
                <a:solidFill>
                  <a:schemeClr val="tx1"/>
                </a:solidFill>
                <a:effectLst/>
                <a:latin typeface="Arial" panose="020B0604020202020204" pitchFamily="34" charset="0"/>
              </a:rPr>
              <a:t>Finanzieller Druck:</a:t>
            </a:r>
            <a:r>
              <a:rPr kumimoji="0" lang="de-DE" sz="1600" b="0" i="0" u="none" strike="noStrike" cap="none" normalizeH="0" baseline="0" noProof="0" dirty="0">
                <a:ln>
                  <a:noFill/>
                </a:ln>
                <a:solidFill>
                  <a:schemeClr val="tx1"/>
                </a:solidFill>
                <a:effectLst/>
                <a:latin typeface="Arial" panose="020B0604020202020204" pitchFamily="34" charset="0"/>
              </a:rPr>
              <a:t> Investitionskosten müssen über operative Überschüsse finanziert werden</a:t>
            </a:r>
          </a:p>
          <a:p>
            <a:pPr marL="285750" marR="0" lvl="0" indent="-285750" algn="l" defTabSz="914400" rtl="0" eaLnBrk="0" fontAlgn="base" latinLnBrk="0" hangingPunct="0">
              <a:lnSpc>
                <a:spcPct val="100000"/>
              </a:lnSpc>
              <a:spcBef>
                <a:spcPct val="0"/>
              </a:spcBef>
              <a:spcAft>
                <a:spcPct val="0"/>
              </a:spcAft>
              <a:buClr>
                <a:srgbClr val="FFC000"/>
              </a:buClr>
              <a:buSzTx/>
              <a:buFont typeface="Arial" panose="020B0604020202020204" pitchFamily="34" charset="0"/>
              <a:buChar char="•"/>
              <a:tabLst/>
            </a:pPr>
            <a:r>
              <a:rPr kumimoji="0" lang="de-DE" sz="1600" b="1" i="0" u="none" strike="noStrike" cap="none" normalizeH="0" baseline="0" noProof="0" dirty="0">
                <a:ln>
                  <a:noFill/>
                </a:ln>
                <a:solidFill>
                  <a:schemeClr val="tx1"/>
                </a:solidFill>
                <a:effectLst/>
                <a:latin typeface="Arial" panose="020B0604020202020204" pitchFamily="34" charset="0"/>
              </a:rPr>
              <a:t>Erfolgsfaktoren:</a:t>
            </a:r>
            <a:br>
              <a:rPr kumimoji="0" lang="de-DE" sz="1600" b="1" i="0" u="none" strike="noStrike" cap="none" normalizeH="0" baseline="0" noProof="0" dirty="0">
                <a:ln>
                  <a:noFill/>
                </a:ln>
                <a:solidFill>
                  <a:schemeClr val="tx1"/>
                </a:solidFill>
                <a:effectLst/>
                <a:latin typeface="Arial" panose="020B0604020202020204" pitchFamily="34" charset="0"/>
              </a:rPr>
            </a:br>
            <a:r>
              <a:rPr kumimoji="0" lang="de-DE" sz="1600" b="0" i="0" u="none" strike="noStrike" cap="none" normalizeH="0" baseline="0" noProof="0" dirty="0">
                <a:ln>
                  <a:noFill/>
                </a:ln>
                <a:solidFill>
                  <a:schemeClr val="tx1"/>
                </a:solidFill>
                <a:effectLst/>
                <a:latin typeface="Arial" panose="020B0604020202020204" pitchFamily="34" charset="0"/>
              </a:rPr>
              <a:t>Effizienzsteigerung im DRG-System</a:t>
            </a:r>
            <a:br>
              <a:rPr kumimoji="0" lang="de-DE" sz="1600" b="0" i="0" u="none" strike="noStrike" cap="none" normalizeH="0" baseline="0" noProof="0" dirty="0">
                <a:ln>
                  <a:noFill/>
                </a:ln>
                <a:solidFill>
                  <a:schemeClr val="tx1"/>
                </a:solidFill>
                <a:effectLst/>
                <a:latin typeface="Arial" panose="020B0604020202020204" pitchFamily="34" charset="0"/>
              </a:rPr>
            </a:br>
            <a:r>
              <a:rPr kumimoji="0" lang="de-DE" sz="1600" b="0" i="0" u="none" strike="noStrike" cap="none" normalizeH="0" baseline="0" noProof="0" dirty="0">
                <a:ln>
                  <a:noFill/>
                </a:ln>
                <a:solidFill>
                  <a:schemeClr val="tx1"/>
                </a:solidFill>
                <a:effectLst/>
                <a:latin typeface="Arial" panose="020B0604020202020204" pitchFamily="34" charset="0"/>
              </a:rPr>
              <a:t>Ausbau und Vermarktung von Wahlleistungen</a:t>
            </a:r>
            <a:br>
              <a:rPr kumimoji="0" lang="de-DE" sz="1600" b="0" i="0" u="none" strike="noStrike" cap="none" normalizeH="0" baseline="0" noProof="0" dirty="0">
                <a:ln>
                  <a:noFill/>
                </a:ln>
                <a:solidFill>
                  <a:schemeClr val="tx1"/>
                </a:solidFill>
                <a:effectLst/>
                <a:latin typeface="Arial" panose="020B0604020202020204" pitchFamily="34" charset="0"/>
              </a:rPr>
            </a:br>
            <a:r>
              <a:rPr kumimoji="0" lang="de-DE" sz="1600" b="0" i="0" u="none" strike="noStrike" cap="none" normalizeH="0" baseline="0" noProof="0" dirty="0">
                <a:ln>
                  <a:noFill/>
                </a:ln>
                <a:solidFill>
                  <a:schemeClr val="tx1"/>
                </a:solidFill>
                <a:effectLst/>
                <a:latin typeface="Arial" panose="020B0604020202020204" pitchFamily="34" charset="0"/>
              </a:rPr>
              <a:t>Entwicklung profitabler Nebengeschäfte (z. B. Gastronomie, Parkraumbewirtschaftung)</a:t>
            </a:r>
          </a:p>
          <a:p>
            <a:pPr marL="285750" marR="0" lvl="0" indent="-285750" algn="l" defTabSz="914400" rtl="0" eaLnBrk="0" fontAlgn="base" latinLnBrk="0" hangingPunct="0">
              <a:lnSpc>
                <a:spcPct val="100000"/>
              </a:lnSpc>
              <a:spcBef>
                <a:spcPct val="0"/>
              </a:spcBef>
              <a:spcAft>
                <a:spcPct val="0"/>
              </a:spcAft>
              <a:buClr>
                <a:srgbClr val="FFC000"/>
              </a:buClr>
              <a:buSzTx/>
              <a:buFont typeface="Arial" panose="020B0604020202020204" pitchFamily="34" charset="0"/>
              <a:buChar char="•"/>
              <a:tabLst/>
            </a:pPr>
            <a:r>
              <a:rPr kumimoji="0" lang="de-DE" sz="1600" b="1" i="0" u="none" strike="noStrike" cap="none" normalizeH="0" baseline="0" noProof="0" dirty="0">
                <a:ln>
                  <a:noFill/>
                </a:ln>
                <a:solidFill>
                  <a:schemeClr val="tx1"/>
                </a:solidFill>
                <a:effectLst/>
                <a:latin typeface="Arial" panose="020B0604020202020204" pitchFamily="34" charset="0"/>
              </a:rPr>
              <a:t>Regulatorischer Rahmen:</a:t>
            </a:r>
            <a:br>
              <a:rPr kumimoji="0" lang="de-DE" sz="1600" b="1" i="0" u="none" strike="noStrike" cap="none" normalizeH="0" baseline="0" noProof="0" dirty="0">
                <a:ln>
                  <a:noFill/>
                </a:ln>
                <a:solidFill>
                  <a:schemeClr val="tx1"/>
                </a:solidFill>
                <a:effectLst/>
                <a:latin typeface="Arial" panose="020B0604020202020204" pitchFamily="34" charset="0"/>
              </a:rPr>
            </a:br>
            <a:r>
              <a:rPr kumimoji="0" lang="de-DE" sz="1600" b="0" i="0" u="none" strike="noStrike" cap="none" normalizeH="0" baseline="0" noProof="0" dirty="0">
                <a:ln>
                  <a:noFill/>
                </a:ln>
                <a:solidFill>
                  <a:schemeClr val="tx1"/>
                </a:solidFill>
                <a:effectLst/>
                <a:latin typeface="Arial" panose="020B0604020202020204" pitchFamily="34" charset="0"/>
              </a:rPr>
              <a:t>Beachtung des Landeskrankenhausplans (für Leistungsangebot und Finanzierung)</a:t>
            </a:r>
            <a:br>
              <a:rPr kumimoji="0" lang="de-DE" sz="1600" b="0" i="0" u="none" strike="noStrike" cap="none" normalizeH="0" baseline="0" noProof="0" dirty="0">
                <a:ln>
                  <a:noFill/>
                </a:ln>
                <a:solidFill>
                  <a:schemeClr val="tx1"/>
                </a:solidFill>
                <a:effectLst/>
                <a:latin typeface="Arial" panose="020B0604020202020204" pitchFamily="34" charset="0"/>
              </a:rPr>
            </a:br>
            <a:r>
              <a:rPr kumimoji="0" lang="de-DE" sz="1600" b="0" i="0" u="none" strike="noStrike" cap="none" normalizeH="0" baseline="0" noProof="0" dirty="0">
                <a:ln>
                  <a:noFill/>
                </a:ln>
                <a:solidFill>
                  <a:schemeClr val="tx1"/>
                </a:solidFill>
                <a:effectLst/>
                <a:latin typeface="Arial" panose="020B0604020202020204" pitchFamily="34" charset="0"/>
              </a:rPr>
              <a:t>Einhaltung von Qualitätsvorgaben (G-BA)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sz="1800" b="0" i="0" u="none" strike="noStrike" cap="none" normalizeH="0" baseline="0" noProof="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118693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EF762-5BEE-AED5-B298-A5DFD2EC9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0049FA-4BDD-932C-4E50-CBDD5F2F44A9}"/>
              </a:ext>
            </a:extLst>
          </p:cNvPr>
          <p:cNvSpPr>
            <a:spLocks noGrp="1"/>
          </p:cNvSpPr>
          <p:nvPr>
            <p:ph type="title"/>
          </p:nvPr>
        </p:nvSpPr>
        <p:spPr/>
        <p:txBody>
          <a:bodyPr>
            <a:normAutofit/>
          </a:bodyPr>
          <a:lstStyle/>
          <a:p>
            <a:r>
              <a:rPr lang="de-DE" sz="3200" b="1" noProof="0"/>
              <a:t>Fazit</a:t>
            </a:r>
            <a:endParaRPr lang="de-DE" noProof="0"/>
          </a:p>
        </p:txBody>
      </p:sp>
      <p:sp>
        <p:nvSpPr>
          <p:cNvPr id="4" name="Date Placeholder 3">
            <a:extLst>
              <a:ext uri="{FF2B5EF4-FFF2-40B4-BE49-F238E27FC236}">
                <a16:creationId xmlns:a16="http://schemas.microsoft.com/office/drawing/2014/main" id="{81A7231F-4ED7-FEFF-4630-6ED48B419339}"/>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D9654905-C0E3-CE83-3E55-412A91BE3D60}"/>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7AFCCA74-E20D-E4A9-55FA-2325643B74D5}"/>
              </a:ext>
            </a:extLst>
          </p:cNvPr>
          <p:cNvSpPr>
            <a:spLocks noGrp="1"/>
          </p:cNvSpPr>
          <p:nvPr>
            <p:ph type="sldNum" sz="quarter" idx="12"/>
          </p:nvPr>
        </p:nvSpPr>
        <p:spPr/>
        <p:txBody>
          <a:bodyPr/>
          <a:lstStyle/>
          <a:p>
            <a:fld id="{E68C68F6-CEB4-C040-B3A3-CADDD499EB7C}" type="slidenum">
              <a:rPr lang="de-DE" noProof="0" smtClean="0"/>
              <a:pPr/>
              <a:t>63</a:t>
            </a:fld>
            <a:endParaRPr lang="de-DE" noProof="0"/>
          </a:p>
        </p:txBody>
      </p:sp>
      <p:sp>
        <p:nvSpPr>
          <p:cNvPr id="7" name="Content Placeholder 2">
            <a:extLst>
              <a:ext uri="{FF2B5EF4-FFF2-40B4-BE49-F238E27FC236}">
                <a16:creationId xmlns:a16="http://schemas.microsoft.com/office/drawing/2014/main" id="{7D1C419D-E64E-B561-9B39-2C9793CF1FA2}"/>
              </a:ext>
            </a:extLst>
          </p:cNvPr>
          <p:cNvSpPr>
            <a:spLocks noGrp="1"/>
          </p:cNvSpPr>
          <p:nvPr>
            <p:ph idx="1"/>
          </p:nvPr>
        </p:nvSpPr>
        <p:spPr>
          <a:xfrm>
            <a:off x="269875" y="1757363"/>
            <a:ext cx="8604250" cy="2813050"/>
          </a:xfrm>
        </p:spPr>
        <p:txBody>
          <a:bodyPr>
            <a:normAutofit/>
          </a:bodyPr>
          <a:lstStyle/>
          <a:p>
            <a:pPr>
              <a:buNone/>
            </a:pPr>
            <a:r>
              <a:rPr lang="de-DE" sz="1600" noProof="0">
                <a:latin typeface="Arial" panose="020B0604020202020204" pitchFamily="34" charset="0"/>
              </a:rPr>
              <a:t>Während das österreichische System stärker auf stabile öffentliche Finanzierung setzt, fordert das deutsche System insbesondere von privaten Krankenhäusern eine ausgeprägte betriebswirtschaftliche Steuerung. Die Kombination aus Effizienz im Kerngeschäft, gezielter Nutzung von Wahlleistungen und Nebenerlösen ist für deutsche Privatkliniken entscheidend, um wirtschaftlich erfolgreich zu sein und die Investitionslücke zu kompensieren.</a:t>
            </a:r>
          </a:p>
        </p:txBody>
      </p:sp>
    </p:spTree>
    <p:extLst>
      <p:ext uri="{BB962C8B-B14F-4D97-AF65-F5344CB8AC3E}">
        <p14:creationId xmlns:p14="http://schemas.microsoft.com/office/powerpoint/2010/main" val="26144915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3B638-6BD5-15CD-17BB-AA404F0857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0E7F2B-E48C-FBEA-A869-74C518313498}"/>
              </a:ext>
            </a:extLst>
          </p:cNvPr>
          <p:cNvSpPr>
            <a:spLocks noGrp="1"/>
          </p:cNvSpPr>
          <p:nvPr>
            <p:ph type="title"/>
          </p:nvPr>
        </p:nvSpPr>
        <p:spPr/>
        <p:txBody>
          <a:bodyPr>
            <a:normAutofit fontScale="90000"/>
          </a:bodyPr>
          <a:lstStyle/>
          <a:p>
            <a:r>
              <a:rPr lang="de-DE" noProof="0"/>
              <a:t>Entwicklungen &amp; Reformen im Gesundheitswesen (2025–2035)</a:t>
            </a:r>
          </a:p>
        </p:txBody>
      </p:sp>
      <p:sp>
        <p:nvSpPr>
          <p:cNvPr id="3" name="Content Placeholder 2">
            <a:extLst>
              <a:ext uri="{FF2B5EF4-FFF2-40B4-BE49-F238E27FC236}">
                <a16:creationId xmlns:a16="http://schemas.microsoft.com/office/drawing/2014/main" id="{3E1A261A-635B-84B5-298C-DBB531FE5F53}"/>
              </a:ext>
            </a:extLst>
          </p:cNvPr>
          <p:cNvSpPr>
            <a:spLocks noGrp="1"/>
          </p:cNvSpPr>
          <p:nvPr>
            <p:ph idx="1"/>
          </p:nvPr>
        </p:nvSpPr>
        <p:spPr/>
        <p:txBody>
          <a:bodyPr>
            <a:normAutofit fontScale="92500" lnSpcReduction="20000"/>
          </a:bodyPr>
          <a:lstStyle/>
          <a:p>
            <a:pPr>
              <a:lnSpc>
                <a:spcPct val="107000"/>
              </a:lnSpc>
              <a:spcAft>
                <a:spcPts val="800"/>
              </a:spcAft>
              <a:buNone/>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Österreich</a:t>
            </a:r>
            <a:endParaRPr lang="de-DE" sz="1800" kern="100" noProof="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Digitalisierung &amp; e-Health</a:t>
            </a:r>
            <a:r>
              <a:rPr lang="de-DE" sz="1800" kern="100" noProof="0">
                <a:effectLst/>
                <a:latin typeface="Aptos" panose="020B0004020202020204" pitchFamily="34" charset="0"/>
                <a:ea typeface="Aptos" panose="020B0004020202020204" pitchFamily="34" charset="0"/>
                <a:cs typeface="Times New Roman" panose="02020603050405020304" pitchFamily="18" charset="0"/>
              </a:rPr>
              <a:t>: Ausbau der Elektronischen Gesundheitsakte (ELGA), Einführung von Telemedizin-Standards und zunehmender Einsatz von KI in der Diagnostik.</a:t>
            </a:r>
          </a:p>
          <a:p>
            <a:pPr marL="342900" lvl="0" indent="-342900">
              <a:lnSpc>
                <a:spcPct val="107000"/>
              </a:lnSpc>
              <a:spcAft>
                <a:spcPts val="800"/>
              </a:spcAft>
              <a:buSzPts val="1000"/>
              <a:buFont typeface="Symbol" panose="05050102010706020507" pitchFamily="18" charset="2"/>
              <a:buChar char=""/>
              <a:tabLst>
                <a:tab pos="457200" algn="l"/>
              </a:tabLst>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Fachkräftemangel</a:t>
            </a:r>
            <a:r>
              <a:rPr lang="de-DE" sz="1800" kern="100" noProof="0">
                <a:effectLst/>
                <a:latin typeface="Aptos" panose="020B0004020202020204" pitchFamily="34" charset="0"/>
                <a:ea typeface="Aptos" panose="020B0004020202020204" pitchFamily="34" charset="0"/>
                <a:cs typeface="Times New Roman" panose="02020603050405020304" pitchFamily="18" charset="0"/>
              </a:rPr>
              <a:t>: Förderung neuer Versorgungsmodelle mit Aufgabenverlagerung (</a:t>
            </a:r>
            <a:r>
              <a:rPr lang="de-DE" sz="1800" kern="100" noProof="0" err="1">
                <a:effectLst/>
                <a:latin typeface="Aptos" panose="020B0004020202020204" pitchFamily="34" charset="0"/>
                <a:ea typeface="Aptos" panose="020B0004020202020204" pitchFamily="34" charset="0"/>
                <a:cs typeface="Times New Roman" panose="02020603050405020304" pitchFamily="18" charset="0"/>
              </a:rPr>
              <a:t>Skill</a:t>
            </a:r>
            <a:r>
              <a:rPr lang="de-DE" sz="1800" kern="100" noProof="0">
                <a:effectLst/>
                <a:latin typeface="Aptos" panose="020B0004020202020204" pitchFamily="34" charset="0"/>
                <a:ea typeface="Aptos" panose="020B0004020202020204" pitchFamily="34" charset="0"/>
                <a:cs typeface="Times New Roman" panose="02020603050405020304" pitchFamily="18" charset="0"/>
              </a:rPr>
              <a:t>-Mix) und gezielter Nachwuchsförderung, insbesondere in Pflegeberufen und der Allgemeinmedizin.</a:t>
            </a:r>
          </a:p>
          <a:p>
            <a:pPr marL="342900" lvl="0" indent="-342900">
              <a:lnSpc>
                <a:spcPct val="107000"/>
              </a:lnSpc>
              <a:spcAft>
                <a:spcPts val="800"/>
              </a:spcAft>
              <a:buSzPts val="1000"/>
              <a:buFont typeface="Symbol" panose="05050102010706020507" pitchFamily="18" charset="2"/>
              <a:buChar char=""/>
              <a:tabLst>
                <a:tab pos="457200" algn="l"/>
              </a:tabLst>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Finanzierungsreform</a:t>
            </a:r>
            <a:r>
              <a:rPr lang="de-DE" sz="1800" kern="100" noProof="0">
                <a:effectLst/>
                <a:latin typeface="Aptos" panose="020B0004020202020204" pitchFamily="34" charset="0"/>
                <a:ea typeface="Aptos" panose="020B0004020202020204" pitchFamily="34" charset="0"/>
                <a:cs typeface="Times New Roman" panose="02020603050405020304" pitchFamily="18" charset="0"/>
              </a:rPr>
              <a:t>: Diskussion über stärkere Steuerfinanzierung und Eigenbeteiligung, Schwerpunkt auf Prävention zur langfristigen Kostendämpfung.</a:t>
            </a:r>
          </a:p>
          <a:p>
            <a:endParaRPr lang="de-DE" noProof="0"/>
          </a:p>
        </p:txBody>
      </p:sp>
      <p:sp>
        <p:nvSpPr>
          <p:cNvPr id="4" name="Date Placeholder 3">
            <a:extLst>
              <a:ext uri="{FF2B5EF4-FFF2-40B4-BE49-F238E27FC236}">
                <a16:creationId xmlns:a16="http://schemas.microsoft.com/office/drawing/2014/main" id="{FFC89CE8-4A5D-42C3-18F4-D9ECF6878473}"/>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281DBF4B-32A4-3097-5B7B-76E377362989}"/>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DD7AB7C0-7F42-B998-AAE3-4A82BDF88763}"/>
              </a:ext>
            </a:extLst>
          </p:cNvPr>
          <p:cNvSpPr>
            <a:spLocks noGrp="1"/>
          </p:cNvSpPr>
          <p:nvPr>
            <p:ph type="sldNum" sz="quarter" idx="12"/>
          </p:nvPr>
        </p:nvSpPr>
        <p:spPr/>
        <p:txBody>
          <a:bodyPr/>
          <a:lstStyle/>
          <a:p>
            <a:fld id="{E68C68F6-CEB4-C040-B3A3-CADDD499EB7C}" type="slidenum">
              <a:rPr lang="de-DE" noProof="0" smtClean="0"/>
              <a:pPr/>
              <a:t>64</a:t>
            </a:fld>
            <a:endParaRPr lang="de-DE" noProof="0"/>
          </a:p>
        </p:txBody>
      </p:sp>
    </p:spTree>
    <p:extLst>
      <p:ext uri="{BB962C8B-B14F-4D97-AF65-F5344CB8AC3E}">
        <p14:creationId xmlns:p14="http://schemas.microsoft.com/office/powerpoint/2010/main" val="41163122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F4FC2-7B14-8482-8048-FA46050C6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3A610F-D9A1-6CBF-8BB9-BDAE8DF2C893}"/>
              </a:ext>
            </a:extLst>
          </p:cNvPr>
          <p:cNvSpPr>
            <a:spLocks noGrp="1"/>
          </p:cNvSpPr>
          <p:nvPr>
            <p:ph type="title"/>
          </p:nvPr>
        </p:nvSpPr>
        <p:spPr/>
        <p:txBody>
          <a:bodyPr>
            <a:normAutofit fontScale="90000"/>
          </a:bodyPr>
          <a:lstStyle/>
          <a:p>
            <a:r>
              <a:rPr lang="de-DE" noProof="0"/>
              <a:t>Entwicklungen &amp; Reformen im Gesundheitswesen (2025–2035)</a:t>
            </a:r>
          </a:p>
        </p:txBody>
      </p:sp>
      <p:sp>
        <p:nvSpPr>
          <p:cNvPr id="3" name="Content Placeholder 2">
            <a:extLst>
              <a:ext uri="{FF2B5EF4-FFF2-40B4-BE49-F238E27FC236}">
                <a16:creationId xmlns:a16="http://schemas.microsoft.com/office/drawing/2014/main" id="{DC7125AD-F809-8DFD-76FE-0634C62E9A3A}"/>
              </a:ext>
            </a:extLst>
          </p:cNvPr>
          <p:cNvSpPr>
            <a:spLocks noGrp="1"/>
          </p:cNvSpPr>
          <p:nvPr>
            <p:ph idx="1"/>
          </p:nvPr>
        </p:nvSpPr>
        <p:spPr/>
        <p:txBody>
          <a:bodyPr>
            <a:normAutofit/>
          </a:bodyPr>
          <a:lstStyle/>
          <a:p>
            <a:pPr>
              <a:lnSpc>
                <a:spcPct val="107000"/>
              </a:lnSpc>
              <a:spcAft>
                <a:spcPts val="800"/>
              </a:spcAft>
              <a:buNone/>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Österreich</a:t>
            </a:r>
            <a:endParaRPr lang="de-DE" sz="1800" kern="100" noProof="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Auswirkungen:</a:t>
            </a:r>
            <a:br>
              <a:rPr lang="de-DE" sz="1800" kern="100" noProof="0">
                <a:effectLst/>
                <a:latin typeface="Aptos" panose="020B0004020202020204" pitchFamily="34" charset="0"/>
                <a:ea typeface="Aptos" panose="020B0004020202020204" pitchFamily="34" charset="0"/>
                <a:cs typeface="Times New Roman" panose="02020603050405020304" pitchFamily="18" charset="0"/>
              </a:rPr>
            </a:br>
            <a:r>
              <a:rPr lang="de-DE" sz="1800" kern="100" noProof="0">
                <a:effectLst/>
                <a:latin typeface="Aptos" panose="020B0004020202020204" pitchFamily="34" charset="0"/>
                <a:ea typeface="Aptos" panose="020B0004020202020204" pitchFamily="34" charset="0"/>
                <a:cs typeface="Times New Roman" panose="02020603050405020304" pitchFamily="18" charset="0"/>
              </a:rPr>
              <a:t>Effizienzsteigerung, Ausbau digitaler Zugänge, Herausforderungen bei Datenschutz, Finanzierung und Versorgungsgerechtigkeit.</a:t>
            </a:r>
          </a:p>
          <a:p>
            <a:endParaRPr lang="de-DE" noProof="0"/>
          </a:p>
        </p:txBody>
      </p:sp>
      <p:sp>
        <p:nvSpPr>
          <p:cNvPr id="4" name="Date Placeholder 3">
            <a:extLst>
              <a:ext uri="{FF2B5EF4-FFF2-40B4-BE49-F238E27FC236}">
                <a16:creationId xmlns:a16="http://schemas.microsoft.com/office/drawing/2014/main" id="{7B0BE016-664D-7C84-40F7-9641C20065AC}"/>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2D4AE2D7-B106-B507-73B3-BFCE6B26D5BC}"/>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23C17A53-E762-829B-F0B6-5526AF9C0C9F}"/>
              </a:ext>
            </a:extLst>
          </p:cNvPr>
          <p:cNvSpPr>
            <a:spLocks noGrp="1"/>
          </p:cNvSpPr>
          <p:nvPr>
            <p:ph type="sldNum" sz="quarter" idx="12"/>
          </p:nvPr>
        </p:nvSpPr>
        <p:spPr/>
        <p:txBody>
          <a:bodyPr/>
          <a:lstStyle/>
          <a:p>
            <a:fld id="{E68C68F6-CEB4-C040-B3A3-CADDD499EB7C}" type="slidenum">
              <a:rPr lang="de-DE" noProof="0" smtClean="0"/>
              <a:pPr/>
              <a:t>65</a:t>
            </a:fld>
            <a:endParaRPr lang="de-DE" noProof="0"/>
          </a:p>
        </p:txBody>
      </p:sp>
    </p:spTree>
    <p:extLst>
      <p:ext uri="{BB962C8B-B14F-4D97-AF65-F5344CB8AC3E}">
        <p14:creationId xmlns:p14="http://schemas.microsoft.com/office/powerpoint/2010/main" val="2703575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71674-6315-B23B-6E6F-F86C2CBD81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11DA0-451E-EF3F-7344-4506FCC3F8AB}"/>
              </a:ext>
            </a:extLst>
          </p:cNvPr>
          <p:cNvSpPr>
            <a:spLocks noGrp="1"/>
          </p:cNvSpPr>
          <p:nvPr>
            <p:ph type="title"/>
          </p:nvPr>
        </p:nvSpPr>
        <p:spPr/>
        <p:txBody>
          <a:bodyPr>
            <a:normAutofit fontScale="90000"/>
          </a:bodyPr>
          <a:lstStyle/>
          <a:p>
            <a:r>
              <a:rPr lang="de-DE" noProof="0"/>
              <a:t>Entwicklungen &amp; Reformen im Gesundheitswesen (2025–2035)</a:t>
            </a:r>
          </a:p>
        </p:txBody>
      </p:sp>
      <p:sp>
        <p:nvSpPr>
          <p:cNvPr id="3" name="Content Placeholder 2">
            <a:extLst>
              <a:ext uri="{FF2B5EF4-FFF2-40B4-BE49-F238E27FC236}">
                <a16:creationId xmlns:a16="http://schemas.microsoft.com/office/drawing/2014/main" id="{94DC03BB-9692-0975-CF85-7EF0CD25E200}"/>
              </a:ext>
            </a:extLst>
          </p:cNvPr>
          <p:cNvSpPr>
            <a:spLocks noGrp="1"/>
          </p:cNvSpPr>
          <p:nvPr>
            <p:ph idx="1"/>
          </p:nvPr>
        </p:nvSpPr>
        <p:spPr/>
        <p:txBody>
          <a:bodyPr>
            <a:normAutofit fontScale="92500" lnSpcReduction="20000"/>
          </a:bodyPr>
          <a:lstStyle/>
          <a:p>
            <a:pPr>
              <a:lnSpc>
                <a:spcPct val="107000"/>
              </a:lnSpc>
              <a:spcAft>
                <a:spcPts val="800"/>
              </a:spcAft>
              <a:buNone/>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Deutschland</a:t>
            </a:r>
            <a:endParaRPr lang="de-DE" sz="1800" kern="100" noProof="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Versorgungsstrukturreform</a:t>
            </a:r>
            <a:r>
              <a:rPr lang="de-DE" sz="1800" kern="100" noProof="0">
                <a:effectLst/>
                <a:latin typeface="Aptos" panose="020B0004020202020204" pitchFamily="34" charset="0"/>
                <a:ea typeface="Aptos" panose="020B0004020202020204" pitchFamily="34" charset="0"/>
                <a:cs typeface="Times New Roman" panose="02020603050405020304" pitchFamily="18" charset="0"/>
              </a:rPr>
              <a:t>: </a:t>
            </a:r>
            <a:r>
              <a:rPr lang="de-DE" sz="1800" kern="100" noProof="0" err="1">
                <a:effectLst/>
                <a:latin typeface="Aptos" panose="020B0004020202020204" pitchFamily="34" charset="0"/>
                <a:ea typeface="Aptos" panose="020B0004020202020204" pitchFamily="34" charset="0"/>
                <a:cs typeface="Times New Roman" panose="02020603050405020304" pitchFamily="18" charset="0"/>
              </a:rPr>
              <a:t>Ambulantisierung</a:t>
            </a:r>
            <a:r>
              <a:rPr lang="de-DE" sz="1800" kern="100" noProof="0">
                <a:effectLst/>
                <a:latin typeface="Aptos" panose="020B0004020202020204" pitchFamily="34" charset="0"/>
                <a:ea typeface="Aptos" panose="020B0004020202020204" pitchFamily="34" charset="0"/>
                <a:cs typeface="Times New Roman" panose="02020603050405020304" pitchFamily="18" charset="0"/>
              </a:rPr>
              <a:t> medizinischer Leistungen, Schließung kleiner Kliniken zugunsten zentralisierter Versorgungszentren (MVZ).</a:t>
            </a:r>
          </a:p>
          <a:p>
            <a:pPr marL="342900" lvl="0" indent="-342900">
              <a:lnSpc>
                <a:spcPct val="107000"/>
              </a:lnSpc>
              <a:spcAft>
                <a:spcPts val="800"/>
              </a:spcAft>
              <a:buSzPts val="1000"/>
              <a:buFont typeface="Symbol" panose="05050102010706020507" pitchFamily="18" charset="2"/>
              <a:buChar char=""/>
              <a:tabLst>
                <a:tab pos="457200" algn="l"/>
              </a:tabLst>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Digitale Gesundheitsanwendungen</a:t>
            </a:r>
            <a:r>
              <a:rPr lang="de-DE" sz="1800" kern="100" noProof="0">
                <a:effectLst/>
                <a:latin typeface="Aptos" panose="020B0004020202020204" pitchFamily="34" charset="0"/>
                <a:ea typeface="Aptos" panose="020B0004020202020204" pitchFamily="34" charset="0"/>
                <a:cs typeface="Times New Roman" panose="02020603050405020304" pitchFamily="18" charset="0"/>
              </a:rPr>
              <a:t>: Einführung der verpflichtenden elektronischen Patientenakte (</a:t>
            </a:r>
            <a:r>
              <a:rPr lang="de-DE" sz="1800" kern="100" noProof="0" err="1">
                <a:effectLst/>
                <a:latin typeface="Aptos" panose="020B0004020202020204" pitchFamily="34" charset="0"/>
                <a:ea typeface="Aptos" panose="020B0004020202020204" pitchFamily="34" charset="0"/>
                <a:cs typeface="Times New Roman" panose="02020603050405020304" pitchFamily="18" charset="0"/>
              </a:rPr>
              <a:t>ePA</a:t>
            </a:r>
            <a:r>
              <a:rPr lang="de-DE" sz="1800" kern="100" noProof="0">
                <a:effectLst/>
                <a:latin typeface="Aptos" panose="020B0004020202020204" pitchFamily="34" charset="0"/>
                <a:ea typeface="Aptos" panose="020B0004020202020204" pitchFamily="34" charset="0"/>
                <a:cs typeface="Times New Roman" panose="02020603050405020304" pitchFamily="18" charset="0"/>
              </a:rPr>
              <a:t>), Ausbau der Telematikinfrastruktur, verstärkter Einsatz digitaler Tools in der Versorgung.</a:t>
            </a:r>
          </a:p>
          <a:p>
            <a:pPr marL="342900" lvl="0" indent="-342900">
              <a:lnSpc>
                <a:spcPct val="107000"/>
              </a:lnSpc>
              <a:spcAft>
                <a:spcPts val="800"/>
              </a:spcAft>
              <a:buSzPts val="1000"/>
              <a:buFont typeface="Symbol" panose="05050102010706020507" pitchFamily="18" charset="2"/>
              <a:buChar char=""/>
              <a:tabLst>
                <a:tab pos="457200" algn="l"/>
              </a:tabLst>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Pflege- und Personalpolitik</a:t>
            </a:r>
            <a:r>
              <a:rPr lang="de-DE" sz="1800" kern="100" noProof="0">
                <a:effectLst/>
                <a:latin typeface="Aptos" panose="020B0004020202020204" pitchFamily="34" charset="0"/>
                <a:ea typeface="Aptos" panose="020B0004020202020204" pitchFamily="34" charset="0"/>
                <a:cs typeface="Times New Roman" panose="02020603050405020304" pitchFamily="18" charset="0"/>
              </a:rPr>
              <a:t>: Maßnahmen gegen Fachkräftemangel durch internationale Anwerbung, neue Aufgabenverteilungen und technische Hilfsmittel wie Pflegeassistenzsysteme.</a:t>
            </a:r>
          </a:p>
          <a:p>
            <a:endParaRPr lang="de-DE" noProof="0"/>
          </a:p>
        </p:txBody>
      </p:sp>
      <p:sp>
        <p:nvSpPr>
          <p:cNvPr id="4" name="Date Placeholder 3">
            <a:extLst>
              <a:ext uri="{FF2B5EF4-FFF2-40B4-BE49-F238E27FC236}">
                <a16:creationId xmlns:a16="http://schemas.microsoft.com/office/drawing/2014/main" id="{838DCA7C-6B69-8BB2-03AF-804FAD908A0E}"/>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89CB15DC-3930-B94C-9848-0E188F5E1DF7}"/>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36502FB6-5C49-30DC-292C-16AB2288BE41}"/>
              </a:ext>
            </a:extLst>
          </p:cNvPr>
          <p:cNvSpPr>
            <a:spLocks noGrp="1"/>
          </p:cNvSpPr>
          <p:nvPr>
            <p:ph type="sldNum" sz="quarter" idx="12"/>
          </p:nvPr>
        </p:nvSpPr>
        <p:spPr/>
        <p:txBody>
          <a:bodyPr/>
          <a:lstStyle/>
          <a:p>
            <a:fld id="{E68C68F6-CEB4-C040-B3A3-CADDD499EB7C}" type="slidenum">
              <a:rPr lang="de-DE" noProof="0" smtClean="0"/>
              <a:pPr/>
              <a:t>66</a:t>
            </a:fld>
            <a:endParaRPr lang="de-DE" noProof="0"/>
          </a:p>
        </p:txBody>
      </p:sp>
    </p:spTree>
    <p:extLst>
      <p:ext uri="{BB962C8B-B14F-4D97-AF65-F5344CB8AC3E}">
        <p14:creationId xmlns:p14="http://schemas.microsoft.com/office/powerpoint/2010/main" val="18778354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7DB61-B7D2-FE5B-623D-16718B3A0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822B98-A2CE-84FF-73F9-8538820A465E}"/>
              </a:ext>
            </a:extLst>
          </p:cNvPr>
          <p:cNvSpPr>
            <a:spLocks noGrp="1"/>
          </p:cNvSpPr>
          <p:nvPr>
            <p:ph type="title"/>
          </p:nvPr>
        </p:nvSpPr>
        <p:spPr/>
        <p:txBody>
          <a:bodyPr>
            <a:normAutofit fontScale="90000"/>
          </a:bodyPr>
          <a:lstStyle/>
          <a:p>
            <a:r>
              <a:rPr lang="de-DE" noProof="0"/>
              <a:t>Entwicklungen &amp; Reformen im Gesundheitswesen (2025–2035)</a:t>
            </a:r>
          </a:p>
        </p:txBody>
      </p:sp>
      <p:sp>
        <p:nvSpPr>
          <p:cNvPr id="3" name="Content Placeholder 2">
            <a:extLst>
              <a:ext uri="{FF2B5EF4-FFF2-40B4-BE49-F238E27FC236}">
                <a16:creationId xmlns:a16="http://schemas.microsoft.com/office/drawing/2014/main" id="{9E63A6DD-ED4C-204F-74A1-12B77D83F4DD}"/>
              </a:ext>
            </a:extLst>
          </p:cNvPr>
          <p:cNvSpPr>
            <a:spLocks noGrp="1"/>
          </p:cNvSpPr>
          <p:nvPr>
            <p:ph idx="1"/>
          </p:nvPr>
        </p:nvSpPr>
        <p:spPr/>
        <p:txBody>
          <a:bodyPr>
            <a:normAutofit/>
          </a:bodyPr>
          <a:lstStyle/>
          <a:p>
            <a:pPr>
              <a:lnSpc>
                <a:spcPct val="107000"/>
              </a:lnSpc>
              <a:spcAft>
                <a:spcPts val="800"/>
              </a:spcAft>
              <a:buNone/>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Deutschland</a:t>
            </a:r>
            <a:endParaRPr lang="de-DE" sz="1800" kern="100" noProof="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Auswirkungen:</a:t>
            </a:r>
            <a:br>
              <a:rPr lang="de-DE" sz="1800" kern="100" noProof="0">
                <a:effectLst/>
                <a:latin typeface="Aptos" panose="020B0004020202020204" pitchFamily="34" charset="0"/>
                <a:ea typeface="Aptos" panose="020B0004020202020204" pitchFamily="34" charset="0"/>
                <a:cs typeface="Times New Roman" panose="02020603050405020304" pitchFamily="18" charset="0"/>
              </a:rPr>
            </a:br>
            <a:r>
              <a:rPr lang="de-DE" sz="1800" kern="100" noProof="0">
                <a:effectLst/>
                <a:latin typeface="Aptos" panose="020B0004020202020204" pitchFamily="34" charset="0"/>
                <a:ea typeface="Aptos" panose="020B0004020202020204" pitchFamily="34" charset="0"/>
                <a:cs typeface="Times New Roman" panose="02020603050405020304" pitchFamily="18" charset="0"/>
              </a:rPr>
              <a:t>Strukturwandel im Gesundheitswesen, technologischer Modernisierungsdruck, zunehmende ethische und soziale Fragestellungen im Umgang mit digitalen Anwendungen.</a:t>
            </a:r>
          </a:p>
          <a:p>
            <a:endParaRPr lang="de-DE" noProof="0"/>
          </a:p>
        </p:txBody>
      </p:sp>
      <p:sp>
        <p:nvSpPr>
          <p:cNvPr id="4" name="Date Placeholder 3">
            <a:extLst>
              <a:ext uri="{FF2B5EF4-FFF2-40B4-BE49-F238E27FC236}">
                <a16:creationId xmlns:a16="http://schemas.microsoft.com/office/drawing/2014/main" id="{C81C1798-3E5F-8790-35B5-7DFAF90E57DA}"/>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70FBFF2B-9598-533A-71D0-273119F1CC18}"/>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30AE0AFD-5EEE-5E65-508A-82BC8BD1B5D0}"/>
              </a:ext>
            </a:extLst>
          </p:cNvPr>
          <p:cNvSpPr>
            <a:spLocks noGrp="1"/>
          </p:cNvSpPr>
          <p:nvPr>
            <p:ph type="sldNum" sz="quarter" idx="12"/>
          </p:nvPr>
        </p:nvSpPr>
        <p:spPr/>
        <p:txBody>
          <a:bodyPr/>
          <a:lstStyle/>
          <a:p>
            <a:fld id="{E68C68F6-CEB4-C040-B3A3-CADDD499EB7C}" type="slidenum">
              <a:rPr lang="de-DE" noProof="0" smtClean="0"/>
              <a:pPr/>
              <a:t>67</a:t>
            </a:fld>
            <a:endParaRPr lang="de-DE" noProof="0"/>
          </a:p>
        </p:txBody>
      </p:sp>
    </p:spTree>
    <p:extLst>
      <p:ext uri="{BB962C8B-B14F-4D97-AF65-F5344CB8AC3E}">
        <p14:creationId xmlns:p14="http://schemas.microsoft.com/office/powerpoint/2010/main" val="10770601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AADB5-4B52-BA3C-275D-8059DAA0C3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72BA1-A84C-8FB0-70A9-28D781A762CC}"/>
              </a:ext>
            </a:extLst>
          </p:cNvPr>
          <p:cNvSpPr>
            <a:spLocks noGrp="1"/>
          </p:cNvSpPr>
          <p:nvPr>
            <p:ph type="title"/>
          </p:nvPr>
        </p:nvSpPr>
        <p:spPr/>
        <p:txBody>
          <a:bodyPr>
            <a:normAutofit fontScale="90000"/>
          </a:bodyPr>
          <a:lstStyle/>
          <a:p>
            <a:r>
              <a:rPr lang="de-DE" noProof="0"/>
              <a:t>Entwicklungen &amp; Reformen im Gesundheitswesen (2025–2035)</a:t>
            </a:r>
          </a:p>
        </p:txBody>
      </p:sp>
      <p:sp>
        <p:nvSpPr>
          <p:cNvPr id="3" name="Content Placeholder 2">
            <a:extLst>
              <a:ext uri="{FF2B5EF4-FFF2-40B4-BE49-F238E27FC236}">
                <a16:creationId xmlns:a16="http://schemas.microsoft.com/office/drawing/2014/main" id="{72D80684-EEEF-B488-2E1E-5BBDE8D10F0C}"/>
              </a:ext>
            </a:extLst>
          </p:cNvPr>
          <p:cNvSpPr>
            <a:spLocks noGrp="1"/>
          </p:cNvSpPr>
          <p:nvPr>
            <p:ph idx="1"/>
          </p:nvPr>
        </p:nvSpPr>
        <p:spPr/>
        <p:txBody>
          <a:bodyPr>
            <a:normAutofit fontScale="77500" lnSpcReduction="20000"/>
          </a:bodyPr>
          <a:lstStyle/>
          <a:p>
            <a:pPr>
              <a:lnSpc>
                <a:spcPct val="107000"/>
              </a:lnSpc>
              <a:spcAft>
                <a:spcPts val="800"/>
              </a:spcAft>
              <a:buNone/>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Europäische Union</a:t>
            </a:r>
            <a:endParaRPr lang="de-DE" sz="1800" kern="100" noProof="0">
              <a:effectLst/>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European Health Data Space (EHDS)</a:t>
            </a:r>
            <a:br>
              <a:rPr lang="de-DE" sz="1800" kern="100" noProof="0">
                <a:effectLst/>
                <a:latin typeface="Aptos" panose="020B0004020202020204" pitchFamily="34" charset="0"/>
                <a:ea typeface="Aptos" panose="020B0004020202020204" pitchFamily="34" charset="0"/>
                <a:cs typeface="Times New Roman" panose="02020603050405020304" pitchFamily="18" charset="0"/>
              </a:rPr>
            </a:br>
            <a:r>
              <a:rPr lang="de-DE" sz="1800" kern="100" noProof="0">
                <a:effectLst/>
                <a:latin typeface="Aptos" panose="020B0004020202020204" pitchFamily="34" charset="0"/>
                <a:ea typeface="Aptos" panose="020B0004020202020204" pitchFamily="34" charset="0"/>
                <a:cs typeface="Times New Roman" panose="02020603050405020304" pitchFamily="18" charset="0"/>
              </a:rPr>
              <a:t>Einheitlicher europäischer Rechtsrahmen für die Nutzung von Gesundheitsdaten. Erlaubt sowohl grenzüberschreitenden Datenaustausch für Behandlungen als auch pseudonymisierte Datennutzung für Forschung und Politik.</a:t>
            </a:r>
          </a:p>
          <a:p>
            <a:pPr marL="285750" indent="-285750">
              <a:lnSpc>
                <a:spcPct val="107000"/>
              </a:lnSpc>
              <a:spcAft>
                <a:spcPts val="800"/>
              </a:spcAft>
              <a:buFont typeface="Arial" panose="020B0604020202020204" pitchFamily="34" charset="0"/>
              <a:buChar char="•"/>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Arzneimittelreform</a:t>
            </a:r>
            <a:br>
              <a:rPr lang="de-DE" sz="1800" kern="100" noProof="0">
                <a:effectLst/>
                <a:latin typeface="Aptos" panose="020B0004020202020204" pitchFamily="34" charset="0"/>
                <a:ea typeface="Aptos" panose="020B0004020202020204" pitchFamily="34" charset="0"/>
                <a:cs typeface="Times New Roman" panose="02020603050405020304" pitchFamily="18" charset="0"/>
              </a:rPr>
            </a:br>
            <a:r>
              <a:rPr lang="de-DE" sz="1800" kern="100" noProof="0">
                <a:effectLst/>
                <a:latin typeface="Aptos" panose="020B0004020202020204" pitchFamily="34" charset="0"/>
                <a:ea typeface="Aptos" panose="020B0004020202020204" pitchFamily="34" charset="0"/>
                <a:cs typeface="Times New Roman" panose="02020603050405020304" pitchFamily="18" charset="0"/>
              </a:rPr>
              <a:t>Beschleunigung von Zulassungsverfahren, Förderung von Generika und Biosimilars sowie strategische Versorgungssicherung durch gemeinsame EU-Maßnahmen.</a:t>
            </a:r>
          </a:p>
          <a:p>
            <a:pPr marL="285750" indent="-285750">
              <a:lnSpc>
                <a:spcPct val="107000"/>
              </a:lnSpc>
              <a:spcAft>
                <a:spcPts val="800"/>
              </a:spcAft>
              <a:buFont typeface="Arial" panose="020B0604020202020204" pitchFamily="34" charset="0"/>
              <a:buChar char="•"/>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Pandemie-Resilienz und Gesundheitsunion</a:t>
            </a:r>
            <a:br>
              <a:rPr lang="de-DE" sz="1800" kern="100" noProof="0">
                <a:effectLst/>
                <a:latin typeface="Aptos" panose="020B0004020202020204" pitchFamily="34" charset="0"/>
                <a:ea typeface="Aptos" panose="020B0004020202020204" pitchFamily="34" charset="0"/>
                <a:cs typeface="Times New Roman" panose="02020603050405020304" pitchFamily="18" charset="0"/>
              </a:rPr>
            </a:br>
            <a:r>
              <a:rPr lang="de-DE" sz="1800" kern="100" noProof="0">
                <a:effectLst/>
                <a:latin typeface="Aptos" panose="020B0004020202020204" pitchFamily="34" charset="0"/>
                <a:ea typeface="Aptos" panose="020B0004020202020204" pitchFamily="34" charset="0"/>
                <a:cs typeface="Times New Roman" panose="02020603050405020304" pitchFamily="18" charset="0"/>
              </a:rPr>
              <a:t>Stärkung europäischer Frühwarnsysteme und Koordination durch HERA (Health Emergency </a:t>
            </a:r>
            <a:r>
              <a:rPr lang="de-DE" sz="1800" kern="100" noProof="0" err="1">
                <a:effectLst/>
                <a:latin typeface="Aptos" panose="020B0004020202020204" pitchFamily="34" charset="0"/>
                <a:ea typeface="Aptos" panose="020B0004020202020204" pitchFamily="34" charset="0"/>
                <a:cs typeface="Times New Roman" panose="02020603050405020304" pitchFamily="18" charset="0"/>
              </a:rPr>
              <a:t>Preparedness</a:t>
            </a:r>
            <a:r>
              <a:rPr lang="de-DE" sz="1800" kern="100" noProof="0">
                <a:effectLst/>
                <a:latin typeface="Aptos" panose="020B0004020202020204" pitchFamily="34" charset="0"/>
                <a:ea typeface="Aptos" panose="020B0004020202020204" pitchFamily="34" charset="0"/>
                <a:cs typeface="Times New Roman" panose="02020603050405020304" pitchFamily="18" charset="0"/>
              </a:rPr>
              <a:t> and Response Authority), inklusive zentraler Beschaffungsstrukturen.</a:t>
            </a:r>
          </a:p>
          <a:p>
            <a:endParaRPr lang="de-DE" noProof="0"/>
          </a:p>
        </p:txBody>
      </p:sp>
      <p:sp>
        <p:nvSpPr>
          <p:cNvPr id="4" name="Date Placeholder 3">
            <a:extLst>
              <a:ext uri="{FF2B5EF4-FFF2-40B4-BE49-F238E27FC236}">
                <a16:creationId xmlns:a16="http://schemas.microsoft.com/office/drawing/2014/main" id="{2090BEC7-5919-0269-5737-A343CC212D71}"/>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F84727D4-16B6-DAC6-D08C-81A3AB9CF0C9}"/>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7A5C4F09-D319-B9A7-05A2-36BC14CE5DCA}"/>
              </a:ext>
            </a:extLst>
          </p:cNvPr>
          <p:cNvSpPr>
            <a:spLocks noGrp="1"/>
          </p:cNvSpPr>
          <p:nvPr>
            <p:ph type="sldNum" sz="quarter" idx="12"/>
          </p:nvPr>
        </p:nvSpPr>
        <p:spPr/>
        <p:txBody>
          <a:bodyPr/>
          <a:lstStyle/>
          <a:p>
            <a:fld id="{E68C68F6-CEB4-C040-B3A3-CADDD499EB7C}" type="slidenum">
              <a:rPr lang="de-DE" noProof="0" smtClean="0"/>
              <a:pPr/>
              <a:t>68</a:t>
            </a:fld>
            <a:endParaRPr lang="de-DE" noProof="0"/>
          </a:p>
        </p:txBody>
      </p:sp>
    </p:spTree>
    <p:extLst>
      <p:ext uri="{BB962C8B-B14F-4D97-AF65-F5344CB8AC3E}">
        <p14:creationId xmlns:p14="http://schemas.microsoft.com/office/powerpoint/2010/main" val="4892659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1B310-89CF-1661-4519-0933273CF9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33677C-F6D4-5105-2186-F4921D583390}"/>
              </a:ext>
            </a:extLst>
          </p:cNvPr>
          <p:cNvSpPr>
            <a:spLocks noGrp="1"/>
          </p:cNvSpPr>
          <p:nvPr>
            <p:ph type="title"/>
          </p:nvPr>
        </p:nvSpPr>
        <p:spPr/>
        <p:txBody>
          <a:bodyPr>
            <a:normAutofit fontScale="90000"/>
          </a:bodyPr>
          <a:lstStyle/>
          <a:p>
            <a:r>
              <a:rPr lang="de-DE" noProof="0"/>
              <a:t>Entwicklungen &amp; Reformen im Gesundheitswesen (2025–2035)</a:t>
            </a:r>
          </a:p>
        </p:txBody>
      </p:sp>
      <p:sp>
        <p:nvSpPr>
          <p:cNvPr id="3" name="Content Placeholder 2">
            <a:extLst>
              <a:ext uri="{FF2B5EF4-FFF2-40B4-BE49-F238E27FC236}">
                <a16:creationId xmlns:a16="http://schemas.microsoft.com/office/drawing/2014/main" id="{32C5FFF3-2998-BCEF-8749-6F378918CDF8}"/>
              </a:ext>
            </a:extLst>
          </p:cNvPr>
          <p:cNvSpPr>
            <a:spLocks noGrp="1"/>
          </p:cNvSpPr>
          <p:nvPr>
            <p:ph idx="1"/>
          </p:nvPr>
        </p:nvSpPr>
        <p:spPr/>
        <p:txBody>
          <a:bodyPr>
            <a:normAutofit fontScale="77500" lnSpcReduction="20000"/>
          </a:bodyPr>
          <a:lstStyle/>
          <a:p>
            <a:pPr>
              <a:lnSpc>
                <a:spcPct val="107000"/>
              </a:lnSpc>
              <a:spcAft>
                <a:spcPts val="800"/>
              </a:spcAft>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Europäische Union</a:t>
            </a:r>
            <a:endParaRPr lang="de-DE" sz="1800" kern="100" noProof="0">
              <a:effectLst/>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Digitalisierung &amp; KI-Förderung</a:t>
            </a:r>
            <a:br>
              <a:rPr lang="de-DE" sz="1800" kern="100" noProof="0">
                <a:effectLst/>
                <a:latin typeface="Aptos" panose="020B0004020202020204" pitchFamily="34" charset="0"/>
                <a:ea typeface="Aptos" panose="020B0004020202020204" pitchFamily="34" charset="0"/>
                <a:cs typeface="Times New Roman" panose="02020603050405020304" pitchFamily="18" charset="0"/>
              </a:rPr>
            </a:br>
            <a:r>
              <a:rPr lang="de-DE" sz="1800" kern="100" noProof="0">
                <a:effectLst/>
                <a:latin typeface="Aptos" panose="020B0004020202020204" pitchFamily="34" charset="0"/>
                <a:ea typeface="Aptos" panose="020B0004020202020204" pitchFamily="34" charset="0"/>
                <a:cs typeface="Times New Roman" panose="02020603050405020304" pitchFamily="18" charset="0"/>
              </a:rPr>
              <a:t>Gezielte Investitionen über Horizon Europe und das Digital Europe Programme in Interoperabilität, KI-gestützte Medizin und datengestützte Forschung.</a:t>
            </a:r>
          </a:p>
          <a:p>
            <a:pPr marL="285750" indent="-285750">
              <a:lnSpc>
                <a:spcPct val="107000"/>
              </a:lnSpc>
              <a:spcAft>
                <a:spcPts val="800"/>
              </a:spcAft>
              <a:buFont typeface="Arial" panose="020B0604020202020204" pitchFamily="34" charset="0"/>
              <a:buChar char="•"/>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Green Health</a:t>
            </a:r>
            <a:br>
              <a:rPr lang="de-DE" sz="1800" kern="100" noProof="0">
                <a:effectLst/>
                <a:latin typeface="Aptos" panose="020B0004020202020204" pitchFamily="34" charset="0"/>
                <a:ea typeface="Aptos" panose="020B0004020202020204" pitchFamily="34" charset="0"/>
                <a:cs typeface="Times New Roman" panose="02020603050405020304" pitchFamily="18" charset="0"/>
              </a:rPr>
            </a:br>
            <a:r>
              <a:rPr lang="de-DE" sz="1800" kern="100" noProof="0">
                <a:effectLst/>
                <a:latin typeface="Aptos" panose="020B0004020202020204" pitchFamily="34" charset="0"/>
                <a:ea typeface="Aptos" panose="020B0004020202020204" pitchFamily="34" charset="0"/>
                <a:cs typeface="Times New Roman" panose="02020603050405020304" pitchFamily="18" charset="0"/>
              </a:rPr>
              <a:t>Integration von Nachhaltigkeitszielen in das europäische Gesundheitssystem, unter anderem durch CO₂-arme Lieferketten, ökologische Krankenhausstandards und Monitoring klimabedingter Krankheitsrisiken.</a:t>
            </a:r>
          </a:p>
          <a:p>
            <a:pPr>
              <a:lnSpc>
                <a:spcPct val="107000"/>
              </a:lnSpc>
              <a:spcAft>
                <a:spcPts val="800"/>
              </a:spcAft>
            </a:pPr>
            <a:r>
              <a:rPr lang="de-DE" sz="1800" b="1" kern="100" noProof="0">
                <a:effectLst/>
                <a:latin typeface="Aptos" panose="020B0004020202020204" pitchFamily="34" charset="0"/>
                <a:ea typeface="Aptos" panose="020B0004020202020204" pitchFamily="34" charset="0"/>
                <a:cs typeface="Times New Roman" panose="02020603050405020304" pitchFamily="18" charset="0"/>
              </a:rPr>
              <a:t>Auswirkungen:</a:t>
            </a:r>
            <a:br>
              <a:rPr lang="de-DE" sz="1800" kern="100" noProof="0">
                <a:effectLst/>
                <a:latin typeface="Aptos" panose="020B0004020202020204" pitchFamily="34" charset="0"/>
                <a:ea typeface="Aptos" panose="020B0004020202020204" pitchFamily="34" charset="0"/>
                <a:cs typeface="Times New Roman" panose="02020603050405020304" pitchFamily="18" charset="0"/>
              </a:rPr>
            </a:br>
            <a:r>
              <a:rPr lang="de-DE" sz="1800" kern="100" noProof="0">
                <a:effectLst/>
                <a:latin typeface="Aptos" panose="020B0004020202020204" pitchFamily="34" charset="0"/>
                <a:ea typeface="Aptos" panose="020B0004020202020204" pitchFamily="34" charset="0"/>
                <a:cs typeface="Times New Roman" panose="02020603050405020304" pitchFamily="18" charset="0"/>
              </a:rPr>
              <a:t>Stärkere Harmonisierung im EU-Raum, verbesserte Krisenvorsorge, Beschleunigung medizinischer Innovation – jedoch auch erhöhte Anforderungen an Datenschutz, technische Infrastruktur und politisch-administrative Umsetzung in den Mitgliedstaaten.</a:t>
            </a:r>
          </a:p>
          <a:p>
            <a:endParaRPr lang="de-DE" noProof="0"/>
          </a:p>
        </p:txBody>
      </p:sp>
      <p:sp>
        <p:nvSpPr>
          <p:cNvPr id="4" name="Date Placeholder 3">
            <a:extLst>
              <a:ext uri="{FF2B5EF4-FFF2-40B4-BE49-F238E27FC236}">
                <a16:creationId xmlns:a16="http://schemas.microsoft.com/office/drawing/2014/main" id="{1C537274-1BE9-3033-FBBD-0333256EC129}"/>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B748614A-46F5-9B06-3D3C-2B4156D40A8F}"/>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6E2151F3-DD07-9C90-B01A-4E9641EFDA2C}"/>
              </a:ext>
            </a:extLst>
          </p:cNvPr>
          <p:cNvSpPr>
            <a:spLocks noGrp="1"/>
          </p:cNvSpPr>
          <p:nvPr>
            <p:ph type="sldNum" sz="quarter" idx="12"/>
          </p:nvPr>
        </p:nvSpPr>
        <p:spPr/>
        <p:txBody>
          <a:bodyPr/>
          <a:lstStyle/>
          <a:p>
            <a:fld id="{E68C68F6-CEB4-C040-B3A3-CADDD499EB7C}" type="slidenum">
              <a:rPr lang="de-DE" noProof="0" smtClean="0"/>
              <a:pPr/>
              <a:t>69</a:t>
            </a:fld>
            <a:endParaRPr lang="de-DE" noProof="0"/>
          </a:p>
        </p:txBody>
      </p:sp>
    </p:spTree>
    <p:extLst>
      <p:ext uri="{BB962C8B-B14F-4D97-AF65-F5344CB8AC3E}">
        <p14:creationId xmlns:p14="http://schemas.microsoft.com/office/powerpoint/2010/main" val="18910345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B0109-F41B-9803-ABDE-AB40F67FB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907A44-B57C-AEF9-43C0-ADD1BE1FA780}"/>
              </a:ext>
            </a:extLst>
          </p:cNvPr>
          <p:cNvSpPr>
            <a:spLocks noGrp="1"/>
          </p:cNvSpPr>
          <p:nvPr>
            <p:ph type="title"/>
          </p:nvPr>
        </p:nvSpPr>
        <p:spPr/>
        <p:txBody>
          <a:bodyPr>
            <a:normAutofit fontScale="90000"/>
          </a:bodyPr>
          <a:lstStyle/>
          <a:p>
            <a:r>
              <a:rPr lang="de-DE" noProof="0"/>
              <a:t>Entwicklungen &amp; Reformen im Gesundheitswesen (2025–2035)</a:t>
            </a:r>
          </a:p>
        </p:txBody>
      </p:sp>
      <p:sp>
        <p:nvSpPr>
          <p:cNvPr id="4" name="Date Placeholder 3">
            <a:extLst>
              <a:ext uri="{FF2B5EF4-FFF2-40B4-BE49-F238E27FC236}">
                <a16:creationId xmlns:a16="http://schemas.microsoft.com/office/drawing/2014/main" id="{4D6A76C2-F489-D635-17C3-DDA498EB5E2C}"/>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47279257-D26D-4437-BE67-DF9B0CD155F7}"/>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970505CC-AD92-0F11-5B59-F0FF54B6B1BE}"/>
              </a:ext>
            </a:extLst>
          </p:cNvPr>
          <p:cNvSpPr>
            <a:spLocks noGrp="1"/>
          </p:cNvSpPr>
          <p:nvPr>
            <p:ph type="sldNum" sz="quarter" idx="12"/>
          </p:nvPr>
        </p:nvSpPr>
        <p:spPr/>
        <p:txBody>
          <a:bodyPr/>
          <a:lstStyle/>
          <a:p>
            <a:fld id="{E68C68F6-CEB4-C040-B3A3-CADDD499EB7C}" type="slidenum">
              <a:rPr lang="de-DE" noProof="0" smtClean="0"/>
              <a:pPr/>
              <a:t>70</a:t>
            </a:fld>
            <a:endParaRPr lang="de-DE" noProof="0"/>
          </a:p>
        </p:txBody>
      </p:sp>
      <p:graphicFrame>
        <p:nvGraphicFramePr>
          <p:cNvPr id="7" name="Tabelle 6">
            <a:extLst>
              <a:ext uri="{FF2B5EF4-FFF2-40B4-BE49-F238E27FC236}">
                <a16:creationId xmlns:a16="http://schemas.microsoft.com/office/drawing/2014/main" id="{7419A6F3-2811-4EEA-3E69-30241427E35A}"/>
              </a:ext>
            </a:extLst>
          </p:cNvPr>
          <p:cNvGraphicFramePr>
            <a:graphicFrameLocks noGrp="1"/>
          </p:cNvGraphicFramePr>
          <p:nvPr>
            <p:extLst>
              <p:ext uri="{D42A27DB-BD31-4B8C-83A1-F6EECF244321}">
                <p14:modId xmlns:p14="http://schemas.microsoft.com/office/powerpoint/2010/main" val="3856406706"/>
              </p:ext>
            </p:extLst>
          </p:nvPr>
        </p:nvGraphicFramePr>
        <p:xfrm>
          <a:off x="519448" y="1730117"/>
          <a:ext cx="7757956" cy="2949104"/>
        </p:xfrm>
        <a:graphic>
          <a:graphicData uri="http://schemas.openxmlformats.org/drawingml/2006/table">
            <a:tbl>
              <a:tblPr firstRow="1" firstCol="1" bandRow="1">
                <a:tableStyleId>{5C22544A-7EE6-4342-B048-85BDC9FD1C3A}</a:tableStyleId>
              </a:tblPr>
              <a:tblGrid>
                <a:gridCol w="3878978">
                  <a:extLst>
                    <a:ext uri="{9D8B030D-6E8A-4147-A177-3AD203B41FA5}">
                      <a16:colId xmlns:a16="http://schemas.microsoft.com/office/drawing/2014/main" val="1194372085"/>
                    </a:ext>
                  </a:extLst>
                </a:gridCol>
                <a:gridCol w="3878978">
                  <a:extLst>
                    <a:ext uri="{9D8B030D-6E8A-4147-A177-3AD203B41FA5}">
                      <a16:colId xmlns:a16="http://schemas.microsoft.com/office/drawing/2014/main" val="3915300582"/>
                    </a:ext>
                  </a:extLst>
                </a:gridCol>
              </a:tblGrid>
              <a:tr h="292264">
                <a:tc>
                  <a:txBody>
                    <a:bodyPr/>
                    <a:lstStyle/>
                    <a:p>
                      <a:pPr>
                        <a:lnSpc>
                          <a:spcPct val="107000"/>
                        </a:lnSpc>
                        <a:spcAft>
                          <a:spcPts val="800"/>
                        </a:spcAft>
                        <a:buNone/>
                      </a:pPr>
                      <a:r>
                        <a:rPr lang="de-DE" sz="1600" b="1" kern="100" noProof="0">
                          <a:effectLst/>
                        </a:rPr>
                        <a:t>Bereich</a:t>
                      </a:r>
                      <a:endParaRPr lang="de-DE" sz="1600" b="1" kern="100" noProof="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de-DE" sz="1600" kern="100" noProof="0">
                          <a:effectLst/>
                        </a:rPr>
                        <a:t>Herausforderung</a:t>
                      </a:r>
                      <a:endParaRPr lang="de-DE" sz="16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75426712"/>
                  </a:ext>
                </a:extLst>
              </a:tr>
              <a:tr h="477217">
                <a:tc>
                  <a:txBody>
                    <a:bodyPr/>
                    <a:lstStyle/>
                    <a:p>
                      <a:pPr>
                        <a:lnSpc>
                          <a:spcPct val="107000"/>
                        </a:lnSpc>
                        <a:spcAft>
                          <a:spcPts val="800"/>
                        </a:spcAft>
                        <a:buNone/>
                      </a:pPr>
                      <a:r>
                        <a:rPr lang="de-DE" sz="1600" kern="100" noProof="0">
                          <a:effectLst/>
                        </a:rPr>
                        <a:t>Datenschutz</a:t>
                      </a:r>
                      <a:endParaRPr lang="de-DE" sz="16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de-DE" sz="1600" kern="100" noProof="0">
                          <a:effectLst/>
                        </a:rPr>
                        <a:t>Sicherung von Bürgerrechten trotz intensiver Datennutzung</a:t>
                      </a:r>
                      <a:endParaRPr lang="de-DE" sz="16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72965035"/>
                  </a:ext>
                </a:extLst>
              </a:tr>
              <a:tr h="477217">
                <a:tc>
                  <a:txBody>
                    <a:bodyPr/>
                    <a:lstStyle/>
                    <a:p>
                      <a:pPr>
                        <a:lnSpc>
                          <a:spcPct val="107000"/>
                        </a:lnSpc>
                        <a:spcAft>
                          <a:spcPts val="800"/>
                        </a:spcAft>
                        <a:buNone/>
                      </a:pPr>
                      <a:r>
                        <a:rPr lang="de-DE" sz="1600" kern="100" noProof="0">
                          <a:effectLst/>
                        </a:rPr>
                        <a:t>Interoperabilität</a:t>
                      </a:r>
                      <a:endParaRPr lang="de-DE" sz="16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de-DE" sz="1600" kern="100" noProof="0">
                          <a:effectLst/>
                        </a:rPr>
                        <a:t>EU-weite Harmonisierung technischer Standards</a:t>
                      </a:r>
                      <a:endParaRPr lang="de-DE" sz="16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88009879"/>
                  </a:ext>
                </a:extLst>
              </a:tr>
              <a:tr h="477217">
                <a:tc>
                  <a:txBody>
                    <a:bodyPr/>
                    <a:lstStyle/>
                    <a:p>
                      <a:pPr>
                        <a:lnSpc>
                          <a:spcPct val="107000"/>
                        </a:lnSpc>
                        <a:spcAft>
                          <a:spcPts val="800"/>
                        </a:spcAft>
                        <a:buNone/>
                      </a:pPr>
                      <a:r>
                        <a:rPr lang="de-DE" sz="1600" kern="100" noProof="0">
                          <a:effectLst/>
                        </a:rPr>
                        <a:t>Fachkräftemangel</a:t>
                      </a:r>
                      <a:endParaRPr lang="de-DE" sz="16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de-DE" sz="1600" kern="100" noProof="0">
                          <a:effectLst/>
                        </a:rPr>
                        <a:t>Qualifizierte Versorgung durch neue Modelle und Migration</a:t>
                      </a:r>
                      <a:endParaRPr lang="de-DE" sz="16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25251976"/>
                  </a:ext>
                </a:extLst>
              </a:tr>
              <a:tr h="477217">
                <a:tc>
                  <a:txBody>
                    <a:bodyPr/>
                    <a:lstStyle/>
                    <a:p>
                      <a:pPr>
                        <a:lnSpc>
                          <a:spcPct val="107000"/>
                        </a:lnSpc>
                        <a:spcAft>
                          <a:spcPts val="800"/>
                        </a:spcAft>
                        <a:buNone/>
                      </a:pPr>
                      <a:r>
                        <a:rPr lang="de-DE" sz="1600" kern="100" noProof="0">
                          <a:effectLst/>
                        </a:rPr>
                        <a:t>Finanzierung</a:t>
                      </a:r>
                      <a:endParaRPr lang="de-DE" sz="16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de-DE" sz="1600" kern="100" noProof="0">
                          <a:effectLst/>
                        </a:rPr>
                        <a:t>Sicherung der langfristigen Tragfähigkeit der Systeme</a:t>
                      </a:r>
                      <a:endParaRPr lang="de-DE" sz="16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28406494"/>
                  </a:ext>
                </a:extLst>
              </a:tr>
              <a:tr h="477217">
                <a:tc>
                  <a:txBody>
                    <a:bodyPr/>
                    <a:lstStyle/>
                    <a:p>
                      <a:pPr>
                        <a:lnSpc>
                          <a:spcPct val="107000"/>
                        </a:lnSpc>
                        <a:spcAft>
                          <a:spcPts val="800"/>
                        </a:spcAft>
                        <a:buNone/>
                      </a:pPr>
                      <a:r>
                        <a:rPr lang="de-DE" sz="1600" kern="100" noProof="0">
                          <a:effectLst/>
                        </a:rPr>
                        <a:t>Akzeptanz</a:t>
                      </a:r>
                      <a:endParaRPr lang="de-DE" sz="16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de-DE" sz="1600" kern="100" noProof="0">
                          <a:effectLst/>
                        </a:rPr>
                        <a:t>Gesellschaftliches Vertrauen in digitale Lösungen</a:t>
                      </a:r>
                      <a:endParaRPr lang="de-DE" sz="16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32979867"/>
                  </a:ext>
                </a:extLst>
              </a:tr>
            </a:tbl>
          </a:graphicData>
        </a:graphic>
      </p:graphicFrame>
    </p:spTree>
    <p:extLst>
      <p:ext uri="{BB962C8B-B14F-4D97-AF65-F5344CB8AC3E}">
        <p14:creationId xmlns:p14="http://schemas.microsoft.com/office/powerpoint/2010/main" val="8279825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31A1F-D76D-4CEE-0E36-C7013C75A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6CA283-155A-0AED-82EA-7B46803E8FF4}"/>
              </a:ext>
            </a:extLst>
          </p:cNvPr>
          <p:cNvSpPr>
            <a:spLocks noGrp="1"/>
          </p:cNvSpPr>
          <p:nvPr>
            <p:ph type="title"/>
          </p:nvPr>
        </p:nvSpPr>
        <p:spPr/>
        <p:txBody>
          <a:bodyPr>
            <a:normAutofit/>
          </a:bodyPr>
          <a:lstStyle/>
          <a:p>
            <a:r>
              <a:rPr lang="de-DE" noProof="0"/>
              <a:t>Fazit</a:t>
            </a:r>
          </a:p>
        </p:txBody>
      </p:sp>
      <p:sp>
        <p:nvSpPr>
          <p:cNvPr id="4" name="Date Placeholder 3">
            <a:extLst>
              <a:ext uri="{FF2B5EF4-FFF2-40B4-BE49-F238E27FC236}">
                <a16:creationId xmlns:a16="http://schemas.microsoft.com/office/drawing/2014/main" id="{36448B0D-A5AA-A639-5960-3168B9CC6AE6}"/>
              </a:ext>
            </a:extLst>
          </p:cNvPr>
          <p:cNvSpPr>
            <a:spLocks noGrp="1"/>
          </p:cNvSpPr>
          <p:nvPr>
            <p:ph type="dt" sz="half" idx="10"/>
          </p:nvPr>
        </p:nvSpPr>
        <p:spPr/>
        <p:txBody>
          <a:bodyPr/>
          <a:lstStyle/>
          <a:p>
            <a:endParaRPr lang="de-DE" noProof="0"/>
          </a:p>
        </p:txBody>
      </p:sp>
      <p:sp>
        <p:nvSpPr>
          <p:cNvPr id="5" name="Footer Placeholder 4">
            <a:extLst>
              <a:ext uri="{FF2B5EF4-FFF2-40B4-BE49-F238E27FC236}">
                <a16:creationId xmlns:a16="http://schemas.microsoft.com/office/drawing/2014/main" id="{04B4F79C-1FD8-649D-A06F-7EB672DC01E4}"/>
              </a:ext>
            </a:extLst>
          </p:cNvPr>
          <p:cNvSpPr>
            <a:spLocks noGrp="1"/>
          </p:cNvSpPr>
          <p:nvPr>
            <p:ph type="ftr" sz="quarter" idx="11"/>
          </p:nvPr>
        </p:nvSpPr>
        <p:spPr/>
        <p:txBody>
          <a:bodyPr/>
          <a:lstStyle/>
          <a:p>
            <a:endParaRPr lang="de-DE" noProof="0"/>
          </a:p>
        </p:txBody>
      </p:sp>
      <p:sp>
        <p:nvSpPr>
          <p:cNvPr id="6" name="Slide Number Placeholder 5">
            <a:extLst>
              <a:ext uri="{FF2B5EF4-FFF2-40B4-BE49-F238E27FC236}">
                <a16:creationId xmlns:a16="http://schemas.microsoft.com/office/drawing/2014/main" id="{47D17E4B-7189-C8E5-CE7A-E69C83CF6D86}"/>
              </a:ext>
            </a:extLst>
          </p:cNvPr>
          <p:cNvSpPr>
            <a:spLocks noGrp="1"/>
          </p:cNvSpPr>
          <p:nvPr>
            <p:ph type="sldNum" sz="quarter" idx="12"/>
          </p:nvPr>
        </p:nvSpPr>
        <p:spPr/>
        <p:txBody>
          <a:bodyPr/>
          <a:lstStyle/>
          <a:p>
            <a:fld id="{E68C68F6-CEB4-C040-B3A3-CADDD499EB7C}" type="slidenum">
              <a:rPr lang="de-DE" noProof="0" smtClean="0"/>
              <a:pPr/>
              <a:t>71</a:t>
            </a:fld>
            <a:endParaRPr lang="de-DE" noProof="0"/>
          </a:p>
        </p:txBody>
      </p:sp>
      <p:sp>
        <p:nvSpPr>
          <p:cNvPr id="8" name="Textfeld 7">
            <a:extLst>
              <a:ext uri="{FF2B5EF4-FFF2-40B4-BE49-F238E27FC236}">
                <a16:creationId xmlns:a16="http://schemas.microsoft.com/office/drawing/2014/main" id="{75D8DA99-958D-B5E6-657A-44E6B60CB308}"/>
              </a:ext>
            </a:extLst>
          </p:cNvPr>
          <p:cNvSpPr txBox="1"/>
          <p:nvPr/>
        </p:nvSpPr>
        <p:spPr>
          <a:xfrm>
            <a:off x="269875" y="1764405"/>
            <a:ext cx="8496345" cy="1564018"/>
          </a:xfrm>
          <a:prstGeom prst="rect">
            <a:avLst/>
          </a:prstGeom>
          <a:noFill/>
        </p:spPr>
        <p:txBody>
          <a:bodyPr wrap="square">
            <a:spAutoFit/>
          </a:bodyPr>
          <a:lstStyle/>
          <a:p>
            <a:pPr>
              <a:lnSpc>
                <a:spcPct val="107000"/>
              </a:lnSpc>
              <a:spcAft>
                <a:spcPts val="800"/>
              </a:spcAft>
            </a:pPr>
            <a:r>
              <a:rPr lang="de-DE" sz="1800" kern="100" noProof="0">
                <a:effectLst/>
                <a:latin typeface="Aptos" panose="020B0004020202020204" pitchFamily="34" charset="0"/>
                <a:ea typeface="Aptos" panose="020B0004020202020204" pitchFamily="34" charset="0"/>
                <a:cs typeface="Times New Roman" panose="02020603050405020304" pitchFamily="18" charset="0"/>
              </a:rPr>
              <a:t>Europa steuert auf ein vernetztes, digitales, resilienteres und nachhaltigeres Gesundheitswesen zu. Deutschland und Österreich stehen dabei unter hohem Reformdruck, profitieren jedoch gleichzeitig von europäischen Synergien. Erfolgreiche Umsetzung hängt wesentlich von der Koordination zwischen nationaler Politik, EU-Rahmenbedingungen und technischer Infrastruktur ab.</a:t>
            </a:r>
          </a:p>
        </p:txBody>
      </p:sp>
    </p:spTree>
    <p:extLst>
      <p:ext uri="{BB962C8B-B14F-4D97-AF65-F5344CB8AC3E}">
        <p14:creationId xmlns:p14="http://schemas.microsoft.com/office/powerpoint/2010/main" val="317145803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04D45-EFC1-88F6-4FA2-BFD6260DED8F}"/>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63A9383C-CCE7-229D-FB4B-7B016EDCF2D6}"/>
              </a:ext>
            </a:extLst>
          </p:cNvPr>
          <p:cNvSpPr>
            <a:spLocks noGrp="1"/>
          </p:cNvSpPr>
          <p:nvPr>
            <p:ph type="title"/>
          </p:nvPr>
        </p:nvSpPr>
        <p:spPr/>
        <p:txBody>
          <a:bodyPr/>
          <a:lstStyle/>
          <a:p>
            <a:r>
              <a:rPr lang="de-DE" noProof="0"/>
              <a:t>Q&amp;A</a:t>
            </a:r>
          </a:p>
        </p:txBody>
      </p:sp>
      <p:sp>
        <p:nvSpPr>
          <p:cNvPr id="4" name="Datumsplatzhalter 3">
            <a:extLst>
              <a:ext uri="{FF2B5EF4-FFF2-40B4-BE49-F238E27FC236}">
                <a16:creationId xmlns:a16="http://schemas.microsoft.com/office/drawing/2014/main" id="{012412D3-51B3-CEB0-AFDE-D6F35EBB03BE}"/>
              </a:ext>
            </a:extLst>
          </p:cNvPr>
          <p:cNvSpPr>
            <a:spLocks noGrp="1"/>
          </p:cNvSpPr>
          <p:nvPr>
            <p:ph type="dt" sz="half" idx="10"/>
          </p:nvPr>
        </p:nvSpPr>
        <p:spPr/>
        <p:txBody>
          <a:bodyPr/>
          <a:lstStyle/>
          <a:p>
            <a:endParaRPr lang="de-DE" noProof="0"/>
          </a:p>
        </p:txBody>
      </p:sp>
      <p:sp>
        <p:nvSpPr>
          <p:cNvPr id="5" name="Fußzeilenplatzhalter 4">
            <a:extLst>
              <a:ext uri="{FF2B5EF4-FFF2-40B4-BE49-F238E27FC236}">
                <a16:creationId xmlns:a16="http://schemas.microsoft.com/office/drawing/2014/main" id="{19C0F704-D3A2-FA3D-BA5C-0F7EED3D7045}"/>
              </a:ext>
            </a:extLst>
          </p:cNvPr>
          <p:cNvSpPr>
            <a:spLocks noGrp="1"/>
          </p:cNvSpPr>
          <p:nvPr>
            <p:ph type="ftr" sz="quarter" idx="11"/>
          </p:nvPr>
        </p:nvSpPr>
        <p:spPr/>
        <p:txBody>
          <a:bodyPr/>
          <a:lstStyle/>
          <a:p>
            <a:endParaRPr lang="de-DE" noProof="0"/>
          </a:p>
        </p:txBody>
      </p:sp>
      <p:sp>
        <p:nvSpPr>
          <p:cNvPr id="6" name="Foliennummernplatzhalter 5">
            <a:extLst>
              <a:ext uri="{FF2B5EF4-FFF2-40B4-BE49-F238E27FC236}">
                <a16:creationId xmlns:a16="http://schemas.microsoft.com/office/drawing/2014/main" id="{F4DA1786-7531-0D8E-3379-1EB12EFABD88}"/>
              </a:ext>
            </a:extLst>
          </p:cNvPr>
          <p:cNvSpPr>
            <a:spLocks noGrp="1"/>
          </p:cNvSpPr>
          <p:nvPr>
            <p:ph type="sldNum" sz="quarter" idx="12"/>
          </p:nvPr>
        </p:nvSpPr>
        <p:spPr/>
        <p:txBody>
          <a:bodyPr/>
          <a:lstStyle/>
          <a:p>
            <a:fld id="{E68C68F6-CEB4-C040-B3A3-CADDD499EB7C}" type="slidenum">
              <a:rPr lang="de-DE" noProof="0" smtClean="0"/>
              <a:pPr/>
              <a:t>72</a:t>
            </a:fld>
            <a:endParaRPr lang="de-DE" noProof="0"/>
          </a:p>
        </p:txBody>
      </p:sp>
    </p:spTree>
    <p:extLst>
      <p:ext uri="{BB962C8B-B14F-4D97-AF65-F5344CB8AC3E}">
        <p14:creationId xmlns:p14="http://schemas.microsoft.com/office/powerpoint/2010/main" val="2515001774"/>
      </p:ext>
    </p:extLst>
  </p:cSld>
  <p:clrMapOvr>
    <a:masterClrMapping/>
  </p:clrMapOvr>
</p:sld>
</file>

<file path=ppt/theme/theme1.xml><?xml version="1.0" encoding="utf-8"?>
<a:theme xmlns:a="http://schemas.openxmlformats.org/drawingml/2006/main" name="PPT_Vorlage_AppliedComputerSciences_grün">
  <a:themeElements>
    <a:clrScheme name="FH grün">
      <a:dk1>
        <a:sysClr val="windowText" lastClr="000000"/>
      </a:dk1>
      <a:lt1>
        <a:sysClr val="window" lastClr="FFFFFF"/>
      </a:lt1>
      <a:dk2>
        <a:srgbClr val="1F497D"/>
      </a:dk2>
      <a:lt2>
        <a:srgbClr val="EEECE1"/>
      </a:lt2>
      <a:accent1>
        <a:srgbClr val="79B635"/>
      </a:accent1>
      <a:accent2>
        <a:srgbClr val="054305"/>
      </a:accent2>
      <a:accent3>
        <a:srgbClr val="9DFC2D"/>
      </a:accent3>
      <a:accent4>
        <a:srgbClr val="BBBBBB"/>
      </a:accent4>
      <a:accent5>
        <a:srgbClr val="888888"/>
      </a:accent5>
      <a:accent6>
        <a:srgbClr val="444444"/>
      </a:accent6>
      <a:hlink>
        <a:srgbClr val="0000FF"/>
      </a:hlink>
      <a:folHlink>
        <a:srgbClr val="800080"/>
      </a:folHlink>
    </a:clrScheme>
    <a:fontScheme name="FH Joanneum">
      <a:majorFont>
        <a:latin typeface="Georgia"/>
        <a:ea typeface=""/>
        <a:cs typeface=""/>
      </a:majorFont>
      <a:minorFont>
        <a:latin typeface="Calibr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_Vorlage_AppliedComputerSciences_grün.potx" id="{6350FFB7-C923-4AC8-980E-5276DDA5D0C4}" vid="{F4D51CA9-A608-4255-ABE2-8FCDD6D4EC39}"/>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PPT_Vorlage_AppliedComputerSciences_grün.potx</Template>
  <TotalTime>0</TotalTime>
  <Words>5375</Words>
  <Application>Microsoft Office PowerPoint</Application>
  <PresentationFormat>On-screen Show (16:9)</PresentationFormat>
  <Paragraphs>698</Paragraphs>
  <Slides>72</Slides>
  <Notes>15</Notes>
  <HiddenSlides>0</HiddenSlides>
  <MMClips>0</MMClips>
  <ScaleCrop>false</ScaleCrop>
  <HeadingPairs>
    <vt:vector size="4" baseType="variant">
      <vt:variant>
        <vt:lpstr>Theme</vt:lpstr>
      </vt:variant>
      <vt:variant>
        <vt:i4>1</vt:i4>
      </vt:variant>
      <vt:variant>
        <vt:lpstr>Slide Titles</vt:lpstr>
      </vt:variant>
      <vt:variant>
        <vt:i4>72</vt:i4>
      </vt:variant>
    </vt:vector>
  </HeadingPairs>
  <TitlesOfParts>
    <vt:vector size="73" baseType="lpstr">
      <vt:lpstr>PPT_Vorlage_AppliedComputerSciences_grün</vt:lpstr>
      <vt:lpstr>Elysium Vitalys Klinik – Hagnau am Bodensee</vt:lpstr>
      <vt:lpstr>Unternehmens- und IT-Strategie</vt:lpstr>
      <vt:lpstr>Analyse der Rahmenbedingungen - Rechtsform</vt:lpstr>
      <vt:lpstr>Analyse der Rahmenbedingungen - Finanzierung</vt:lpstr>
      <vt:lpstr>Analyse der Rahmenbedingungen - Einnahmequellen</vt:lpstr>
      <vt:lpstr>Analyse der Rahmenbedingungen - Wirtschaft</vt:lpstr>
      <vt:lpstr>Analyse der Rahmenbedingungen - Regulatorisch</vt:lpstr>
      <vt:lpstr>Analyse der Rahmenbedingungen – IT Infrastruktur</vt:lpstr>
      <vt:lpstr>Erstellung eines Organisationsprofils</vt:lpstr>
      <vt:lpstr>Vision &amp; Mission</vt:lpstr>
      <vt:lpstr>Strategieentwicklung</vt:lpstr>
      <vt:lpstr>Medizinische Exzellenz mit minimalinvasiven Methoden</vt:lpstr>
      <vt:lpstr>Nachhaltigkeit im gesamten Klinikbetrieb</vt:lpstr>
      <vt:lpstr>Der Mensch im Mittelpunkt</vt:lpstr>
      <vt:lpstr>Qualität durch Innovation</vt:lpstr>
      <vt:lpstr>Partnerschaftliche Zusammenarbeit im Gesundheitswesen</vt:lpstr>
      <vt:lpstr>IT-Management – Zwecke und Strategische Ziele</vt:lpstr>
      <vt:lpstr>Unterstützung der übergeordneten Unternehmensstrategie</vt:lpstr>
      <vt:lpstr>Optimierung betrieblicher Prozesse und medizinischer Abläufe</vt:lpstr>
      <vt:lpstr>Sicherstellung von Datenschutz und IT-Sicherheit</vt:lpstr>
      <vt:lpstr>Verbesserung der Interoperabilität und Systemintegration</vt:lpstr>
      <vt:lpstr>Förderung innovativer IT-Lösungen zur Qualitätssteigerung</vt:lpstr>
      <vt:lpstr>Schlüsselaspekte des IT-Managements</vt:lpstr>
      <vt:lpstr>Prozessabdeckung durch das IT-Management</vt:lpstr>
      <vt:lpstr>Elektronische Patientenakten (EPA) und Dokumentationssysteme</vt:lpstr>
      <vt:lpstr>Termin- und Ressourcenmanagement:</vt:lpstr>
      <vt:lpstr>Diagnostik- und Therapieunterstützung durch IT-Systeme</vt:lpstr>
      <vt:lpstr>Abrechnungssysteme und Finanzverwaltung</vt:lpstr>
      <vt:lpstr>Kommunikations- und Telemedizinlösungen</vt:lpstr>
      <vt:lpstr>Bestimmung der Versorgungsbereiche</vt:lpstr>
      <vt:lpstr>Strategische Handlungsfelder</vt:lpstr>
      <vt:lpstr>Innovative Denkansätze</vt:lpstr>
      <vt:lpstr>Finanzmanagement</vt:lpstr>
      <vt:lpstr>Besondere Herausforderungen</vt:lpstr>
      <vt:lpstr>Unterschiede der Trägermodelle</vt:lpstr>
      <vt:lpstr>Unterschiede der Trägermodelle</vt:lpstr>
      <vt:lpstr>Finanzierungsquellen </vt:lpstr>
      <vt:lpstr>Wirtschaftliche Steuerung &amp; Nachhaltigkeit</vt:lpstr>
      <vt:lpstr>Wirtschaftliche Steuerung &amp; Nachhaltigkeit</vt:lpstr>
      <vt:lpstr>Wirtschaftliche Steuerung &amp; Nachhaltigkeit</vt:lpstr>
      <vt:lpstr>Fazit</vt:lpstr>
      <vt:lpstr>Kennzahlen &amp; Financial Statements</vt:lpstr>
      <vt:lpstr>Wir schauen in die Excel Tabelle</vt:lpstr>
      <vt:lpstr>PowerPoint Presentation</vt:lpstr>
      <vt:lpstr>Kennzahlen</vt:lpstr>
      <vt:lpstr>Strategisches Controlling</vt:lpstr>
      <vt:lpstr>PowerPoint Presentation</vt:lpstr>
      <vt:lpstr>PowerPoint Presentation</vt:lpstr>
      <vt:lpstr>PowerPoint Presentation</vt:lpstr>
      <vt:lpstr>PowerPoint Presentation</vt:lpstr>
      <vt:lpstr>PowerPoint Presentation</vt:lpstr>
      <vt:lpstr>PowerPoint Presentation</vt:lpstr>
      <vt:lpstr>Rechtliche Aspekte, Entwicklungen &amp; Reformen in AT, DE und der EU</vt:lpstr>
      <vt:lpstr>Rechtliche und finanzielle Rahmenbedingungen für Krankenhäuser – Österreich vs. Deutschland</vt:lpstr>
      <vt:lpstr>Rechtliche und finanzielle Rahmenbedingungen für Krankenhäuser – Österreich vs. Deutschland</vt:lpstr>
      <vt:lpstr>Rechtliche und finanzielle Rahmenbedingungen für Krankenhäuser – Österreich vs. Deutschland</vt:lpstr>
      <vt:lpstr>Rechtliche und finanzielle Rahmenbedingungen für Krankenhäuser – Österreich vs. Deutschland</vt:lpstr>
      <vt:lpstr>Rechtliche und finanzielle Rahmenbedingungen für Krankenhäuser – Österreich vs. Deutschland</vt:lpstr>
      <vt:lpstr>Rechtliche und finanzielle Rahmenbedingungen für Krankenhäuser – Österreich vs. Deutschland</vt:lpstr>
      <vt:lpstr>Rechtliche und finanzielle Rahmenbedingungen für Krankenhäuser – Österreich vs. Deutschland</vt:lpstr>
      <vt:lpstr>Kernunterschiede im Vergleich – Österreich vs. Deutschland</vt:lpstr>
      <vt:lpstr>Strategische Implikationen für ein deutsches Privatkrankenhaus</vt:lpstr>
      <vt:lpstr>Fazit</vt:lpstr>
      <vt:lpstr>Entwicklungen &amp; Reformen im Gesundheitswesen (2025–2035)</vt:lpstr>
      <vt:lpstr>Entwicklungen &amp; Reformen im Gesundheitswesen (2025–2035)</vt:lpstr>
      <vt:lpstr>Entwicklungen &amp; Reformen im Gesundheitswesen (2025–2035)</vt:lpstr>
      <vt:lpstr>Entwicklungen &amp; Reformen im Gesundheitswesen (2025–2035)</vt:lpstr>
      <vt:lpstr>Entwicklungen &amp; Reformen im Gesundheitswesen (2025–2035)</vt:lpstr>
      <vt:lpstr>Entwicklungen &amp; Reformen im Gesundheitswesen (2025–2035)</vt:lpstr>
      <vt:lpstr>Entwicklungen &amp; Reformen im Gesundheitswesen (2025–2035)</vt:lpstr>
      <vt:lpstr>Fazit</vt:lpstr>
      <vt:lpstr>Q&amp;A</vt:lpstr>
    </vt:vector>
  </TitlesOfParts>
  <Company>FH JOANNEUM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Manfred Terler</dc:creator>
  <cp:lastModifiedBy>Marz Steffen</cp:lastModifiedBy>
  <cp:revision>2</cp:revision>
  <cp:lastPrinted>2025-05-23T20:29:39Z</cp:lastPrinted>
  <dcterms:created xsi:type="dcterms:W3CDTF">2013-02-19T07:57:04Z</dcterms:created>
  <dcterms:modified xsi:type="dcterms:W3CDTF">2025-05-24T09:56:27Z</dcterms:modified>
</cp:coreProperties>
</file>