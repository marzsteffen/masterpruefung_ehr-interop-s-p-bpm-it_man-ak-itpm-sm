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1" r:id="rId1"/>
  </p:sldMasterIdLst>
  <p:notesMasterIdLst>
    <p:notesMasterId r:id="rId18"/>
  </p:notesMasterIdLst>
  <p:handoutMasterIdLst>
    <p:handoutMasterId r:id="rId19"/>
  </p:handoutMasterIdLst>
  <p:sldIdLst>
    <p:sldId id="261" r:id="rId2"/>
    <p:sldId id="262" r:id="rId3"/>
    <p:sldId id="269" r:id="rId4"/>
    <p:sldId id="258" r:id="rId5"/>
    <p:sldId id="259" r:id="rId6"/>
    <p:sldId id="264" r:id="rId7"/>
    <p:sldId id="265" r:id="rId8"/>
    <p:sldId id="274" r:id="rId9"/>
    <p:sldId id="263" r:id="rId10"/>
    <p:sldId id="266" r:id="rId11"/>
    <p:sldId id="273" r:id="rId12"/>
    <p:sldId id="270" r:id="rId13"/>
    <p:sldId id="271" r:id="rId14"/>
    <p:sldId id="267" r:id="rId15"/>
    <p:sldId id="272" r:id="rId16"/>
    <p:sldId id="268" r:id="rId17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orient="horz" pos="1003" userDrawn="1">
          <p15:clr>
            <a:srgbClr val="A4A3A4"/>
          </p15:clr>
        </p15:guide>
        <p15:guide id="3" pos="226" userDrawn="1">
          <p15:clr>
            <a:srgbClr val="A4A3A4"/>
          </p15:clr>
        </p15:guide>
        <p15:guide id="4" pos="5534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orient="horz" pos="2879">
          <p15:clr>
            <a:srgbClr val="A4A3A4"/>
          </p15:clr>
        </p15:guide>
        <p15:guide id="9" orient="horz" pos="752">
          <p15:clr>
            <a:srgbClr val="A4A3A4"/>
          </p15:clr>
        </p15:guide>
        <p15:guide id="10" orient="horz" pos="515">
          <p15:clr>
            <a:srgbClr val="A4A3A4"/>
          </p15:clr>
        </p15:guide>
        <p15:guide id="11" orient="horz" pos="31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600"/>
    <a:srgbClr val="00AFCB"/>
    <a:srgbClr val="005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AA5F3-C9BA-4158-940B-CE169F43259E}" v="2" dt="2025-10-24T06:07:08.547"/>
    <p1510:client id="{8611E388-D2F0-8089-3D44-F1A912FB4877}" v="16" dt="2025-10-24T08:36:21.487"/>
    <p1510:client id="{8E1F3CA3-7717-5B49-CFFB-1970105FB1A4}" v="3" dt="2025-10-24T07:09:56.274"/>
    <p1510:client id="{8E31B894-0B91-8028-8DBA-6FFCECF8D060}" v="47" dt="2025-10-24T08:30:11.008"/>
    <p1510:client id="{9A047B2E-D09A-4895-1D30-100092D954E7}" v="49" dt="2025-10-24T06:46:54.840"/>
    <p1510:client id="{D2BC0760-BC5D-206A-CBC0-12344F05A2C0}" v="193" dt="2025-10-24T07:07:18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838"/>
        <p:guide orient="horz" pos="1003"/>
        <p:guide pos="226"/>
        <p:guide pos="5534"/>
        <p:guide pos="2880"/>
        <p:guide orient="horz" pos="686"/>
        <p:guide orient="horz" pos="4178"/>
        <p:guide orient="horz" pos="2879"/>
        <p:guide orient="horz" pos="752"/>
        <p:guide orient="horz" pos="515"/>
        <p:guide orient="horz" pos="313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8611E388-D2F0-8089-3D44-F1A912FB4877}"/>
    <pc:docChg chg="modSld">
      <pc:chgData name="" userId="" providerId="" clId="Web-{8611E388-D2F0-8089-3D44-F1A912FB4877}" dt="2025-10-24T08:35:57.018" v="9" actId="20577"/>
      <pc:docMkLst>
        <pc:docMk/>
      </pc:docMkLst>
      <pc:sldChg chg="modSp">
        <pc:chgData name="" userId="" providerId="" clId="Web-{8611E388-D2F0-8089-3D44-F1A912FB4877}" dt="2025-10-24T08:35:57.018" v="9" actId="20577"/>
        <pc:sldMkLst>
          <pc:docMk/>
          <pc:sldMk cId="0" sldId="261"/>
        </pc:sldMkLst>
        <pc:spChg chg="mod">
          <ac:chgData name="" userId="" providerId="" clId="Web-{8611E388-D2F0-8089-3D44-F1A912FB4877}" dt="2025-10-24T08:35:57.018" v="9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  <pc:docChgLst>
    <pc:chgData name="Marz Steffen" userId="S::steffen.marz@edu.fh-joanneum.at::82bc8d54-e274-4a74-a55f-4ca65ccebc5f" providerId="AD" clId="Web-{9A047B2E-D09A-4895-1D30-100092D954E7}"/>
    <pc:docChg chg="addSld delSld modSld sldOrd">
      <pc:chgData name="Marz Steffen" userId="S::steffen.marz@edu.fh-joanneum.at::82bc8d54-e274-4a74-a55f-4ca65ccebc5f" providerId="AD" clId="Web-{9A047B2E-D09A-4895-1D30-100092D954E7}" dt="2025-10-24T06:46:54.840" v="78"/>
      <pc:docMkLst>
        <pc:docMk/>
      </pc:docMkLst>
      <pc:sldChg chg="modSp add del modNotes">
        <pc:chgData name="Marz Steffen" userId="S::steffen.marz@edu.fh-joanneum.at::82bc8d54-e274-4a74-a55f-4ca65ccebc5f" providerId="AD" clId="Web-{9A047B2E-D09A-4895-1D30-100092D954E7}" dt="2025-10-24T06:42:17.303" v="51"/>
        <pc:sldMkLst>
          <pc:docMk/>
          <pc:sldMk cId="0" sldId="258"/>
        </pc:sldMkLst>
        <pc:spChg chg="mod">
          <ac:chgData name="Marz Steffen" userId="S::steffen.marz@edu.fh-joanneum.at::82bc8d54-e274-4a74-a55f-4ca65ccebc5f" providerId="AD" clId="Web-{9A047B2E-D09A-4895-1D30-100092D954E7}" dt="2025-10-24T06:41:52.615" v="42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Notes">
        <pc:chgData name="Marz Steffen" userId="S::steffen.marz@edu.fh-joanneum.at::82bc8d54-e274-4a74-a55f-4ca65ccebc5f" providerId="AD" clId="Web-{9A047B2E-D09A-4895-1D30-100092D954E7}" dt="2025-10-24T06:43:04.881" v="57"/>
        <pc:sldMkLst>
          <pc:docMk/>
          <pc:sldMk cId="0" sldId="259"/>
        </pc:sldMkLst>
        <pc:spChg chg="mod">
          <ac:chgData name="Marz Steffen" userId="S::steffen.marz@edu.fh-joanneum.at::82bc8d54-e274-4a74-a55f-4ca65ccebc5f" providerId="AD" clId="Web-{9A047B2E-D09A-4895-1D30-100092D954E7}" dt="2025-10-24T06:41:52.178" v="41" actId="20577"/>
          <ac:spMkLst>
            <pc:docMk/>
            <pc:sldMk cId="0" sldId="259"/>
            <ac:spMk id="2" creationId="{00000000-0000-0000-0000-000000000000}"/>
          </ac:spMkLst>
        </pc:spChg>
      </pc:sldChg>
      <pc:sldChg chg="ord">
        <pc:chgData name="Marz Steffen" userId="S::steffen.marz@edu.fh-joanneum.at::82bc8d54-e274-4a74-a55f-4ca65ccebc5f" providerId="AD" clId="Web-{9A047B2E-D09A-4895-1D30-100092D954E7}" dt="2025-10-24T06:45:26.896" v="72"/>
        <pc:sldMkLst>
          <pc:docMk/>
          <pc:sldMk cId="0" sldId="263"/>
        </pc:sldMkLst>
      </pc:sldChg>
      <pc:sldChg chg="addSp delSp modSp addAnim">
        <pc:chgData name="Marz Steffen" userId="S::steffen.marz@edu.fh-joanneum.at::82bc8d54-e274-4a74-a55f-4ca65ccebc5f" providerId="AD" clId="Web-{9A047B2E-D09A-4895-1D30-100092D954E7}" dt="2025-10-24T06:44:42.532" v="71"/>
        <pc:sldMkLst>
          <pc:docMk/>
          <pc:sldMk cId="0" sldId="265"/>
        </pc:sldMkLst>
        <pc:spChg chg="add del mod">
          <ac:chgData name="Marz Steffen" userId="S::steffen.marz@edu.fh-joanneum.at::82bc8d54-e274-4a74-a55f-4ca65ccebc5f" providerId="AD" clId="Web-{9A047B2E-D09A-4895-1D30-100092D954E7}" dt="2025-10-24T06:44:15.075" v="68"/>
          <ac:spMkLst>
            <pc:docMk/>
            <pc:sldMk cId="0" sldId="265"/>
            <ac:spMk id="5" creationId="{DCF6795E-532B-C6E6-D067-6CA072663C47}"/>
          </ac:spMkLst>
        </pc:spChg>
        <pc:picChg chg="add mod">
          <ac:chgData name="Marz Steffen" userId="S::steffen.marz@edu.fh-joanneum.at::82bc8d54-e274-4a74-a55f-4ca65ccebc5f" providerId="AD" clId="Web-{9A047B2E-D09A-4895-1D30-100092D954E7}" dt="2025-10-24T06:44:37.032" v="70" actId="1076"/>
          <ac:picMkLst>
            <pc:docMk/>
            <pc:sldMk cId="0" sldId="265"/>
            <ac:picMk id="4" creationId="{F5B978D6-3C4F-F2FD-E923-180C249C47C7}"/>
          </ac:picMkLst>
        </pc:picChg>
      </pc:sldChg>
      <pc:sldChg chg="addSp delSp modSp addAnim">
        <pc:chgData name="Marz Steffen" userId="S::steffen.marz@edu.fh-joanneum.at::82bc8d54-e274-4a74-a55f-4ca65ccebc5f" providerId="AD" clId="Web-{9A047B2E-D09A-4895-1D30-100092D954E7}" dt="2025-10-24T06:46:54.840" v="78"/>
        <pc:sldMkLst>
          <pc:docMk/>
          <pc:sldMk cId="0" sldId="266"/>
        </pc:sldMkLst>
        <pc:spChg chg="mod">
          <ac:chgData name="Marz Steffen" userId="S::steffen.marz@edu.fh-joanneum.at::82bc8d54-e274-4a74-a55f-4ca65ccebc5f" providerId="AD" clId="Web-{9A047B2E-D09A-4895-1D30-100092D954E7}" dt="2025-10-24T06:43:58.463" v="59" actId="20577"/>
          <ac:spMkLst>
            <pc:docMk/>
            <pc:sldMk cId="0" sldId="266"/>
            <ac:spMk id="2" creationId="{00000000-0000-0000-0000-000000000000}"/>
          </ac:spMkLst>
        </pc:spChg>
        <pc:spChg chg="add del mod">
          <ac:chgData name="Marz Steffen" userId="S::steffen.marz@edu.fh-joanneum.at::82bc8d54-e274-4a74-a55f-4ca65ccebc5f" providerId="AD" clId="Web-{9A047B2E-D09A-4895-1D30-100092D954E7}" dt="2025-10-24T06:46:41.121" v="76"/>
          <ac:spMkLst>
            <pc:docMk/>
            <pc:sldMk cId="0" sldId="266"/>
            <ac:spMk id="5" creationId="{DC75F165-1166-F2A9-BD52-C1957BEE30F2}"/>
          </ac:spMkLst>
        </pc:spChg>
        <pc:picChg chg="add mod">
          <ac:chgData name="Marz Steffen" userId="S::steffen.marz@edu.fh-joanneum.at::82bc8d54-e274-4a74-a55f-4ca65ccebc5f" providerId="AD" clId="Web-{9A047B2E-D09A-4895-1D30-100092D954E7}" dt="2025-10-24T06:46:49.902" v="77" actId="1076"/>
          <ac:picMkLst>
            <pc:docMk/>
            <pc:sldMk cId="0" sldId="266"/>
            <ac:picMk id="4" creationId="{EE1A1742-ADB3-7428-A716-C1C0DFB4F6A2}"/>
          </ac:picMkLst>
        </pc:picChg>
      </pc:sldChg>
      <pc:sldChg chg="addSp delSp modSp new">
        <pc:chgData name="Marz Steffen" userId="S::steffen.marz@edu.fh-joanneum.at::82bc8d54-e274-4a74-a55f-4ca65ccebc5f" providerId="AD" clId="Web-{9A047B2E-D09A-4895-1D30-100092D954E7}" dt="2025-10-24T06:39:01.411" v="5" actId="1076"/>
        <pc:sldMkLst>
          <pc:docMk/>
          <pc:sldMk cId="1709362100" sldId="269"/>
        </pc:sldMkLst>
        <pc:spChg chg="del">
          <ac:chgData name="Marz Steffen" userId="S::steffen.marz@edu.fh-joanneum.at::82bc8d54-e274-4a74-a55f-4ca65ccebc5f" providerId="AD" clId="Web-{9A047B2E-D09A-4895-1D30-100092D954E7}" dt="2025-10-24T06:38:48.630" v="1"/>
          <ac:spMkLst>
            <pc:docMk/>
            <pc:sldMk cId="1709362100" sldId="269"/>
            <ac:spMk id="2" creationId="{E5FFD6B0-53EA-9FEC-1D08-FB6E586FB38F}"/>
          </ac:spMkLst>
        </pc:spChg>
        <pc:spChg chg="del">
          <ac:chgData name="Marz Steffen" userId="S::steffen.marz@edu.fh-joanneum.at::82bc8d54-e274-4a74-a55f-4ca65ccebc5f" providerId="AD" clId="Web-{9A047B2E-D09A-4895-1D30-100092D954E7}" dt="2025-10-24T06:38:50.270" v="2"/>
          <ac:spMkLst>
            <pc:docMk/>
            <pc:sldMk cId="1709362100" sldId="269"/>
            <ac:spMk id="3" creationId="{9E48E806-E1D2-26D9-9DCC-A56C59067BE6}"/>
          </ac:spMkLst>
        </pc:spChg>
        <pc:picChg chg="add mod">
          <ac:chgData name="Marz Steffen" userId="S::steffen.marz@edu.fh-joanneum.at::82bc8d54-e274-4a74-a55f-4ca65ccebc5f" providerId="AD" clId="Web-{9A047B2E-D09A-4895-1D30-100092D954E7}" dt="2025-10-24T06:39:01.411" v="5" actId="1076"/>
          <ac:picMkLst>
            <pc:docMk/>
            <pc:sldMk cId="1709362100" sldId="269"/>
            <ac:picMk id="7" creationId="{51028512-E4F9-936A-74D0-4553FA253007}"/>
          </ac:picMkLst>
        </pc:picChg>
      </pc:sldChg>
    </pc:docChg>
  </pc:docChgLst>
  <pc:docChgLst>
    <pc:chgData name="Marz Steffen" userId="S::steffen.marz@edu.fh-joanneum.at::82bc8d54-e274-4a74-a55f-4ca65ccebc5f" providerId="AD" clId="Web-{8E1F3CA3-7717-5B49-CFFB-1970105FB1A4}"/>
    <pc:docChg chg="addSld delSld modSld">
      <pc:chgData name="Marz Steffen" userId="S::steffen.marz@edu.fh-joanneum.at::82bc8d54-e274-4a74-a55f-4ca65ccebc5f" providerId="AD" clId="Web-{8E1F3CA3-7717-5B49-CFFB-1970105FB1A4}" dt="2025-10-24T07:09:56.274" v="2"/>
      <pc:docMkLst>
        <pc:docMk/>
      </pc:docMkLst>
      <pc:sldChg chg="del">
        <pc:chgData name="Marz Steffen" userId="S::steffen.marz@edu.fh-joanneum.at::82bc8d54-e274-4a74-a55f-4ca65ccebc5f" providerId="AD" clId="Web-{8E1F3CA3-7717-5B49-CFFB-1970105FB1A4}" dt="2025-10-24T07:08:22.456" v="0"/>
        <pc:sldMkLst>
          <pc:docMk/>
          <pc:sldMk cId="1668003198" sldId="272"/>
        </pc:sldMkLst>
      </pc:sldChg>
      <pc:sldChg chg="addSp modSp add replId">
        <pc:chgData name="Marz Steffen" userId="S::steffen.marz@edu.fh-joanneum.at::82bc8d54-e274-4a74-a55f-4ca65ccebc5f" providerId="AD" clId="Web-{8E1F3CA3-7717-5B49-CFFB-1970105FB1A4}" dt="2025-10-24T07:09:56.274" v="2"/>
        <pc:sldMkLst>
          <pc:docMk/>
          <pc:sldMk cId="3574905939" sldId="272"/>
        </pc:sldMkLst>
        <pc:picChg chg="add mod">
          <ac:chgData name="Marz Steffen" userId="S::steffen.marz@edu.fh-joanneum.at::82bc8d54-e274-4a74-a55f-4ca65ccebc5f" providerId="AD" clId="Web-{8E1F3CA3-7717-5B49-CFFB-1970105FB1A4}" dt="2025-10-24T07:09:56.274" v="2"/>
          <ac:picMkLst>
            <pc:docMk/>
            <pc:sldMk cId="3574905939" sldId="272"/>
            <ac:picMk id="4" creationId="{D3E16CE6-06C1-BAC0-7D9A-7DD1BDD7E4F4}"/>
          </ac:picMkLst>
        </pc:picChg>
      </pc:sldChg>
    </pc:docChg>
  </pc:docChgLst>
  <pc:docChgLst>
    <pc:chgData name="Marz Steffen" userId="S::steffen.marz@edu.fh-joanneum.at::82bc8d54-e274-4a74-a55f-4ca65ccebc5f" providerId="AD" clId="Web-{8E31B894-0B91-8028-8DBA-6FFCECF8D060}"/>
    <pc:docChg chg="addSld modSld">
      <pc:chgData name="Marz Steffen" userId="S::steffen.marz@edu.fh-joanneum.at::82bc8d54-e274-4a74-a55f-4ca65ccebc5f" providerId="AD" clId="Web-{8E31B894-0B91-8028-8DBA-6FFCECF8D060}" dt="2025-10-24T08:30:11.008" v="45" actId="1076"/>
      <pc:docMkLst>
        <pc:docMk/>
      </pc:docMkLst>
      <pc:sldChg chg="addSp delSp modSp delAnim">
        <pc:chgData name="Marz Steffen" userId="S::steffen.marz@edu.fh-joanneum.at::82bc8d54-e274-4a74-a55f-4ca65ccebc5f" providerId="AD" clId="Web-{8E31B894-0B91-8028-8DBA-6FFCECF8D060}" dt="2025-10-24T08:29:48.117" v="41" actId="20577"/>
        <pc:sldMkLst>
          <pc:docMk/>
          <pc:sldMk cId="0" sldId="265"/>
        </pc:sldMkLst>
        <pc:spChg chg="mod">
          <ac:chgData name="Marz Steffen" userId="S::steffen.marz@edu.fh-joanneum.at::82bc8d54-e274-4a74-a55f-4ca65ccebc5f" providerId="AD" clId="Web-{8E31B894-0B91-8028-8DBA-6FFCECF8D060}" dt="2025-10-24T08:29:42.726" v="40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Marz Steffen" userId="S::steffen.marz@edu.fh-joanneum.at::82bc8d54-e274-4a74-a55f-4ca65ccebc5f" providerId="AD" clId="Web-{8E31B894-0B91-8028-8DBA-6FFCECF8D060}" dt="2025-10-24T08:29:48.117" v="41" actId="20577"/>
          <ac:spMkLst>
            <pc:docMk/>
            <pc:sldMk cId="0" sldId="265"/>
            <ac:spMk id="6" creationId="{C3F97743-72AE-12FF-7201-9FCE23B089BE}"/>
          </ac:spMkLst>
        </pc:spChg>
        <pc:picChg chg="del">
          <ac:chgData name="Marz Steffen" userId="S::steffen.marz@edu.fh-joanneum.at::82bc8d54-e274-4a74-a55f-4ca65ccebc5f" providerId="AD" clId="Web-{8E31B894-0B91-8028-8DBA-6FFCECF8D060}" dt="2025-10-24T08:28:17.083" v="25"/>
          <ac:picMkLst>
            <pc:docMk/>
            <pc:sldMk cId="0" sldId="265"/>
            <ac:picMk id="4" creationId="{F5B978D6-3C4F-F2FD-E923-180C249C47C7}"/>
          </ac:picMkLst>
        </pc:picChg>
      </pc:sldChg>
      <pc:sldChg chg="addSp delSp modSp">
        <pc:chgData name="Marz Steffen" userId="S::steffen.marz@edu.fh-joanneum.at::82bc8d54-e274-4a74-a55f-4ca65ccebc5f" providerId="AD" clId="Web-{8E31B894-0B91-8028-8DBA-6FFCECF8D060}" dt="2025-10-24T07:12:07.704" v="16" actId="1076"/>
        <pc:sldMkLst>
          <pc:docMk/>
          <pc:sldMk cId="3574905939" sldId="272"/>
        </pc:sldMkLst>
        <pc:spChg chg="mod">
          <ac:chgData name="Marz Steffen" userId="S::steffen.marz@edu.fh-joanneum.at::82bc8d54-e274-4a74-a55f-4ca65ccebc5f" providerId="AD" clId="Web-{8E31B894-0B91-8028-8DBA-6FFCECF8D060}" dt="2025-10-24T07:11:28.725" v="7" actId="1076"/>
          <ac:spMkLst>
            <pc:docMk/>
            <pc:sldMk cId="3574905939" sldId="272"/>
            <ac:spMk id="2" creationId="{43BAF12C-C65D-B8CE-02AC-7EE44B2DF3AE}"/>
          </ac:spMkLst>
        </pc:spChg>
        <pc:spChg chg="del">
          <ac:chgData name="Marz Steffen" userId="S::steffen.marz@edu.fh-joanneum.at::82bc8d54-e274-4a74-a55f-4ca65ccebc5f" providerId="AD" clId="Web-{8E31B894-0B91-8028-8DBA-6FFCECF8D060}" dt="2025-10-24T07:10:12.147" v="0"/>
          <ac:spMkLst>
            <pc:docMk/>
            <pc:sldMk cId="3574905939" sldId="272"/>
            <ac:spMk id="3" creationId="{BB505318-A10C-B424-6443-CFA81F7BDFB4}"/>
          </ac:spMkLst>
        </pc:spChg>
        <pc:spChg chg="add del mod">
          <ac:chgData name="Marz Steffen" userId="S::steffen.marz@edu.fh-joanneum.at::82bc8d54-e274-4a74-a55f-4ca65ccebc5f" providerId="AD" clId="Web-{8E31B894-0B91-8028-8DBA-6FFCECF8D060}" dt="2025-10-24T07:10:38.522" v="1"/>
          <ac:spMkLst>
            <pc:docMk/>
            <pc:sldMk cId="3574905939" sldId="272"/>
            <ac:spMk id="6" creationId="{14C84150-D771-E573-E87A-48A03F2083BB}"/>
          </ac:spMkLst>
        </pc:spChg>
        <pc:spChg chg="add del mod">
          <ac:chgData name="Marz Steffen" userId="S::steffen.marz@edu.fh-joanneum.at::82bc8d54-e274-4a74-a55f-4ca65ccebc5f" providerId="AD" clId="Web-{8E31B894-0B91-8028-8DBA-6FFCECF8D060}" dt="2025-10-24T07:11:25.132" v="6"/>
          <ac:spMkLst>
            <pc:docMk/>
            <pc:sldMk cId="3574905939" sldId="272"/>
            <ac:spMk id="10" creationId="{1CF10BC1-E573-DEC7-7F71-2457B3FF4E6D}"/>
          </ac:spMkLst>
        </pc:spChg>
        <pc:picChg chg="del mod">
          <ac:chgData name="Marz Steffen" userId="S::steffen.marz@edu.fh-joanneum.at::82bc8d54-e274-4a74-a55f-4ca65ccebc5f" providerId="AD" clId="Web-{8E31B894-0B91-8028-8DBA-6FFCECF8D060}" dt="2025-10-24T07:11:45.918" v="10"/>
          <ac:picMkLst>
            <pc:docMk/>
            <pc:sldMk cId="3574905939" sldId="272"/>
            <ac:picMk id="4" creationId="{D3E16CE6-06C1-BAC0-7D9A-7DD1BDD7E4F4}"/>
          </ac:picMkLst>
        </pc:picChg>
        <pc:picChg chg="add del mod ord">
          <ac:chgData name="Marz Steffen" userId="S::steffen.marz@edu.fh-joanneum.at::82bc8d54-e274-4a74-a55f-4ca65ccebc5f" providerId="AD" clId="Web-{8E31B894-0B91-8028-8DBA-6FFCECF8D060}" dt="2025-10-24T07:11:21.835" v="5"/>
          <ac:picMkLst>
            <pc:docMk/>
            <pc:sldMk cId="3574905939" sldId="272"/>
            <ac:picMk id="7" creationId="{6940E4E9-460E-56C8-1269-1D3509B69291}"/>
          </ac:picMkLst>
        </pc:picChg>
        <pc:picChg chg="add del mod">
          <ac:chgData name="Marz Steffen" userId="S::steffen.marz@edu.fh-joanneum.at::82bc8d54-e274-4a74-a55f-4ca65ccebc5f" providerId="AD" clId="Web-{8E31B894-0B91-8028-8DBA-6FFCECF8D060}" dt="2025-10-24T07:10:52.100" v="4"/>
          <ac:picMkLst>
            <pc:docMk/>
            <pc:sldMk cId="3574905939" sldId="272"/>
            <ac:picMk id="8" creationId="{05C57E24-6ACE-AB5F-759F-BF6BD2C84E10}"/>
          </ac:picMkLst>
        </pc:picChg>
        <pc:picChg chg="add mod">
          <ac:chgData name="Marz Steffen" userId="S::steffen.marz@edu.fh-joanneum.at::82bc8d54-e274-4a74-a55f-4ca65ccebc5f" providerId="AD" clId="Web-{8E31B894-0B91-8028-8DBA-6FFCECF8D060}" dt="2025-10-24T07:12:07.704" v="16" actId="1076"/>
          <ac:picMkLst>
            <pc:docMk/>
            <pc:sldMk cId="3574905939" sldId="272"/>
            <ac:picMk id="11" creationId="{B1E4D5B6-B5F8-5F7C-D8BD-728364EF5868}"/>
          </ac:picMkLst>
        </pc:picChg>
      </pc:sldChg>
      <pc:sldChg chg="delSp modSp add replId">
        <pc:chgData name="Marz Steffen" userId="S::steffen.marz@edu.fh-joanneum.at::82bc8d54-e274-4a74-a55f-4ca65ccebc5f" providerId="AD" clId="Web-{8E31B894-0B91-8028-8DBA-6FFCECF8D060}" dt="2025-10-24T08:28:10.395" v="23" actId="1076"/>
        <pc:sldMkLst>
          <pc:docMk/>
          <pc:sldMk cId="3954958434" sldId="273"/>
        </pc:sldMkLst>
        <pc:spChg chg="mod">
          <ac:chgData name="Marz Steffen" userId="S::steffen.marz@edu.fh-joanneum.at::82bc8d54-e274-4a74-a55f-4ca65ccebc5f" providerId="AD" clId="Web-{8E31B894-0B91-8028-8DBA-6FFCECF8D060}" dt="2025-10-24T08:28:02.239" v="19" actId="1076"/>
          <ac:spMkLst>
            <pc:docMk/>
            <pc:sldMk cId="3954958434" sldId="273"/>
            <ac:spMk id="2" creationId="{73372B5C-66F8-5781-344A-730F89656EA6}"/>
          </ac:spMkLst>
        </pc:spChg>
        <pc:spChg chg="del mod">
          <ac:chgData name="Marz Steffen" userId="S::steffen.marz@edu.fh-joanneum.at::82bc8d54-e274-4a74-a55f-4ca65ccebc5f" providerId="AD" clId="Web-{8E31B894-0B91-8028-8DBA-6FFCECF8D060}" dt="2025-10-24T08:28:05.645" v="20"/>
          <ac:spMkLst>
            <pc:docMk/>
            <pc:sldMk cId="3954958434" sldId="273"/>
            <ac:spMk id="3" creationId="{B813FEB1-B466-E379-BDE7-4E353528036F}"/>
          </ac:spMkLst>
        </pc:spChg>
        <pc:picChg chg="mod">
          <ac:chgData name="Marz Steffen" userId="S::steffen.marz@edu.fh-joanneum.at::82bc8d54-e274-4a74-a55f-4ca65ccebc5f" providerId="AD" clId="Web-{8E31B894-0B91-8028-8DBA-6FFCECF8D060}" dt="2025-10-24T08:28:10.395" v="23" actId="1076"/>
          <ac:picMkLst>
            <pc:docMk/>
            <pc:sldMk cId="3954958434" sldId="273"/>
            <ac:picMk id="4" creationId="{2767BFF5-99DC-3E4C-596F-1513091CB066}"/>
          </ac:picMkLst>
        </pc:picChg>
      </pc:sldChg>
      <pc:sldChg chg="addSp delSp modSp add replId">
        <pc:chgData name="Marz Steffen" userId="S::steffen.marz@edu.fh-joanneum.at::82bc8d54-e274-4a74-a55f-4ca65ccebc5f" providerId="AD" clId="Web-{8E31B894-0B91-8028-8DBA-6FFCECF8D060}" dt="2025-10-24T08:30:11.008" v="45" actId="1076"/>
        <pc:sldMkLst>
          <pc:docMk/>
          <pc:sldMk cId="1429164396" sldId="274"/>
        </pc:sldMkLst>
        <pc:spChg chg="del">
          <ac:chgData name="Marz Steffen" userId="S::steffen.marz@edu.fh-joanneum.at::82bc8d54-e274-4a74-a55f-4ca65ccebc5f" providerId="AD" clId="Web-{8E31B894-0B91-8028-8DBA-6FFCECF8D060}" dt="2025-10-24T08:30:00.945" v="42"/>
          <ac:spMkLst>
            <pc:docMk/>
            <pc:sldMk cId="1429164396" sldId="274"/>
            <ac:spMk id="3" creationId="{6CBA13C9-F263-BD92-2658-AC4D679F4754}"/>
          </ac:spMkLst>
        </pc:spChg>
        <pc:spChg chg="add del mod">
          <ac:chgData name="Marz Steffen" userId="S::steffen.marz@edu.fh-joanneum.at::82bc8d54-e274-4a74-a55f-4ca65ccebc5f" providerId="AD" clId="Web-{8E31B894-0B91-8028-8DBA-6FFCECF8D060}" dt="2025-10-24T08:30:08.492" v="44"/>
          <ac:spMkLst>
            <pc:docMk/>
            <pc:sldMk cId="1429164396" sldId="274"/>
            <ac:spMk id="6" creationId="{003FDF61-FB42-E510-6E4E-32FAF0007B08}"/>
          </ac:spMkLst>
        </pc:spChg>
        <pc:picChg chg="mod">
          <ac:chgData name="Marz Steffen" userId="S::steffen.marz@edu.fh-joanneum.at::82bc8d54-e274-4a74-a55f-4ca65ccebc5f" providerId="AD" clId="Web-{8E31B894-0B91-8028-8DBA-6FFCECF8D060}" dt="2025-10-24T08:30:11.008" v="45" actId="1076"/>
          <ac:picMkLst>
            <pc:docMk/>
            <pc:sldMk cId="1429164396" sldId="274"/>
            <ac:picMk id="4" creationId="{8E030BD5-89D4-9974-1128-3D6BB02A1F57}"/>
          </ac:picMkLst>
        </pc:picChg>
      </pc:sldChg>
    </pc:docChg>
  </pc:docChgLst>
  <pc:docChgLst>
    <pc:chgData name="Marz Steffen" userId="S::steffen.marz@edu.fh-joanneum.at::82bc8d54-e274-4a74-a55f-4ca65ccebc5f" providerId="AD" clId="Web-{8611E388-D2F0-8089-3D44-F1A912FB4877}"/>
    <pc:docChg chg="modSld">
      <pc:chgData name="Marz Steffen" userId="S::steffen.marz@edu.fh-joanneum.at::82bc8d54-e274-4a74-a55f-4ca65ccebc5f" providerId="AD" clId="Web-{8611E388-D2F0-8089-3D44-F1A912FB4877}" dt="2025-10-24T08:36:21.487" v="4" actId="20577"/>
      <pc:docMkLst>
        <pc:docMk/>
      </pc:docMkLst>
      <pc:sldChg chg="delSp delAnim">
        <pc:chgData name="Marz Steffen" userId="S::steffen.marz@edu.fh-joanneum.at::82bc8d54-e274-4a74-a55f-4ca65ccebc5f" providerId="AD" clId="Web-{8611E388-D2F0-8089-3D44-F1A912FB4877}" dt="2025-10-24T08:36:07.300" v="0"/>
        <pc:sldMkLst>
          <pc:docMk/>
          <pc:sldMk cId="0" sldId="266"/>
        </pc:sldMkLst>
        <pc:picChg chg="del">
          <ac:chgData name="Marz Steffen" userId="S::steffen.marz@edu.fh-joanneum.at::82bc8d54-e274-4a74-a55f-4ca65ccebc5f" providerId="AD" clId="Web-{8611E388-D2F0-8089-3D44-F1A912FB4877}" dt="2025-10-24T08:36:07.300" v="0"/>
          <ac:picMkLst>
            <pc:docMk/>
            <pc:sldMk cId="0" sldId="266"/>
            <ac:picMk id="4" creationId="{EE1A1742-ADB3-7428-A716-C1C0DFB4F6A2}"/>
          </ac:picMkLst>
        </pc:picChg>
      </pc:sldChg>
      <pc:sldChg chg="modSp">
        <pc:chgData name="Marz Steffen" userId="S::steffen.marz@edu.fh-joanneum.at::82bc8d54-e274-4a74-a55f-4ca65ccebc5f" providerId="AD" clId="Web-{8611E388-D2F0-8089-3D44-F1A912FB4877}" dt="2025-10-24T08:36:21.487" v="4" actId="20577"/>
        <pc:sldMkLst>
          <pc:docMk/>
          <pc:sldMk cId="0" sldId="267"/>
        </pc:sldMkLst>
        <pc:spChg chg="mod">
          <ac:chgData name="Marz Steffen" userId="S::steffen.marz@edu.fh-joanneum.at::82bc8d54-e274-4a74-a55f-4ca65ccebc5f" providerId="AD" clId="Web-{8611E388-D2F0-8089-3D44-F1A912FB4877}" dt="2025-10-24T08:36:21.487" v="4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  <pc:docChgLst>
    <pc:chgData name="Marz Steffen" userId="S::steffen.marz@edu.fh-joanneum.at::82bc8d54-e274-4a74-a55f-4ca65ccebc5f" providerId="AD" clId="Web-{D2BC0760-BC5D-206A-CBC0-12344F05A2C0}"/>
    <pc:docChg chg="addSld modSld">
      <pc:chgData name="Marz Steffen" userId="S::steffen.marz@edu.fh-joanneum.at::82bc8d54-e274-4a74-a55f-4ca65ccebc5f" providerId="AD" clId="Web-{D2BC0760-BC5D-206A-CBC0-12344F05A2C0}" dt="2025-10-24T07:07:18.293" v="195" actId="20577"/>
      <pc:docMkLst>
        <pc:docMk/>
      </pc:docMkLst>
      <pc:sldChg chg="addSp modSp">
        <pc:chgData name="Marz Steffen" userId="S::steffen.marz@edu.fh-joanneum.at::82bc8d54-e274-4a74-a55f-4ca65ccebc5f" providerId="AD" clId="Web-{D2BC0760-BC5D-206A-CBC0-12344F05A2C0}" dt="2025-10-24T07:03:01.602" v="130" actId="1076"/>
        <pc:sldMkLst>
          <pc:docMk/>
          <pc:sldMk cId="0" sldId="258"/>
        </pc:sldMkLst>
        <pc:spChg chg="mod">
          <ac:chgData name="Marz Steffen" userId="S::steffen.marz@edu.fh-joanneum.at::82bc8d54-e274-4a74-a55f-4ca65ccebc5f" providerId="AD" clId="Web-{D2BC0760-BC5D-206A-CBC0-12344F05A2C0}" dt="2025-10-24T07:02:12.211" v="114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Marz Steffen" userId="S::steffen.marz@edu.fh-joanneum.at::82bc8d54-e274-4a74-a55f-4ca65ccebc5f" providerId="AD" clId="Web-{D2BC0760-BC5D-206A-CBC0-12344F05A2C0}" dt="2025-10-24T07:03:01.602" v="130" actId="1076"/>
          <ac:spMkLst>
            <pc:docMk/>
            <pc:sldMk cId="0" sldId="258"/>
            <ac:spMk id="4" creationId="{D4E26BEE-6DE1-A45B-BA06-C3BA8C2ABF7C}"/>
          </ac:spMkLst>
        </pc:spChg>
      </pc:sldChg>
      <pc:sldChg chg="modSp">
        <pc:chgData name="Marz Steffen" userId="S::steffen.marz@edu.fh-joanneum.at::82bc8d54-e274-4a74-a55f-4ca65ccebc5f" providerId="AD" clId="Web-{D2BC0760-BC5D-206A-CBC0-12344F05A2C0}" dt="2025-10-24T07:04:18.228" v="135" actId="20577"/>
        <pc:sldMkLst>
          <pc:docMk/>
          <pc:sldMk cId="0" sldId="259"/>
        </pc:sldMkLst>
        <pc:spChg chg="mod">
          <ac:chgData name="Marz Steffen" userId="S::steffen.marz@edu.fh-joanneum.at::82bc8d54-e274-4a74-a55f-4ca65ccebc5f" providerId="AD" clId="Web-{D2BC0760-BC5D-206A-CBC0-12344F05A2C0}" dt="2025-10-24T07:04:18.228" v="135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Marz Steffen" userId="S::steffen.marz@edu.fh-joanneum.at::82bc8d54-e274-4a74-a55f-4ca65ccebc5f" providerId="AD" clId="Web-{D2BC0760-BC5D-206A-CBC0-12344F05A2C0}" dt="2025-10-24T07:01:12.820" v="106" actId="20577"/>
        <pc:sldMkLst>
          <pc:docMk/>
          <pc:sldMk cId="0" sldId="262"/>
        </pc:sldMkLst>
        <pc:spChg chg="mod">
          <ac:chgData name="Marz Steffen" userId="S::steffen.marz@edu.fh-joanneum.at::82bc8d54-e274-4a74-a55f-4ca65ccebc5f" providerId="AD" clId="Web-{D2BC0760-BC5D-206A-CBC0-12344F05A2C0}" dt="2025-10-24T07:01:12.820" v="10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Marz Steffen" userId="S::steffen.marz@edu.fh-joanneum.at::82bc8d54-e274-4a74-a55f-4ca65ccebc5f" providerId="AD" clId="Web-{D2BC0760-BC5D-206A-CBC0-12344F05A2C0}" dt="2025-10-24T07:06:01.542" v="165" actId="20577"/>
        <pc:sldMkLst>
          <pc:docMk/>
          <pc:sldMk cId="0" sldId="263"/>
        </pc:sldMkLst>
        <pc:spChg chg="mod">
          <ac:chgData name="Marz Steffen" userId="S::steffen.marz@edu.fh-joanneum.at::82bc8d54-e274-4a74-a55f-4ca65ccebc5f" providerId="AD" clId="Web-{D2BC0760-BC5D-206A-CBC0-12344F05A2C0}" dt="2025-10-24T07:05:53.276" v="162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7:06:01.542" v="165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Notes">
        <pc:chgData name="Marz Steffen" userId="S::steffen.marz@edu.fh-joanneum.at::82bc8d54-e274-4a74-a55f-4ca65ccebc5f" providerId="AD" clId="Web-{D2BC0760-BC5D-206A-CBC0-12344F05A2C0}" dt="2025-10-24T07:05:17.088" v="141"/>
        <pc:sldMkLst>
          <pc:docMk/>
          <pc:sldMk cId="0" sldId="264"/>
        </pc:sldMkLst>
        <pc:spChg chg="del">
          <ac:chgData name="Marz Steffen" userId="S::steffen.marz@edu.fh-joanneum.at::82bc8d54-e274-4a74-a55f-4ca65ccebc5f" providerId="AD" clId="Web-{D2BC0760-BC5D-206A-CBC0-12344F05A2C0}" dt="2025-10-24T07:04:54.557" v="136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Marz Steffen" userId="S::steffen.marz@edu.fh-joanneum.at::82bc8d54-e274-4a74-a55f-4ca65ccebc5f" providerId="AD" clId="Web-{D2BC0760-BC5D-206A-CBC0-12344F05A2C0}" dt="2025-10-24T07:04:55.494" v="137"/>
          <ac:spMkLst>
            <pc:docMk/>
            <pc:sldMk cId="0" sldId="264"/>
            <ac:spMk id="5" creationId="{E6F9B3B5-26BF-3F65-4FD5-7A40C13503AC}"/>
          </ac:spMkLst>
        </pc:spChg>
        <pc:picChg chg="add mod ord">
          <ac:chgData name="Marz Steffen" userId="S::steffen.marz@edu.fh-joanneum.at::82bc8d54-e274-4a74-a55f-4ca65ccebc5f" providerId="AD" clId="Web-{D2BC0760-BC5D-206A-CBC0-12344F05A2C0}" dt="2025-10-24T07:04:55.494" v="137"/>
          <ac:picMkLst>
            <pc:docMk/>
            <pc:sldMk cId="0" sldId="264"/>
            <ac:picMk id="6" creationId="{5E7B0B41-7661-04C8-F7AC-E455A238986A}"/>
          </ac:picMkLst>
        </pc:picChg>
      </pc:sldChg>
      <pc:sldChg chg="modSp">
        <pc:chgData name="Marz Steffen" userId="S::steffen.marz@edu.fh-joanneum.at::82bc8d54-e274-4a74-a55f-4ca65ccebc5f" providerId="AD" clId="Web-{D2BC0760-BC5D-206A-CBC0-12344F05A2C0}" dt="2025-10-24T07:07:05.277" v="187" actId="20577"/>
        <pc:sldMkLst>
          <pc:docMk/>
          <pc:sldMk cId="0" sldId="266"/>
        </pc:sldMkLst>
        <pc:spChg chg="mod">
          <ac:chgData name="Marz Steffen" userId="S::steffen.marz@edu.fh-joanneum.at::82bc8d54-e274-4a74-a55f-4ca65ccebc5f" providerId="AD" clId="Web-{D2BC0760-BC5D-206A-CBC0-12344F05A2C0}" dt="2025-10-24T06:52:52.584" v="2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7:07:05.277" v="187" actId="20577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add replId delAnim modNotes">
        <pc:chgData name="Marz Steffen" userId="S::steffen.marz@edu.fh-joanneum.at::82bc8d54-e274-4a74-a55f-4ca65ccebc5f" providerId="AD" clId="Web-{D2BC0760-BC5D-206A-CBC0-12344F05A2C0}" dt="2025-10-24T06:53:57.230" v="24" actId="20577"/>
        <pc:sldMkLst>
          <pc:docMk/>
          <pc:sldMk cId="1861413018" sldId="270"/>
        </pc:sldMkLst>
        <pc:spChg chg="mod">
          <ac:chgData name="Marz Steffen" userId="S::steffen.marz@edu.fh-joanneum.at::82bc8d54-e274-4a74-a55f-4ca65ccebc5f" providerId="AD" clId="Web-{D2BC0760-BC5D-206A-CBC0-12344F05A2C0}" dt="2025-10-24T06:52:58.757" v="5" actId="20577"/>
          <ac:spMkLst>
            <pc:docMk/>
            <pc:sldMk cId="1861413018" sldId="270"/>
            <ac:spMk id="2" creationId="{5BE15D5B-79F3-C289-439B-9CFB00116C25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6:53:57.230" v="24" actId="20577"/>
          <ac:spMkLst>
            <pc:docMk/>
            <pc:sldMk cId="1861413018" sldId="270"/>
            <ac:spMk id="3" creationId="{F5F5D59D-FE59-0405-0C7B-2E0BCBB88066}"/>
          </ac:spMkLst>
        </pc:spChg>
        <pc:picChg chg="del">
          <ac:chgData name="Marz Steffen" userId="S::steffen.marz@edu.fh-joanneum.at::82bc8d54-e274-4a74-a55f-4ca65ccebc5f" providerId="AD" clId="Web-{D2BC0760-BC5D-206A-CBC0-12344F05A2C0}" dt="2025-10-24T06:53:00.273" v="6"/>
          <ac:picMkLst>
            <pc:docMk/>
            <pc:sldMk cId="1861413018" sldId="270"/>
            <ac:picMk id="4" creationId="{35915249-C291-25C7-7A1E-1B8032244815}"/>
          </ac:picMkLst>
        </pc:picChg>
        <pc:picChg chg="add mod">
          <ac:chgData name="Marz Steffen" userId="S::steffen.marz@edu.fh-joanneum.at::82bc8d54-e274-4a74-a55f-4ca65ccebc5f" providerId="AD" clId="Web-{D2BC0760-BC5D-206A-CBC0-12344F05A2C0}" dt="2025-10-24T06:53:52.324" v="23" actId="1076"/>
          <ac:picMkLst>
            <pc:docMk/>
            <pc:sldMk cId="1861413018" sldId="270"/>
            <ac:picMk id="5" creationId="{6D26B3C3-C116-3674-3EDB-9F54AB5B1051}"/>
          </ac:picMkLst>
        </pc:picChg>
      </pc:sldChg>
      <pc:sldChg chg="modSp new">
        <pc:chgData name="Marz Steffen" userId="S::steffen.marz@edu.fh-joanneum.at::82bc8d54-e274-4a74-a55f-4ca65ccebc5f" providerId="AD" clId="Web-{D2BC0760-BC5D-206A-CBC0-12344F05A2C0}" dt="2025-10-24T06:59:10.708" v="104" actId="20577"/>
        <pc:sldMkLst>
          <pc:docMk/>
          <pc:sldMk cId="2020992096" sldId="271"/>
        </pc:sldMkLst>
        <pc:spChg chg="mod">
          <ac:chgData name="Marz Steffen" userId="S::steffen.marz@edu.fh-joanneum.at::82bc8d54-e274-4a74-a55f-4ca65ccebc5f" providerId="AD" clId="Web-{D2BC0760-BC5D-206A-CBC0-12344F05A2C0}" dt="2025-10-24T06:56:36.190" v="31" actId="20577"/>
          <ac:spMkLst>
            <pc:docMk/>
            <pc:sldMk cId="2020992096" sldId="271"/>
            <ac:spMk id="2" creationId="{7D86D7BD-5A32-4297-EE97-1A149B124B84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6:59:10.708" v="104" actId="20577"/>
          <ac:spMkLst>
            <pc:docMk/>
            <pc:sldMk cId="2020992096" sldId="271"/>
            <ac:spMk id="3" creationId="{F57A7D8B-67A4-4FF1-6E01-4B66BB7FE346}"/>
          </ac:spMkLst>
        </pc:spChg>
      </pc:sldChg>
      <pc:sldChg chg="delSp modSp add replId delAnim">
        <pc:chgData name="Marz Steffen" userId="S::steffen.marz@edu.fh-joanneum.at::82bc8d54-e274-4a74-a55f-4ca65ccebc5f" providerId="AD" clId="Web-{D2BC0760-BC5D-206A-CBC0-12344F05A2C0}" dt="2025-10-24T07:07:18.293" v="195" actId="20577"/>
        <pc:sldMkLst>
          <pc:docMk/>
          <pc:sldMk cId="1668003198" sldId="272"/>
        </pc:sldMkLst>
        <pc:spChg chg="mod">
          <ac:chgData name="Marz Steffen" userId="S::steffen.marz@edu.fh-joanneum.at::82bc8d54-e274-4a74-a55f-4ca65ccebc5f" providerId="AD" clId="Web-{D2BC0760-BC5D-206A-CBC0-12344F05A2C0}" dt="2025-10-24T07:06:40.886" v="182" actId="20577"/>
          <ac:spMkLst>
            <pc:docMk/>
            <pc:sldMk cId="1668003198" sldId="272"/>
            <ac:spMk id="2" creationId="{AC9AAD29-9EB0-F746-6DEA-8B3E4580B682}"/>
          </ac:spMkLst>
        </pc:spChg>
        <pc:spChg chg="mod">
          <ac:chgData name="Marz Steffen" userId="S::steffen.marz@edu.fh-joanneum.at::82bc8d54-e274-4a74-a55f-4ca65ccebc5f" providerId="AD" clId="Web-{D2BC0760-BC5D-206A-CBC0-12344F05A2C0}" dt="2025-10-24T07:07:18.293" v="195" actId="20577"/>
          <ac:spMkLst>
            <pc:docMk/>
            <pc:sldMk cId="1668003198" sldId="272"/>
            <ac:spMk id="3" creationId="{7096EA2E-84F1-3F72-2F2C-B2962967F468}"/>
          </ac:spMkLst>
        </pc:spChg>
        <pc:picChg chg="del">
          <ac:chgData name="Marz Steffen" userId="S::steffen.marz@edu.fh-joanneum.at::82bc8d54-e274-4a74-a55f-4ca65ccebc5f" providerId="AD" clId="Web-{D2BC0760-BC5D-206A-CBC0-12344F05A2C0}" dt="2025-10-24T07:06:54.933" v="183"/>
          <ac:picMkLst>
            <pc:docMk/>
            <pc:sldMk cId="1668003198" sldId="272"/>
            <ac:picMk id="4" creationId="{7CF6C1A6-9E70-39A1-71BB-B431A721CB17}"/>
          </ac:picMkLst>
        </pc:picChg>
      </pc:sldChg>
    </pc:docChg>
  </pc:docChgLst>
  <pc:docChgLst>
    <pc:chgData name="Marz Steffen" userId="82bc8d54-e274-4a74-a55f-4ca65ccebc5f" providerId="ADAL" clId="{79695250-3EE4-4216-B14A-9B57C69DDA11}"/>
    <pc:docChg chg="undo custSel addSld delSld modSld">
      <pc:chgData name="Marz Steffen" userId="82bc8d54-e274-4a74-a55f-4ca65ccebc5f" providerId="ADAL" clId="{79695250-3EE4-4216-B14A-9B57C69DDA11}" dt="2025-10-24T06:11:49.693" v="165" actId="47"/>
      <pc:docMkLst>
        <pc:docMk/>
      </pc:docMkLst>
      <pc:sldChg chg="del">
        <pc:chgData name="Marz Steffen" userId="82bc8d54-e274-4a74-a55f-4ca65ccebc5f" providerId="ADAL" clId="{79695250-3EE4-4216-B14A-9B57C69DDA11}" dt="2025-10-24T06:11:49.693" v="165" actId="47"/>
        <pc:sldMkLst>
          <pc:docMk/>
          <pc:sldMk cId="3537182496" sldId="256"/>
        </pc:sldMkLst>
      </pc:sldChg>
      <pc:sldChg chg="del">
        <pc:chgData name="Marz Steffen" userId="82bc8d54-e274-4a74-a55f-4ca65ccebc5f" providerId="ADAL" clId="{79695250-3EE4-4216-B14A-9B57C69DDA11}" dt="2025-10-24T06:07:12.204" v="6" actId="47"/>
        <pc:sldMkLst>
          <pc:docMk/>
          <pc:sldMk cId="2235861332" sldId="257"/>
        </pc:sldMkLst>
      </pc:sldChg>
      <pc:sldChg chg="modSp add mod">
        <pc:chgData name="Marz Steffen" userId="82bc8d54-e274-4a74-a55f-4ca65ccebc5f" providerId="ADAL" clId="{79695250-3EE4-4216-B14A-9B57C69DDA11}" dt="2025-10-24T06:08:05.832" v="50" actId="14"/>
        <pc:sldMkLst>
          <pc:docMk/>
          <pc:sldMk cId="0" sldId="258"/>
        </pc:sldMkLst>
        <pc:spChg chg="mod">
          <ac:chgData name="Marz Steffen" userId="82bc8d54-e274-4a74-a55f-4ca65ccebc5f" providerId="ADAL" clId="{79695250-3EE4-4216-B14A-9B57C69DDA11}" dt="2025-10-24T06:08:05.832" v="50" actId="14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8:33.883" v="59" actId="1076"/>
        <pc:sldMkLst>
          <pc:docMk/>
          <pc:sldMk cId="0" sldId="259"/>
        </pc:sldMkLst>
        <pc:spChg chg="mod">
          <ac:chgData name="Marz Steffen" userId="82bc8d54-e274-4a74-a55f-4ca65ccebc5f" providerId="ADAL" clId="{79695250-3EE4-4216-B14A-9B57C69DDA11}" dt="2025-10-24T06:08:32.105" v="5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08:33.883" v="59" actId="1076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Marz Steffen" userId="82bc8d54-e274-4a74-a55f-4ca65ccebc5f" providerId="ADAL" clId="{79695250-3EE4-4216-B14A-9B57C69DDA11}" dt="2025-10-24T06:07:11.579" v="5" actId="47"/>
        <pc:sldMkLst>
          <pc:docMk/>
          <pc:sldMk cId="2085307925" sldId="260"/>
        </pc:sldMkLst>
      </pc:sldChg>
      <pc:sldChg chg="modSp add mod">
        <pc:chgData name="Marz Steffen" userId="82bc8d54-e274-4a74-a55f-4ca65ccebc5f" providerId="ADAL" clId="{79695250-3EE4-4216-B14A-9B57C69DDA11}" dt="2025-10-24T06:07:02.532" v="1" actId="27636"/>
        <pc:sldMkLst>
          <pc:docMk/>
          <pc:sldMk cId="0" sldId="261"/>
        </pc:sldMkLst>
        <pc:spChg chg="mod">
          <ac:chgData name="Marz Steffen" userId="82bc8d54-e274-4a74-a55f-4ca65ccebc5f" providerId="ADAL" clId="{79695250-3EE4-4216-B14A-9B57C69DDA11}" dt="2025-10-24T06:07:02.532" v="1" actId="27636"/>
          <ac:spMkLst>
            <pc:docMk/>
            <pc:sldMk cId="0" sldId="261"/>
            <ac:spMk id="2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7:29.885" v="19" actId="20577"/>
        <pc:sldMkLst>
          <pc:docMk/>
          <pc:sldMk cId="0" sldId="262"/>
        </pc:sldMkLst>
        <pc:spChg chg="mod">
          <ac:chgData name="Marz Steffen" userId="82bc8d54-e274-4a74-a55f-4ca65ccebc5f" providerId="ADAL" clId="{79695250-3EE4-4216-B14A-9B57C69DDA11}" dt="2025-10-24T06:07:29.885" v="1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8:42.357" v="64" actId="20577"/>
        <pc:sldMkLst>
          <pc:docMk/>
          <pc:sldMk cId="0" sldId="263"/>
        </pc:sldMkLst>
        <pc:spChg chg="mod">
          <ac:chgData name="Marz Steffen" userId="82bc8d54-e274-4a74-a55f-4ca65ccebc5f" providerId="ADAL" clId="{79695250-3EE4-4216-B14A-9B57C69DDA11}" dt="2025-10-24T06:08:42.357" v="64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8:50.901" v="71" actId="20577"/>
        <pc:sldMkLst>
          <pc:docMk/>
          <pc:sldMk cId="0" sldId="264"/>
        </pc:sldMkLst>
        <pc:spChg chg="mod">
          <ac:chgData name="Marz Steffen" userId="82bc8d54-e274-4a74-a55f-4ca65ccebc5f" providerId="ADAL" clId="{79695250-3EE4-4216-B14A-9B57C69DDA11}" dt="2025-10-24T06:08:50.901" v="71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9:29.522" v="97" actId="20577"/>
        <pc:sldMkLst>
          <pc:docMk/>
          <pc:sldMk cId="0" sldId="265"/>
        </pc:sldMkLst>
        <pc:spChg chg="mod">
          <ac:chgData name="Marz Steffen" userId="82bc8d54-e274-4a74-a55f-4ca65ccebc5f" providerId="ADAL" clId="{79695250-3EE4-4216-B14A-9B57C69DDA11}" dt="2025-10-24T06:08:58.357" v="72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09:29.522" v="97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09:51.122" v="105" actId="20577"/>
        <pc:sldMkLst>
          <pc:docMk/>
          <pc:sldMk cId="0" sldId="266"/>
        </pc:sldMkLst>
        <pc:spChg chg="mod">
          <ac:chgData name="Marz Steffen" userId="82bc8d54-e274-4a74-a55f-4ca65ccebc5f" providerId="ADAL" clId="{79695250-3EE4-4216-B14A-9B57C69DDA11}" dt="2025-10-24T06:09:42.031" v="100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09:51.122" v="105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10:14.172" v="110" actId="12"/>
        <pc:sldMkLst>
          <pc:docMk/>
          <pc:sldMk cId="0" sldId="267"/>
        </pc:sldMkLst>
        <pc:spChg chg="mod">
          <ac:chgData name="Marz Steffen" userId="82bc8d54-e274-4a74-a55f-4ca65ccebc5f" providerId="ADAL" clId="{79695250-3EE4-4216-B14A-9B57C69DDA11}" dt="2025-10-24T06:10:04.236" v="106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10:14.172" v="110" actId="12"/>
          <ac:spMkLst>
            <pc:docMk/>
            <pc:sldMk cId="0" sldId="267"/>
            <ac:spMk id="3" creationId="{00000000-0000-0000-0000-000000000000}"/>
          </ac:spMkLst>
        </pc:spChg>
      </pc:sldChg>
      <pc:sldChg chg="modSp add mod">
        <pc:chgData name="Marz Steffen" userId="82bc8d54-e274-4a74-a55f-4ca65ccebc5f" providerId="ADAL" clId="{79695250-3EE4-4216-B14A-9B57C69DDA11}" dt="2025-10-24T06:11:42.283" v="164" actId="20577"/>
        <pc:sldMkLst>
          <pc:docMk/>
          <pc:sldMk cId="0" sldId="268"/>
        </pc:sldMkLst>
        <pc:spChg chg="mod">
          <ac:chgData name="Marz Steffen" userId="82bc8d54-e274-4a74-a55f-4ca65ccebc5f" providerId="ADAL" clId="{79695250-3EE4-4216-B14A-9B57C69DDA11}" dt="2025-10-24T06:11:08.911" v="118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Marz Steffen" userId="82bc8d54-e274-4a74-a55f-4ca65ccebc5f" providerId="ADAL" clId="{79695250-3EE4-4216-B14A-9B57C69DDA11}" dt="2025-10-24T06:11:42.283" v="164" actId="20577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9A364-0348-2F43-99DF-D2B200CF0081}" type="datetimeFigureOut">
              <a:rPr lang="de-DE" smtClean="0"/>
              <a:t>24.10.2025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E9922-510D-BA4D-8EA2-480C80FDB6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51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9BEE0-598C-4858-A439-753E34679212}" type="datetimeFigureOut">
              <a:rPr lang="de-AT" smtClean="0"/>
              <a:t>24.10.2025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A223-4F50-4DD6-9CC4-15E4F51256E0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45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 erklären: Ein Cockpit wie im Flugzeug – zentrale Kennzahlen auf einen Blick. Es geht darum, Strategie operativ steuerbar zu machen und regelmäßig zu überprüfen.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Die BSC </a:t>
            </a:r>
            <a:r>
              <a:rPr lang="en-US" err="1">
                <a:ea typeface="Calibri"/>
                <a:cs typeface="Calibri"/>
              </a:rPr>
              <a:t>ist</a:t>
            </a:r>
            <a:r>
              <a:rPr lang="en-US">
                <a:ea typeface="Calibri"/>
                <a:cs typeface="Calibri"/>
              </a:rPr>
              <a:t> der Rahmen, in dem das Cockpit </a:t>
            </a:r>
            <a:r>
              <a:rPr lang="en-US" err="1">
                <a:ea typeface="Calibri"/>
                <a:cs typeface="Calibri"/>
              </a:rPr>
              <a:t>aufgebaut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wird</a:t>
            </a:r>
            <a:r>
              <a:rPr lang="en-US">
                <a:ea typeface="Calibri"/>
                <a:cs typeface="Calibri"/>
              </a:rPr>
              <a:t>. Sie </a:t>
            </a:r>
            <a:r>
              <a:rPr lang="en-US" err="1">
                <a:ea typeface="Calibri"/>
                <a:cs typeface="Calibri"/>
              </a:rPr>
              <a:t>bringt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Struktur</a:t>
            </a:r>
            <a:r>
              <a:rPr lang="en-US">
                <a:ea typeface="Calibri"/>
                <a:cs typeface="Calibri"/>
              </a:rPr>
              <a:t> in die KPI-</a:t>
            </a:r>
            <a:r>
              <a:rPr lang="en-US" err="1">
                <a:ea typeface="Calibri"/>
                <a:cs typeface="Calibri"/>
              </a:rPr>
              <a:t>Auswahl</a:t>
            </a:r>
            <a:r>
              <a:rPr lang="en-US">
                <a:ea typeface="Calibri"/>
                <a:cs typeface="Calibri"/>
              </a:rPr>
              <a:t> und </a:t>
            </a:r>
            <a:r>
              <a:rPr lang="en-US" err="1">
                <a:ea typeface="Calibri"/>
                <a:cs typeface="Calibri"/>
              </a:rPr>
              <a:t>zeigt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Zusammenhänge</a:t>
            </a:r>
            <a:r>
              <a:rPr lang="en-US">
                <a:ea typeface="Calibri"/>
                <a:cs typeface="Calibri"/>
              </a:rPr>
              <a:t>.</a:t>
            </a:r>
            <a:endParaRPr lang="en-US"/>
          </a:p>
          <a:p>
            <a:pPr marL="228600" indent="-228600">
              <a:buAutoNum type="arabicPeriod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Je </a:t>
            </a:r>
            <a:r>
              <a:rPr err="1"/>
              <a:t>Perspektive</a:t>
            </a:r>
            <a:r>
              <a:t> </a:t>
            </a:r>
            <a:r>
              <a:rPr err="1"/>
              <a:t>definieren</a:t>
            </a:r>
            <a:r>
              <a:t> </a:t>
            </a:r>
            <a:r>
              <a:rPr err="1"/>
              <a:t>wir</a:t>
            </a:r>
            <a:r>
              <a:t> </a:t>
            </a:r>
            <a:r>
              <a:rPr err="1"/>
              <a:t>konkrete</a:t>
            </a:r>
            <a:r>
              <a:t> </a:t>
            </a:r>
            <a:r>
              <a:rPr err="1"/>
              <a:t>Ziele</a:t>
            </a:r>
            <a:r>
              <a:t>, KPIs, </a:t>
            </a:r>
            <a:r>
              <a:rPr err="1"/>
              <a:t>Zielwerte</a:t>
            </a:r>
            <a:r>
              <a:t> und </a:t>
            </a:r>
            <a:r>
              <a:rPr err="1"/>
              <a:t>Maßnahmen</a:t>
            </a:r>
            <a:r>
              <a:t>. Die Balance </a:t>
            </a:r>
            <a:r>
              <a:rPr err="1"/>
              <a:t>verhindert</a:t>
            </a:r>
            <a:r>
              <a:t> </a:t>
            </a:r>
            <a:r>
              <a:rPr err="1"/>
              <a:t>einseitige</a:t>
            </a:r>
            <a:r>
              <a:t> </a:t>
            </a:r>
            <a:r>
              <a:rPr err="1"/>
              <a:t>Steuerung</a:t>
            </a:r>
            <a:r>
              <a:t> </a:t>
            </a:r>
            <a:r>
              <a:rPr err="1"/>
              <a:t>nur</a:t>
            </a:r>
            <a:r>
              <a:t> </a:t>
            </a:r>
            <a:r>
              <a:rPr err="1"/>
              <a:t>über</a:t>
            </a:r>
            <a:r>
              <a:t> Kosten.</a:t>
            </a:r>
          </a:p>
          <a:p>
            <a:pPr marL="228600" indent="-228600">
              <a:buAutoNum type="arabicPeriod"/>
            </a:pPr>
            <a:r>
              <a:rPr lang="en-US" err="1"/>
              <a:t>Aufhebung</a:t>
            </a:r>
            <a:r>
              <a:rPr lang="en-US"/>
              <a:t> der rein </a:t>
            </a:r>
            <a:r>
              <a:rPr lang="en-US" err="1"/>
              <a:t>finanziellen</a:t>
            </a:r>
            <a:r>
              <a:rPr lang="en-US"/>
              <a:t> </a:t>
            </a:r>
            <a:r>
              <a:rPr lang="en-US" err="1"/>
              <a:t>Betrachtungsweise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  Die BSC </a:t>
            </a:r>
            <a:r>
              <a:rPr lang="en-US" err="1"/>
              <a:t>berücksichtigt</a:t>
            </a:r>
            <a:r>
              <a:rPr lang="en-US"/>
              <a:t> vier </a:t>
            </a:r>
            <a:r>
              <a:rPr lang="en-US" err="1"/>
              <a:t>ausgewogen</a:t>
            </a:r>
            <a:r>
              <a:rPr lang="en-US"/>
              <a:t> </a:t>
            </a:r>
            <a:r>
              <a:rPr lang="en-US" err="1"/>
              <a:t>eingesetzte</a:t>
            </a:r>
            <a:r>
              <a:rPr lang="en-US"/>
              <a:t> </a:t>
            </a:r>
            <a:r>
              <a:rPr lang="en-US" err="1"/>
              <a:t>finanzielle</a:t>
            </a:r>
            <a:r>
              <a:rPr lang="en-US"/>
              <a:t> und nicht-</a:t>
            </a:r>
            <a:r>
              <a:rPr lang="en-US" err="1"/>
              <a:t>finanzielle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</a:t>
            </a:r>
            <a:r>
              <a:rPr lang="en-US" err="1"/>
              <a:t>Sichten</a:t>
            </a:r>
            <a:r>
              <a:rPr lang="en-US"/>
              <a:t> (</a:t>
            </a:r>
            <a:r>
              <a:rPr lang="en-US" err="1"/>
              <a:t>Finanzen</a:t>
            </a:r>
            <a:r>
              <a:rPr lang="en-US"/>
              <a:t>, Markt und Kunde, interne </a:t>
            </a:r>
            <a:r>
              <a:rPr lang="en-US" err="1"/>
              <a:t>Prozesse</a:t>
            </a:r>
            <a:r>
              <a:rPr lang="en-US"/>
              <a:t>, </a:t>
            </a:r>
            <a:r>
              <a:rPr lang="en-US" err="1"/>
              <a:t>Lernen</a:t>
            </a:r>
            <a:r>
              <a:rPr lang="en-US"/>
              <a:t> und Innovation).</a:t>
            </a:r>
          </a:p>
          <a:p>
            <a:r>
              <a:rPr lang="en-US"/>
              <a:t>2. Integration von </a:t>
            </a:r>
            <a:r>
              <a:rPr lang="en-US" err="1"/>
              <a:t>Strategie</a:t>
            </a:r>
            <a:r>
              <a:rPr lang="en-US"/>
              <a:t> und </a:t>
            </a:r>
            <a:r>
              <a:rPr lang="en-US" err="1"/>
              <a:t>Maßnahmenplanung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   </a:t>
            </a:r>
            <a:r>
              <a:rPr lang="en-US" err="1"/>
              <a:t>Verknüpfung</a:t>
            </a:r>
            <a:r>
              <a:rPr lang="en-US"/>
              <a:t> der </a:t>
            </a:r>
            <a:r>
              <a:rPr lang="en-US" err="1"/>
              <a:t>strategischen</a:t>
            </a:r>
            <a:r>
              <a:rPr lang="en-US"/>
              <a:t> </a:t>
            </a:r>
            <a:r>
              <a:rPr lang="en-US" err="1"/>
              <a:t>Unternehmensplanung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der </a:t>
            </a:r>
            <a:r>
              <a:rPr lang="en-US" err="1"/>
              <a:t>kurz</a:t>
            </a:r>
            <a:r>
              <a:rPr lang="en-US"/>
              <a:t>-und </a:t>
            </a:r>
            <a:r>
              <a:rPr lang="en-US" err="1"/>
              <a:t>mittelfristigen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 </a:t>
            </a:r>
            <a:r>
              <a:rPr lang="en-US" err="1"/>
              <a:t>Maßnahmenplanung</a:t>
            </a:r>
            <a:r>
              <a:rPr lang="en-US"/>
              <a:t>. </a:t>
            </a:r>
            <a:r>
              <a:rPr lang="en-US" err="1"/>
              <a:t>Hierdurch</a:t>
            </a:r>
            <a:r>
              <a:rPr lang="en-US"/>
              <a:t> </a:t>
            </a:r>
            <a:r>
              <a:rPr lang="en-US" err="1"/>
              <a:t>soll</a:t>
            </a:r>
            <a:r>
              <a:rPr lang="en-US"/>
              <a:t> </a:t>
            </a:r>
            <a:r>
              <a:rPr lang="en-US" err="1"/>
              <a:t>sichergestellt</a:t>
            </a:r>
            <a:r>
              <a:rPr lang="en-US"/>
              <a:t> </a:t>
            </a:r>
            <a:r>
              <a:rPr lang="en-US" err="1"/>
              <a:t>werden</a:t>
            </a:r>
            <a:r>
              <a:rPr lang="en-US"/>
              <a:t>, </a:t>
            </a:r>
            <a:r>
              <a:rPr lang="en-US" err="1"/>
              <a:t>dass</a:t>
            </a:r>
            <a:r>
              <a:rPr lang="en-US"/>
              <a:t> </a:t>
            </a:r>
            <a:r>
              <a:rPr lang="en-US" err="1"/>
              <a:t>kurzfristige</a:t>
            </a:r>
            <a:r>
              <a:rPr lang="en-US"/>
              <a:t> </a:t>
            </a:r>
            <a:r>
              <a:rPr lang="en-US" err="1"/>
              <a:t>Maßnah</a:t>
            </a:r>
            <a:r>
              <a:rPr lang="en-US"/>
              <a:t>-</a:t>
            </a:r>
          </a:p>
          <a:p>
            <a:r>
              <a:rPr lang="en-US"/>
              <a:t> men </a:t>
            </a:r>
            <a:r>
              <a:rPr lang="en-US" err="1"/>
              <a:t>langfristigen</a:t>
            </a:r>
            <a:r>
              <a:rPr lang="en-US"/>
              <a:t> </a:t>
            </a:r>
            <a:r>
              <a:rPr lang="en-US" err="1"/>
              <a:t>strategischen</a:t>
            </a:r>
            <a:r>
              <a:rPr lang="en-US"/>
              <a:t> Zielen </a:t>
            </a:r>
            <a:r>
              <a:rPr lang="en-US" err="1"/>
              <a:t>dienen</a:t>
            </a:r>
            <a:r>
              <a:rPr lang="en-US"/>
              <a:t>.</a:t>
            </a:r>
          </a:p>
          <a:p>
            <a:r>
              <a:rPr lang="en-US"/>
              <a:t>3. </a:t>
            </a:r>
            <a:r>
              <a:rPr lang="en-US" err="1"/>
              <a:t>Strategischer</a:t>
            </a:r>
            <a:r>
              <a:rPr lang="en-US"/>
              <a:t> </a:t>
            </a:r>
            <a:r>
              <a:rPr lang="en-US" err="1"/>
              <a:t>zukunftsorientierter</a:t>
            </a:r>
            <a:r>
              <a:rPr lang="en-US"/>
              <a:t> </a:t>
            </a:r>
            <a:r>
              <a:rPr lang="en-US" err="1"/>
              <a:t>Handlungsrahmen</a:t>
            </a:r>
            <a:endParaRPr lang="en-US" err="1">
              <a:ea typeface="Calibri"/>
              <a:cs typeface="Calibri"/>
            </a:endParaRPr>
          </a:p>
          <a:p>
            <a:r>
              <a:rPr lang="en-US" err="1"/>
              <a:t>Traditionelle</a:t>
            </a:r>
            <a:r>
              <a:rPr lang="en-US"/>
              <a:t> </a:t>
            </a:r>
            <a:r>
              <a:rPr lang="en-US" err="1"/>
              <a:t>Kennzahlen</a:t>
            </a:r>
            <a:r>
              <a:rPr lang="en-US"/>
              <a:t> </a:t>
            </a:r>
            <a:r>
              <a:rPr lang="en-US" err="1"/>
              <a:t>waren</a:t>
            </a:r>
            <a:r>
              <a:rPr lang="en-US"/>
              <a:t> </a:t>
            </a:r>
            <a:r>
              <a:rPr lang="en-US" err="1"/>
              <a:t>eher</a:t>
            </a:r>
            <a:r>
              <a:rPr lang="en-US"/>
              <a:t> </a:t>
            </a:r>
            <a:r>
              <a:rPr lang="en-US" err="1"/>
              <a:t>vergangenheitsorientiert</a:t>
            </a:r>
            <a:r>
              <a:rPr lang="en-US"/>
              <a:t>. Die BSC </a:t>
            </a:r>
            <a:r>
              <a:rPr lang="en-US" err="1"/>
              <a:t>ist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zu</a:t>
            </a:r>
            <a:r>
              <a:rPr lang="en-US"/>
              <a:t>-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kunftsorientiertes</a:t>
            </a:r>
            <a:r>
              <a:rPr lang="en-US"/>
              <a:t> </a:t>
            </a:r>
            <a:r>
              <a:rPr lang="en-US" err="1"/>
              <a:t>interdependentes</a:t>
            </a:r>
            <a:r>
              <a:rPr lang="en-US"/>
              <a:t> </a:t>
            </a:r>
            <a:r>
              <a:rPr lang="en-US" err="1"/>
              <a:t>Kennzahlensystem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Koordination</a:t>
            </a:r>
            <a:r>
              <a:rPr lang="en-US"/>
              <a:t> der </a:t>
            </a:r>
            <a:r>
              <a:rPr lang="en-US" err="1"/>
              <a:t>Führungs</a:t>
            </a:r>
            <a:r>
              <a:rPr lang="en-US"/>
              <a:t>-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systeme</a:t>
            </a:r>
            <a:r>
              <a:rPr lang="en-US"/>
              <a:t>. Durch </a:t>
            </a:r>
            <a:r>
              <a:rPr lang="en-US" err="1"/>
              <a:t>Kommunikation</a:t>
            </a:r>
            <a:r>
              <a:rPr lang="en-US"/>
              <a:t> der Scorecard und </a:t>
            </a:r>
            <a:r>
              <a:rPr lang="en-US" err="1"/>
              <a:t>Einarbeitung</a:t>
            </a:r>
            <a:r>
              <a:rPr lang="en-US"/>
              <a:t> des Feedbacks </a:t>
            </a:r>
            <a:r>
              <a:rPr lang="en-US" err="1"/>
              <a:t>wird</a:t>
            </a:r>
            <a:endParaRPr lang="en-US" err="1">
              <a:ea typeface="Calibri"/>
              <a:cs typeface="Calibri"/>
            </a:endParaRPr>
          </a:p>
          <a:p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permanenter</a:t>
            </a:r>
            <a:r>
              <a:rPr lang="en-US"/>
              <a:t> </a:t>
            </a:r>
            <a:r>
              <a:rPr lang="en-US" err="1"/>
              <a:t>Führungskreislauf</a:t>
            </a:r>
            <a:r>
              <a:rPr lang="en-US"/>
              <a:t> </a:t>
            </a:r>
            <a:r>
              <a:rPr lang="en-US" err="1"/>
              <a:t>geschaffen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„If you can’t measure it, you can’t manage it“.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err="1"/>
              <a:t>Pragmatisch</a:t>
            </a:r>
            <a:r>
              <a:t> </a:t>
            </a:r>
            <a:r>
              <a:rPr err="1"/>
              <a:t>bleiben</a:t>
            </a:r>
            <a:r>
              <a:t>: </a:t>
            </a:r>
            <a:r>
              <a:rPr err="1"/>
              <a:t>lieber</a:t>
            </a:r>
            <a:r>
              <a:t> 10–15 Must‑Have‑KPIs, die </a:t>
            </a:r>
            <a:r>
              <a:rPr err="1"/>
              <a:t>regelmäßig</a:t>
            </a:r>
            <a:r>
              <a:t> </a:t>
            </a:r>
            <a:r>
              <a:rPr err="1"/>
              <a:t>genutzt</a:t>
            </a:r>
            <a:r>
              <a:t> </a:t>
            </a:r>
            <a:r>
              <a:rPr err="1"/>
              <a:t>werden</a:t>
            </a:r>
            <a:r>
              <a:t>, </a:t>
            </a:r>
            <a:r>
              <a:rPr err="1"/>
              <a:t>als</a:t>
            </a:r>
            <a:r>
              <a:t> 50, die </a:t>
            </a:r>
            <a:r>
              <a:rPr err="1"/>
              <a:t>niemand</a:t>
            </a:r>
            <a:r>
              <a:t> </a:t>
            </a:r>
            <a:r>
              <a:rPr err="1"/>
              <a:t>pflegt</a:t>
            </a:r>
            <a:r>
              <a:t>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Die </a:t>
            </a:r>
            <a:r>
              <a:rPr lang="en-US" err="1"/>
              <a:t>hier</a:t>
            </a:r>
            <a:r>
              <a:rPr lang="en-US"/>
              <a:t> </a:t>
            </a:r>
            <a:r>
              <a:rPr lang="en-US" err="1"/>
              <a:t>definierten</a:t>
            </a:r>
            <a:r>
              <a:rPr lang="en-US"/>
              <a:t> Kennziffern müssen nicht nur in der IT-Organisation,</a:t>
            </a:r>
          </a:p>
          <a:p>
            <a:r>
              <a:rPr lang="en-US" err="1"/>
              <a:t>sondern</a:t>
            </a:r>
            <a:r>
              <a:rPr lang="en-US"/>
              <a:t> </a:t>
            </a:r>
            <a:r>
              <a:rPr lang="en-US" err="1"/>
              <a:t>im</a:t>
            </a:r>
            <a:r>
              <a:rPr lang="en-US"/>
              <a:t> </a:t>
            </a:r>
            <a:r>
              <a:rPr lang="en-US" err="1"/>
              <a:t>gesamten</a:t>
            </a:r>
            <a:r>
              <a:rPr lang="en-US"/>
              <a:t> Unternehmen und bei allen Mitarbeitern bekannt und</a:t>
            </a:r>
          </a:p>
          <a:p>
            <a:r>
              <a:rPr lang="en-US" err="1"/>
              <a:t>verankert</a:t>
            </a:r>
            <a:r>
              <a:rPr lang="en-US"/>
              <a:t>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Passe Beispiele an eure Realität an – wichtig ist die Messbarkeit und Datenqualität. Definitionen im KPI‑Dictionary festhalten.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69E9-E4AD-428F-667E-29CCD36B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84D5B-794F-5842-C8D5-D8AD47B9E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8F523-8AA2-565E-21D8-9ECA5FBFF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Passe Beispiele an eure Realität an – wichtig ist die Messbarkeit und Datenqualität. Definitionen im KPI‑Dictionary festhalten.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A25B6-DAEB-DB05-1D00-7C1A22E9E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2678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Betone die Kalibrierung: Anfangs sind Zielwerte Hypothesen. Ampeln helfen dem Management, schneller zu entscheiden.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Hervorheben: Ohne verbindliche Rituale und klare Ownership kippt die Initiative. Transparenz und Kommunikation sind entscheidend.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909D-D75E-5723-650D-4A7BA6DC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F7C82-FE49-A7E5-A132-D4C6A784B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59E1E-00D9-06DD-826C-28DF53DF0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Hervorheben: Ohne verbindliche Rituale und klare Ownership kippt die Initiative. Transparenz und Kommunikation sind entscheidend.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AF3BE-5CEB-C93A-FE5B-D4FF33ABD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6790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44F9-7393-0D34-B240-81421FE8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6C951-2791-80FE-D7C0-F89F4DB76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B6EE7-250C-050E-5CA7-205B8153D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err="1"/>
              <a:t>Oftmals</a:t>
            </a:r>
            <a:r>
              <a:rPr lang="en-US"/>
              <a:t> </a:t>
            </a:r>
            <a:r>
              <a:rPr lang="en-US" err="1"/>
              <a:t>beginnt</a:t>
            </a:r>
            <a:r>
              <a:rPr lang="en-US"/>
              <a:t> das IT-</a:t>
            </a:r>
            <a:r>
              <a:rPr lang="en-US" err="1"/>
              <a:t>Strategieprojekt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einer</a:t>
            </a:r>
            <a:r>
              <a:rPr lang="en-US"/>
              <a:t> Art „Schock“ </a:t>
            </a:r>
            <a:r>
              <a:rPr lang="en-US" err="1"/>
              <a:t>unter</a:t>
            </a:r>
            <a:r>
              <a:rPr lang="en-US"/>
              <a:t> den </a:t>
            </a:r>
            <a:r>
              <a:rPr lang="en-US" err="1"/>
              <a:t>Beteiligten</a:t>
            </a:r>
            <a:r>
              <a:rPr lang="en-US"/>
              <a:t>.</a:t>
            </a:r>
          </a:p>
          <a:p>
            <a:r>
              <a:rPr lang="en-US"/>
              <a:t>Es </a:t>
            </a:r>
            <a:r>
              <a:rPr lang="en-US" err="1"/>
              <a:t>wird</a:t>
            </a:r>
            <a:r>
              <a:rPr lang="en-US"/>
              <a:t> </a:t>
            </a:r>
            <a:r>
              <a:rPr lang="en-US" err="1"/>
              <a:t>sich</a:t>
            </a:r>
            <a:r>
              <a:rPr lang="en-US"/>
              <a:t> </a:t>
            </a:r>
            <a:r>
              <a:rPr lang="en-US" err="1"/>
              <a:t>gefragt</a:t>
            </a:r>
            <a:r>
              <a:rPr lang="en-US"/>
              <a:t>, </a:t>
            </a:r>
            <a:r>
              <a:rPr lang="en-US" err="1"/>
              <a:t>warum</a:t>
            </a:r>
            <a:r>
              <a:rPr lang="en-US"/>
              <a:t> </a:t>
            </a:r>
            <a:r>
              <a:rPr lang="en-US" err="1"/>
              <a:t>eine</a:t>
            </a:r>
            <a:r>
              <a:rPr lang="en-US"/>
              <a:t> IT-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benötigt</a:t>
            </a:r>
            <a:r>
              <a:rPr lang="en-US"/>
              <a:t> </a:t>
            </a:r>
            <a:r>
              <a:rPr lang="en-US" err="1"/>
              <a:t>wird</a:t>
            </a:r>
            <a:r>
              <a:rPr lang="en-US"/>
              <a:t> und was das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einem</a:t>
            </a:r>
            <a:r>
              <a:rPr lang="en-US"/>
              <a:t> </a:t>
            </a:r>
            <a:r>
              <a:rPr lang="en-US" err="1"/>
              <a:t>selbst</a:t>
            </a:r>
            <a:endParaRPr lang="en-US" err="1">
              <a:ea typeface="Calibri"/>
              <a:cs typeface="Calibri"/>
            </a:endParaRPr>
          </a:p>
          <a:p>
            <a:r>
              <a:rPr lang="en-US" err="1"/>
              <a:t>zu</a:t>
            </a:r>
            <a:r>
              <a:rPr lang="en-US"/>
              <a:t> tun </a:t>
            </a:r>
            <a:r>
              <a:rPr lang="en-US" err="1"/>
              <a:t>haben</a:t>
            </a:r>
            <a:r>
              <a:rPr lang="en-US"/>
              <a:t> </a:t>
            </a:r>
            <a:r>
              <a:rPr lang="en-US" err="1"/>
              <a:t>könnte</a:t>
            </a:r>
            <a:r>
              <a:rPr lang="en-US"/>
              <a:t>. </a:t>
            </a:r>
            <a:r>
              <a:rPr lang="en-US" err="1"/>
              <a:t>Drohen</a:t>
            </a:r>
            <a:r>
              <a:rPr lang="en-US"/>
              <a:t> </a:t>
            </a:r>
            <a:r>
              <a:rPr lang="en-US" err="1"/>
              <a:t>eventuell</a:t>
            </a:r>
            <a:r>
              <a:rPr lang="en-US"/>
              <a:t> </a:t>
            </a:r>
            <a:r>
              <a:rPr lang="en-US" err="1"/>
              <a:t>Kündigungen</a:t>
            </a:r>
            <a:r>
              <a:rPr lang="en-US"/>
              <a:t> 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Kürzungen</a:t>
            </a:r>
            <a:r>
              <a:rPr lang="en-US"/>
              <a:t> </a:t>
            </a:r>
            <a:r>
              <a:rPr lang="en-US" err="1"/>
              <a:t>im</a:t>
            </a:r>
            <a:r>
              <a:rPr lang="en-US"/>
              <a:t> </a:t>
            </a:r>
            <a:r>
              <a:rPr lang="en-US" err="1"/>
              <a:t>Gehalt</a:t>
            </a:r>
            <a:r>
              <a:rPr lang="en-US"/>
              <a:t>? Der lo-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gische</a:t>
            </a:r>
            <a:r>
              <a:rPr lang="en-US"/>
              <a:t> </a:t>
            </a:r>
            <a:r>
              <a:rPr lang="en-US" err="1"/>
              <a:t>nächste</a:t>
            </a:r>
            <a:r>
              <a:rPr lang="en-US"/>
              <a:t> Schritt </a:t>
            </a:r>
            <a:r>
              <a:rPr lang="en-US" err="1"/>
              <a:t>ist</a:t>
            </a:r>
            <a:r>
              <a:rPr lang="en-US"/>
              <a:t> </a:t>
            </a:r>
            <a:r>
              <a:rPr lang="en-US" err="1"/>
              <a:t>dann</a:t>
            </a:r>
            <a:r>
              <a:rPr lang="en-US"/>
              <a:t> die „</a:t>
            </a:r>
            <a:r>
              <a:rPr lang="en-US" err="1"/>
              <a:t>Verneinung</a:t>
            </a:r>
            <a:r>
              <a:rPr lang="en-US"/>
              <a:t>“. Die </a:t>
            </a:r>
            <a:r>
              <a:rPr lang="en-US" err="1"/>
              <a:t>Beteiligten</a:t>
            </a:r>
            <a:r>
              <a:rPr lang="en-US"/>
              <a:t> </a:t>
            </a:r>
            <a:r>
              <a:rPr lang="en-US" err="1"/>
              <a:t>wollen</a:t>
            </a:r>
            <a:r>
              <a:rPr lang="en-US"/>
              <a:t> </a:t>
            </a:r>
            <a:r>
              <a:rPr lang="en-US" err="1"/>
              <a:t>ihre</a:t>
            </a:r>
            <a:r>
              <a:rPr lang="en-US"/>
              <a:t> „</a:t>
            </a:r>
            <a:r>
              <a:rPr lang="en-US" err="1"/>
              <a:t>Betroffen</a:t>
            </a:r>
            <a:r>
              <a:rPr lang="en-US"/>
              <a:t>-</a:t>
            </a:r>
          </a:p>
          <a:p>
            <a:r>
              <a:rPr lang="en-US" err="1"/>
              <a:t>heit</a:t>
            </a:r>
            <a:r>
              <a:rPr lang="en-US"/>
              <a:t>“ in </a:t>
            </a:r>
            <a:r>
              <a:rPr lang="en-US" err="1"/>
              <a:t>diesem</a:t>
            </a:r>
            <a:r>
              <a:rPr lang="en-US"/>
              <a:t> Projekt nicht </a:t>
            </a:r>
            <a:r>
              <a:rPr lang="en-US" err="1"/>
              <a:t>wahrhaben</a:t>
            </a:r>
            <a:r>
              <a:rPr lang="en-US"/>
              <a:t> und </a:t>
            </a:r>
            <a:r>
              <a:rPr lang="en-US" err="1"/>
              <a:t>neigen</a:t>
            </a:r>
            <a:r>
              <a:rPr lang="en-US"/>
              <a:t> </a:t>
            </a:r>
            <a:r>
              <a:rPr lang="en-US" err="1"/>
              <a:t>oftmals</a:t>
            </a:r>
            <a:r>
              <a:rPr lang="en-US"/>
              <a:t> </a:t>
            </a:r>
            <a:r>
              <a:rPr lang="en-US" err="1"/>
              <a:t>zu</a:t>
            </a:r>
            <a:r>
              <a:rPr lang="en-US"/>
              <a:t> </a:t>
            </a:r>
            <a:r>
              <a:rPr lang="en-US" err="1"/>
              <a:t>einer</a:t>
            </a:r>
            <a:r>
              <a:rPr lang="en-US"/>
              <a:t> </a:t>
            </a:r>
            <a:r>
              <a:rPr lang="en-US" err="1"/>
              <a:t>Überschätzung</a:t>
            </a:r>
            <a:r>
              <a:rPr lang="en-US"/>
              <a:t> </a:t>
            </a:r>
            <a:r>
              <a:rPr lang="en-US" err="1"/>
              <a:t>ihrer</a:t>
            </a:r>
          </a:p>
          <a:p>
            <a:r>
              <a:rPr lang="en-US" err="1"/>
              <a:t>Fähigkeiten</a:t>
            </a:r>
            <a:r>
              <a:rPr lang="en-US"/>
              <a:t>. Oft </a:t>
            </a:r>
            <a:r>
              <a:rPr lang="en-US" err="1"/>
              <a:t>passiert</a:t>
            </a:r>
            <a:r>
              <a:rPr lang="en-US"/>
              <a:t> in </a:t>
            </a:r>
            <a:r>
              <a:rPr lang="en-US" err="1"/>
              <a:t>dieser</a:t>
            </a:r>
            <a:r>
              <a:rPr lang="en-US"/>
              <a:t> Phase, </a:t>
            </a:r>
            <a:r>
              <a:rPr lang="en-US" err="1"/>
              <a:t>dass</a:t>
            </a:r>
            <a:r>
              <a:rPr lang="en-US"/>
              <a:t> die Mitarbeiter </a:t>
            </a:r>
            <a:r>
              <a:rPr lang="en-US" err="1"/>
              <a:t>einfach</a:t>
            </a:r>
            <a:r>
              <a:rPr lang="en-US"/>
              <a:t> </a:t>
            </a:r>
            <a:r>
              <a:rPr lang="en-US" err="1"/>
              <a:t>weitermachen</a:t>
            </a:r>
            <a:r>
              <a:rPr lang="en-US"/>
              <a:t>, </a:t>
            </a:r>
            <a:r>
              <a:rPr lang="en-US" err="1"/>
              <a:t>als</a:t>
            </a:r>
          </a:p>
          <a:p>
            <a:r>
              <a:rPr lang="en-US" err="1"/>
              <a:t>wenn</a:t>
            </a:r>
            <a:r>
              <a:rPr lang="en-US"/>
              <a:t> </a:t>
            </a:r>
            <a:r>
              <a:rPr lang="en-US" err="1"/>
              <a:t>nichts</a:t>
            </a:r>
            <a:r>
              <a:rPr lang="en-US"/>
              <a:t> </a:t>
            </a:r>
            <a:r>
              <a:rPr lang="en-US" err="1"/>
              <a:t>passiert</a:t>
            </a:r>
            <a:r>
              <a:rPr lang="en-US"/>
              <a:t> </a:t>
            </a:r>
            <a:r>
              <a:rPr lang="en-US" err="1"/>
              <a:t>wäre</a:t>
            </a:r>
            <a:r>
              <a:rPr lang="en-US"/>
              <a:t> und </a:t>
            </a:r>
            <a:r>
              <a:rPr lang="en-US" err="1"/>
              <a:t>denken</a:t>
            </a:r>
            <a:r>
              <a:rPr lang="en-US"/>
              <a:t>: „Das </a:t>
            </a:r>
            <a:r>
              <a:rPr lang="en-US" err="1"/>
              <a:t>ist</a:t>
            </a:r>
            <a:r>
              <a:rPr lang="en-US"/>
              <a:t> mal </a:t>
            </a:r>
            <a:r>
              <a:rPr lang="en-US" err="1"/>
              <a:t>wieder</a:t>
            </a:r>
            <a:r>
              <a:rPr lang="en-US"/>
              <a:t> so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typisches</a:t>
            </a:r>
            <a:r>
              <a:rPr lang="en-US"/>
              <a:t> Projekt. Ich</a:t>
            </a:r>
          </a:p>
          <a:p>
            <a:r>
              <a:rPr lang="en-US" err="1"/>
              <a:t>halte</a:t>
            </a:r>
            <a:r>
              <a:rPr lang="en-US"/>
              <a:t> </a:t>
            </a:r>
            <a:r>
              <a:rPr lang="en-US" err="1"/>
              <a:t>mich</a:t>
            </a:r>
            <a:r>
              <a:rPr lang="en-US"/>
              <a:t> da am </a:t>
            </a:r>
            <a:r>
              <a:rPr lang="en-US" err="1"/>
              <a:t>besten</a:t>
            </a:r>
            <a:r>
              <a:rPr lang="en-US"/>
              <a:t> erst mal </a:t>
            </a:r>
            <a:r>
              <a:rPr lang="en-US" err="1"/>
              <a:t>raus</a:t>
            </a:r>
            <a:r>
              <a:rPr lang="en-US"/>
              <a:t>!“. </a:t>
            </a:r>
            <a:r>
              <a:rPr lang="en-US" err="1"/>
              <a:t>Diese</a:t>
            </a:r>
            <a:r>
              <a:rPr lang="en-US"/>
              <a:t> Phase </a:t>
            </a:r>
            <a:r>
              <a:rPr lang="en-US" err="1"/>
              <a:t>ist</a:t>
            </a:r>
            <a:r>
              <a:rPr lang="en-US"/>
              <a:t> </a:t>
            </a:r>
            <a:r>
              <a:rPr lang="en-US" err="1"/>
              <a:t>geprägt</a:t>
            </a:r>
            <a:r>
              <a:rPr lang="en-US"/>
              <a:t> von </a:t>
            </a:r>
            <a:r>
              <a:rPr lang="en-US" err="1"/>
              <a:t>Ausreden</a:t>
            </a:r>
            <a:r>
              <a:rPr lang="en-US"/>
              <a:t>, </a:t>
            </a:r>
            <a:r>
              <a:rPr lang="en-US" err="1"/>
              <a:t>Verdrän</a:t>
            </a:r>
            <a:r>
              <a:rPr lang="en-US"/>
              <a:t>-</a:t>
            </a:r>
          </a:p>
          <a:p>
            <a:r>
              <a:rPr lang="en-US"/>
              <a:t>gen der </a:t>
            </a:r>
            <a:r>
              <a:rPr lang="en-US" err="1"/>
              <a:t>Tatsachen</a:t>
            </a:r>
            <a:r>
              <a:rPr lang="en-US"/>
              <a:t> und </a:t>
            </a:r>
            <a:r>
              <a:rPr lang="en-US" err="1"/>
              <a:t>bloßem</a:t>
            </a:r>
            <a:r>
              <a:rPr lang="en-US"/>
              <a:t> </a:t>
            </a:r>
            <a:r>
              <a:rPr lang="en-US" err="1"/>
              <a:t>Kleinreden</a:t>
            </a:r>
            <a:r>
              <a:rPr lang="en-US"/>
              <a:t>.</a:t>
            </a:r>
          </a:p>
          <a:p>
            <a:r>
              <a:rPr lang="en-US"/>
              <a:t>Das IT-</a:t>
            </a:r>
            <a:r>
              <a:rPr lang="en-US" err="1"/>
              <a:t>Strategieprojekt</a:t>
            </a:r>
            <a:r>
              <a:rPr lang="en-US"/>
              <a:t> </a:t>
            </a:r>
            <a:r>
              <a:rPr lang="en-US" err="1"/>
              <a:t>geht</a:t>
            </a:r>
            <a:r>
              <a:rPr lang="en-US"/>
              <a:t> nun </a:t>
            </a:r>
            <a:r>
              <a:rPr lang="en-US" err="1"/>
              <a:t>aber</a:t>
            </a:r>
            <a:r>
              <a:rPr lang="en-US"/>
              <a:t> </a:t>
            </a:r>
            <a:r>
              <a:rPr lang="en-US" err="1"/>
              <a:t>weiter</a:t>
            </a:r>
            <a:r>
              <a:rPr lang="en-US"/>
              <a:t> und das </a:t>
            </a:r>
            <a:r>
              <a:rPr lang="en-US" err="1"/>
              <a:t>Verdrängen</a:t>
            </a:r>
            <a:r>
              <a:rPr lang="en-US"/>
              <a:t> und </a:t>
            </a:r>
            <a:r>
              <a:rPr lang="en-US" err="1"/>
              <a:t>Kleinreden</a:t>
            </a:r>
            <a:r>
              <a:rPr lang="en-US"/>
              <a:t> </a:t>
            </a:r>
            <a:r>
              <a:rPr lang="en-US" err="1"/>
              <a:t>wird</a:t>
            </a:r>
          </a:p>
          <a:p>
            <a:r>
              <a:rPr lang="en-US"/>
              <a:t>immer </a:t>
            </a:r>
            <a:r>
              <a:rPr lang="en-US" err="1"/>
              <a:t>schwerer</a:t>
            </a:r>
            <a:r>
              <a:rPr lang="en-US"/>
              <a:t>. </a:t>
            </a:r>
            <a:r>
              <a:rPr lang="en-US" err="1"/>
              <a:t>Zunächst</a:t>
            </a:r>
            <a:r>
              <a:rPr lang="en-US"/>
              <a:t> </a:t>
            </a:r>
            <a:r>
              <a:rPr lang="en-US" err="1"/>
              <a:t>kann</a:t>
            </a:r>
            <a:r>
              <a:rPr lang="en-US"/>
              <a:t> </a:t>
            </a:r>
            <a:r>
              <a:rPr lang="en-US" err="1"/>
              <a:t>dadurch</a:t>
            </a:r>
            <a:r>
              <a:rPr lang="en-US"/>
              <a:t> Wut, Frustration 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Verzweiflung</a:t>
            </a:r>
            <a:r>
              <a:rPr lang="en-US"/>
              <a:t> </a:t>
            </a:r>
            <a:r>
              <a:rPr lang="en-US" err="1"/>
              <a:t>bei</a:t>
            </a:r>
            <a:r>
              <a:rPr lang="en-US"/>
              <a:t> den</a:t>
            </a:r>
          </a:p>
          <a:p>
            <a:r>
              <a:rPr lang="en-US" err="1"/>
              <a:t>Beteiligten</a:t>
            </a:r>
            <a:r>
              <a:rPr lang="en-US"/>
              <a:t> </a:t>
            </a:r>
            <a:r>
              <a:rPr lang="en-US" err="1"/>
              <a:t>auftreten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DA568-F503-5424-125A-7A22656E5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06415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Ansätze sind valide – wichtig ist, zügig sichtbare Ergebnisse zu schaffen und später professionell zu skalieren.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47C5-7839-D4A8-D7D7-1D5C5781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79D37-9B84-D690-C624-D17B64F97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6EC5A-BD1C-0CF9-9B65-C83D4A668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Ansätze sind valide – wichtig ist, zügig sichtbare Ergebnisse zu schaffen und später professionell zu skalieren.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5DFF1-85DF-BEC4-11B7-4956B2C41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92442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Abschluss: in 4 Wochen ein erstes Review mit Ampelstatus und Maßnahmen durchführen. Von Quick‑Win‑Setup später auf skalierbare Suite migrieren.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596539" cy="110251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 anchor="b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/>
              <a:t>Master-Untertitelformat bearbeiten</a:t>
            </a:r>
            <a:endParaRPr lang="de-DE"/>
          </a:p>
        </p:txBody>
      </p:sp>
      <p:pic>
        <p:nvPicPr>
          <p:cNvPr id="6" name="Grafik 5" descr="Ein Bild, das Grün, Farbigkeit, gelb, Grafiken enthält.&#10;&#10;Automatisch generierte Beschreibung">
            <a:extLst>
              <a:ext uri="{FF2B5EF4-FFF2-40B4-BE49-F238E27FC236}">
                <a16:creationId xmlns:a16="http://schemas.microsoft.com/office/drawing/2014/main" id="{6D0BD286-6761-F448-B43B-BCC043C523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65201"/>
            <a:ext cx="91440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226" userDrawn="1">
          <p15:clr>
            <a:srgbClr val="FBAE40"/>
          </p15:clr>
        </p15:guide>
        <p15:guide id="2" pos="5534" userDrawn="1">
          <p15:clr>
            <a:srgbClr val="FBAE40"/>
          </p15:clr>
        </p15:guide>
        <p15:guide id="3" orient="horz" pos="1003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686" userDrawn="1">
          <p15:clr>
            <a:srgbClr val="FBAE40"/>
          </p15:clr>
        </p15:guide>
        <p15:guide id="6" orient="horz" pos="4178" userDrawn="1">
          <p15:clr>
            <a:srgbClr val="FBAE40"/>
          </p15:clr>
        </p15:guide>
        <p15:guide id="7" pos="170" userDrawn="1">
          <p15:clr>
            <a:srgbClr val="FBAE40"/>
          </p15:clr>
        </p15:guide>
        <p15:guide id="8" pos="559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229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1064539"/>
            <a:ext cx="860425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3444479"/>
            <a:ext cx="860425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91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1194197"/>
            <a:ext cx="9144000" cy="3375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8775" y="1949734"/>
            <a:ext cx="8604250" cy="1021556"/>
          </a:xfrm>
        </p:spPr>
        <p:txBody>
          <a:bodyPr anchor="b"/>
          <a:lstStyle>
            <a:lvl1pPr algn="ctr">
              <a:defRPr sz="4000" b="1" i="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3254659"/>
            <a:ext cx="8604251" cy="11251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45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27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63641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3166759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3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s plus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96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26498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46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1999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0" y="1204233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de-AT"/>
              <a:t>Mastertitelformat bearbeiten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358776" y="1194197"/>
            <a:ext cx="2765425" cy="3375422"/>
          </a:xfrm>
        </p:spPr>
        <p:txBody>
          <a:bodyPr/>
          <a:lstStyle/>
          <a:p>
            <a:r>
              <a:rPr lang="de-AT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27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1846" y="1194197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de-AT"/>
              <a:t>Mastertitelformat bearbeiten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019801" y="1194197"/>
            <a:ext cx="2765425" cy="3375422"/>
          </a:xfrm>
        </p:spPr>
        <p:txBody>
          <a:bodyPr/>
          <a:lstStyle/>
          <a:p>
            <a:r>
              <a:rPr lang="de-AT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0499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816769"/>
            <a:ext cx="8602280" cy="857250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1751750"/>
            <a:ext cx="4227513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69876" y="2231572"/>
            <a:ext cx="4227513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751750"/>
            <a:ext cx="4227130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231572"/>
            <a:ext cx="4229100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082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7374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4981" y="816769"/>
            <a:ext cx="3200533" cy="901814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816769"/>
            <a:ext cx="5297105" cy="3752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69876" y="1719943"/>
            <a:ext cx="3195638" cy="28496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624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6" y="4144565"/>
            <a:ext cx="4302125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58775" y="816769"/>
            <a:ext cx="8426450" cy="332779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/>
              <a:t>Bild auf Platzhalter ziehen oder durch Klicken auf Symbol hinzufügen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1999" y="4144565"/>
            <a:ext cx="4302125" cy="425054"/>
          </a:xfrm>
        </p:spPr>
        <p:txBody>
          <a:bodyPr anchor="b"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297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1194197"/>
            <a:ext cx="9144000" cy="39493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/>
              <a:t>Bild auf Platzhalter ziehen oder durch Klicken auf Symbol hinzufügen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866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430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816769"/>
            <a:ext cx="2244725" cy="3752850"/>
          </a:xfrm>
        </p:spPr>
        <p:txBody>
          <a:bodyPr vert="eaVert"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69876" y="816769"/>
            <a:ext cx="6207125" cy="3752850"/>
          </a:xfrm>
        </p:spPr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24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085A53B-18B8-EB32-4D55-CC6B0AC6E30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187" y="9981"/>
            <a:ext cx="8975098" cy="91440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9875" y="817886"/>
            <a:ext cx="860228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1758043"/>
            <a:ext cx="8604250" cy="28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646655" y="313292"/>
            <a:ext cx="2537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cap="all" baseline="0">
                <a:solidFill>
                  <a:schemeClr val="accent1"/>
                </a:solidFill>
                <a:latin typeface="+mn-lt"/>
                <a:cs typeface="Estrangelo Edessa" pitchFamily="66" charset="0"/>
              </a:rPr>
              <a:t>ANGEWANDTE INFORMATIK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26498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3855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14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25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5" r:id="rId13"/>
    <p:sldLayoutId id="2147483796" r:id="rId14"/>
    <p:sldLayoutId id="2147483797" r:id="rId15"/>
    <p:sldLayoutId id="2147483798" r:id="rId16"/>
    <p:sldLayoutId id="2147483799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600"/>
        </a:spcBef>
        <a:spcAft>
          <a:spcPts val="0"/>
        </a:spcAft>
        <a:buClr>
          <a:srgbClr val="F7A600"/>
        </a:buClr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0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003" userDrawn="1">
          <p15:clr>
            <a:srgbClr val="F26B43"/>
          </p15:clr>
        </p15:guide>
        <p15:guide id="1" pos="2880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170" userDrawn="1">
          <p15:clr>
            <a:srgbClr val="F26B43"/>
          </p15:clr>
        </p15:guide>
        <p15:guide id="4" pos="5534" userDrawn="1">
          <p15:clr>
            <a:srgbClr val="F26B43"/>
          </p15:clr>
        </p15:guide>
        <p15:guide id="5" pos="5590" userDrawn="1">
          <p15:clr>
            <a:srgbClr val="F26B43"/>
          </p15:clr>
        </p15:guide>
        <p15:guide id="6" orient="horz" pos="3838" userDrawn="1">
          <p15:clr>
            <a:srgbClr val="F26B43"/>
          </p15:clr>
        </p15:guide>
        <p15:guide id="7" orient="horz" pos="686" userDrawn="1">
          <p15:clr>
            <a:srgbClr val="F26B43"/>
          </p15:clr>
        </p15:guide>
        <p15:guide id="8" orient="horz" pos="41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IT-Strategiecockpit – Kerninhalte &amp;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Steffen Marz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Worum geht’s? Ziel &amp; Einbettung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/>
              <a:t>Monitoring &amp; Steuerung der IT‑Strategie über ein Strategiecockpit (BSC-basiert).</a:t>
            </a:r>
            <a:endParaRPr lang="de-DE" sz="18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/>
              <a:t>Einbettung: Nach Roadmap/Portfolio – Maßnahmen messbar machen und verfolgen.</a:t>
            </a:r>
            <a:endParaRPr lang="de-DE" sz="18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err="1"/>
              <a:t>Typische</a:t>
            </a:r>
            <a:r>
              <a:rPr sz="1800"/>
              <a:t> </a:t>
            </a:r>
            <a:r>
              <a:rPr sz="1800" err="1"/>
              <a:t>Lücke</a:t>
            </a:r>
            <a:r>
              <a:rPr sz="1800"/>
              <a:t>: „Was </a:t>
            </a:r>
            <a:r>
              <a:rPr sz="1800" err="1"/>
              <a:t>messen</a:t>
            </a:r>
            <a:r>
              <a:rPr sz="1800"/>
              <a:t>?“ vs. „Was </a:t>
            </a:r>
            <a:r>
              <a:rPr sz="1800" err="1"/>
              <a:t>wird</a:t>
            </a:r>
            <a:r>
              <a:rPr sz="1800"/>
              <a:t> </a:t>
            </a:r>
            <a:r>
              <a:rPr sz="1800" err="1"/>
              <a:t>gemessen</a:t>
            </a:r>
            <a:r>
              <a:rPr sz="1800"/>
              <a:t>?“ – </a:t>
            </a:r>
            <a:r>
              <a:rPr sz="1800" err="1"/>
              <a:t>Fokus</a:t>
            </a:r>
            <a:r>
              <a:rPr sz="1800"/>
              <a:t> auf die </a:t>
            </a:r>
            <a:r>
              <a:rPr sz="1800" err="1"/>
              <a:t>richtigen</a:t>
            </a:r>
            <a:r>
              <a:rPr sz="1800"/>
              <a:t> KPIs.</a:t>
            </a:r>
            <a:endParaRPr sz="1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D23FB-77AE-980F-8CD5-9E6A151A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F812-9F43-C507-C7DC-2F1BF3CEA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1614F-6038-74F8-860F-E3E3CC7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28512-E4F9-936A-74D0-4553FA25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003" y="594059"/>
            <a:ext cx="5345035" cy="44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6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Balanced Scorecard (BSC) – das Fundament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sz="1650" err="1"/>
              <a:t>Verknüpft</a:t>
            </a:r>
            <a:r>
              <a:rPr sz="1650"/>
              <a:t> </a:t>
            </a:r>
            <a:r>
              <a:rPr sz="1650" err="1"/>
              <a:t>Strategie</a:t>
            </a:r>
            <a:r>
              <a:rPr sz="1650"/>
              <a:t> </a:t>
            </a:r>
            <a:r>
              <a:rPr sz="1650" err="1"/>
              <a:t>mit</a:t>
            </a:r>
            <a:r>
              <a:rPr sz="1650"/>
              <a:t> </a:t>
            </a:r>
            <a:r>
              <a:rPr sz="1650" err="1"/>
              <a:t>operativen</a:t>
            </a:r>
            <a:r>
              <a:rPr sz="1650"/>
              <a:t> </a:t>
            </a:r>
            <a:r>
              <a:rPr sz="1650" err="1"/>
              <a:t>Maßnahmen</a:t>
            </a:r>
            <a:r>
              <a:rPr sz="1650"/>
              <a:t> – nicht </a:t>
            </a:r>
            <a:r>
              <a:rPr sz="1650" err="1"/>
              <a:t>nur</a:t>
            </a:r>
            <a:r>
              <a:rPr sz="1650"/>
              <a:t> </a:t>
            </a:r>
            <a:r>
              <a:rPr sz="1650" err="1"/>
              <a:t>Finanzen</a:t>
            </a:r>
            <a:r>
              <a:rPr sz="1650"/>
              <a:t> </a:t>
            </a:r>
            <a:r>
              <a:rPr sz="1650" err="1"/>
              <a:t>im</a:t>
            </a:r>
            <a:r>
              <a:rPr sz="1650"/>
              <a:t> Blick.</a:t>
            </a:r>
            <a:endParaRPr lang="en-US"/>
          </a:p>
          <a:p>
            <a:pPr>
              <a:lnSpc>
                <a:spcPct val="150000"/>
              </a:lnSpc>
            </a:pPr>
            <a:r>
              <a:rPr sz="1650" b="1" err="1"/>
              <a:t>Kernelemente</a:t>
            </a:r>
            <a:r>
              <a:rPr sz="1650"/>
              <a:t>:</a:t>
            </a:r>
            <a:endParaRPr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Ziele</a:t>
            </a:r>
            <a:endParaRPr lang="de-DE"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Kennzahlen (KPIs)</a:t>
            </a:r>
            <a:endParaRPr lang="de-DE"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Zielwerte</a:t>
            </a:r>
            <a:endParaRPr lang="de-DE" sz="165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50"/>
              <a:t>Maßnahmen</a:t>
            </a:r>
            <a:endParaRPr lang="de-DE" sz="165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26BEE-6DE1-A45B-BA06-C3BA8C2ABF7C}"/>
              </a:ext>
            </a:extLst>
          </p:cNvPr>
          <p:cNvSpPr txBox="1"/>
          <p:nvPr/>
        </p:nvSpPr>
        <p:spPr>
          <a:xfrm>
            <a:off x="5460999" y="2815166"/>
            <a:ext cx="378883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ea typeface="+mn-lt"/>
                <a:cs typeface="+mn-lt"/>
              </a:rPr>
              <a:t>„If you can’t measure it, you can’t manage it“</a:t>
            </a:r>
            <a:endParaRPr lang="en-US" sz="3600" b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75" y="568939"/>
            <a:ext cx="8602280" cy="857250"/>
          </a:xfrm>
        </p:spPr>
        <p:txBody>
          <a:bodyPr/>
          <a:lstStyle/>
          <a:p>
            <a:r>
              <a:rPr lang="en-US"/>
              <a:t>Die vier </a:t>
            </a:r>
            <a:r>
              <a:rPr lang="en-US" err="1"/>
              <a:t>Perspektiven</a:t>
            </a:r>
            <a:r>
              <a:rPr lang="en-US"/>
              <a:t> der BSC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905" y="1692074"/>
            <a:ext cx="8604250" cy="28115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sz="1650" b="1"/>
              <a:t>1) </a:t>
            </a:r>
            <a:r>
              <a:rPr sz="1650" b="1" err="1"/>
              <a:t>Finanzen</a:t>
            </a:r>
            <a:endParaRPr lang="en-US" sz="1650" b="1">
              <a:ea typeface="Calibri"/>
              <a:cs typeface="Calibri"/>
            </a:endParaRPr>
          </a:p>
          <a:p>
            <a:pPr lvl="1"/>
            <a:r>
              <a:rPr sz="1650"/>
              <a:t>z. B. IT‑Kosten, Budgettreue, Nutzenbeiträge</a:t>
            </a:r>
            <a:endParaRPr lang="de-DE" sz="1650"/>
          </a:p>
          <a:p>
            <a:pPr lvl="1"/>
            <a:endParaRPr sz="1650"/>
          </a:p>
          <a:p>
            <a:r>
              <a:rPr sz="1650" b="1"/>
              <a:t>2) Interne </a:t>
            </a:r>
            <a:r>
              <a:rPr sz="1650" b="1" err="1"/>
              <a:t>Prozesse</a:t>
            </a:r>
            <a:endParaRPr sz="1650" b="1">
              <a:ea typeface="Calibri"/>
              <a:cs typeface="Calibri"/>
            </a:endParaRPr>
          </a:p>
          <a:p>
            <a:pPr lvl="1"/>
            <a:r>
              <a:rPr sz="1650"/>
              <a:t>z. B. Durchlaufzeiten, SLA‑Einhaltung, Eskalationen</a:t>
            </a:r>
            <a:endParaRPr lang="de-DE" sz="1650"/>
          </a:p>
          <a:p>
            <a:pPr lvl="1"/>
            <a:endParaRPr sz="1650"/>
          </a:p>
          <a:p>
            <a:r>
              <a:rPr sz="1650" b="1"/>
              <a:t>3) </a:t>
            </a:r>
            <a:r>
              <a:rPr sz="1650" b="1" err="1"/>
              <a:t>Lernen</a:t>
            </a:r>
            <a:r>
              <a:rPr sz="1650" b="1"/>
              <a:t> &amp; </a:t>
            </a:r>
            <a:r>
              <a:rPr sz="1650" b="1" err="1"/>
              <a:t>Entwicklung</a:t>
            </a:r>
            <a:endParaRPr sz="1650" b="1">
              <a:ea typeface="Calibri"/>
              <a:cs typeface="Calibri"/>
            </a:endParaRPr>
          </a:p>
          <a:p>
            <a:pPr lvl="1"/>
            <a:r>
              <a:rPr sz="1650"/>
              <a:t>z. B. Schulungen/Zertifizierungen, Überstundenquote</a:t>
            </a:r>
            <a:endParaRPr lang="de-DE" sz="1650"/>
          </a:p>
          <a:p>
            <a:pPr lvl="1"/>
            <a:endParaRPr sz="1650"/>
          </a:p>
          <a:p>
            <a:r>
              <a:rPr sz="1650" b="1"/>
              <a:t>4) Markt &amp; Kunde</a:t>
            </a:r>
            <a:endParaRPr sz="1650" b="1">
              <a:ea typeface="Calibri"/>
              <a:cs typeface="Calibri"/>
            </a:endParaRPr>
          </a:p>
          <a:p>
            <a:pPr lvl="1"/>
            <a:r>
              <a:rPr sz="1650"/>
              <a:t>z. B. </a:t>
            </a:r>
            <a:r>
              <a:rPr sz="1650" err="1"/>
              <a:t>Zufriedenheit</a:t>
            </a:r>
            <a:r>
              <a:rPr sz="1650"/>
              <a:t>, </a:t>
            </a:r>
            <a:r>
              <a:rPr sz="1650" err="1"/>
              <a:t>Termintreue</a:t>
            </a:r>
            <a:r>
              <a:rPr sz="1650"/>
              <a:t>, Bearbeitungsdauer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Vorgehensmodell in 4 Phasen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7B0B41-7661-04C8-F7AC-E455A2389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875" y="2177927"/>
            <a:ext cx="8604250" cy="1971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75" y="425317"/>
            <a:ext cx="8602280" cy="857250"/>
          </a:xfrm>
        </p:spPr>
        <p:txBody>
          <a:bodyPr/>
          <a:lstStyle/>
          <a:p>
            <a:r>
              <a:rPr err="1"/>
              <a:t>Typische</a:t>
            </a:r>
            <a:r>
              <a:t> KPI‑</a:t>
            </a:r>
            <a:r>
              <a:rPr err="1"/>
              <a:t>Beispiele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" y="1413348"/>
            <a:ext cx="8874960" cy="37289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sz="1900"/>
              <a:t>Finanzen</a:t>
            </a:r>
            <a:endParaRPr lang="de-DE"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/>
              <a:t>IT‑Kosten pro Mitarbeitenden (TCO)</a:t>
            </a:r>
            <a:endParaRPr lang="de-DE"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/>
              <a:t>Projekt‑</a:t>
            </a:r>
            <a:r>
              <a:rPr sz="1900" err="1"/>
              <a:t>Budgettreue</a:t>
            </a:r>
            <a:r>
              <a:rPr sz="1900"/>
              <a:t>, </a:t>
            </a:r>
            <a:r>
              <a:rPr sz="1900" err="1"/>
              <a:t>Nutzenbeitrag</a:t>
            </a:r>
            <a:endParaRPr sz="1900">
              <a:ea typeface="Calibri"/>
              <a:cs typeface="Calibri"/>
            </a:endParaRPr>
          </a:p>
          <a:p>
            <a:pPr lvl="1"/>
            <a:endParaRPr lang="en-US" sz="1900">
              <a:ea typeface="Calibri"/>
              <a:cs typeface="Calibri"/>
            </a:endParaRPr>
          </a:p>
          <a:p>
            <a:r>
              <a:rPr sz="1900"/>
              <a:t>Interne </a:t>
            </a:r>
            <a:r>
              <a:rPr sz="1900" err="1"/>
              <a:t>Prozesse</a:t>
            </a:r>
            <a:endParaRPr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/>
              <a:t>SLA‑Verletzungen, Durchlaufzeiten</a:t>
            </a:r>
            <a:endParaRPr lang="de-DE" sz="19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900" err="1"/>
              <a:t>Anzahl</a:t>
            </a:r>
            <a:r>
              <a:rPr sz="1900"/>
              <a:t> </a:t>
            </a:r>
            <a:r>
              <a:rPr sz="1900" err="1"/>
              <a:t>Eskalationen</a:t>
            </a:r>
            <a:endParaRPr sz="1900">
              <a:ea typeface="Calibri"/>
              <a:cs typeface="Calibri"/>
            </a:endParaRPr>
          </a:p>
          <a:p>
            <a:endParaRPr sz="190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F97743-72AE-12FF-7201-9FCE23B089BE}"/>
              </a:ext>
            </a:extLst>
          </p:cNvPr>
          <p:cNvSpPr txBox="1">
            <a:spLocks/>
          </p:cNvSpPr>
          <p:nvPr/>
        </p:nvSpPr>
        <p:spPr>
          <a:xfrm>
            <a:off x="4569733" y="1410627"/>
            <a:ext cx="8874960" cy="37289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spcAft>
                <a:spcPts val="0"/>
              </a:spcAft>
              <a:buClr>
                <a:srgbClr val="F7A600"/>
              </a:buClr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buClr>
                <a:srgbClr val="F7A600"/>
              </a:buClr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err="1"/>
              <a:t>Lernen</a:t>
            </a:r>
            <a:r>
              <a:rPr lang="en-US" sz="1900"/>
              <a:t> &amp; </a:t>
            </a:r>
            <a:r>
              <a:rPr lang="en-US" sz="1900" err="1"/>
              <a:t>Entwicklung</a:t>
            </a:r>
            <a:endParaRPr lang="en-US" sz="1900" err="1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/>
              <a:t>Zertifizierungen/MA, Schulungsquote</a:t>
            </a:r>
            <a:endParaRPr lang="en-US" sz="1900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 err="1"/>
              <a:t>Überstunden</a:t>
            </a:r>
            <a:r>
              <a:rPr lang="en-US" sz="1900"/>
              <a:t>‑/</a:t>
            </a:r>
            <a:r>
              <a:rPr lang="en-US" sz="1900" err="1"/>
              <a:t>Krankenstandsquote</a:t>
            </a:r>
            <a:endParaRPr lang="en-US" sz="1900">
              <a:ea typeface="Calibri"/>
              <a:cs typeface="Calibri"/>
            </a:endParaRPr>
          </a:p>
          <a:p>
            <a:endParaRPr lang="en-US" sz="1900"/>
          </a:p>
          <a:p>
            <a:r>
              <a:rPr lang="en-US" sz="1900"/>
              <a:t>Markt &amp; Kunde</a:t>
            </a:r>
            <a:endParaRPr lang="en-US" sz="1900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/>
              <a:t>Zufriedenheitswerte, Termintreue</a:t>
            </a:r>
            <a:endParaRPr lang="en-US" sz="1900">
              <a:ea typeface="Calibri"/>
              <a:cs typeface="Calibri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900" err="1"/>
              <a:t>Bearbeitungsdauer</a:t>
            </a:r>
            <a:r>
              <a:rPr lang="en-US" sz="1900"/>
              <a:t> je </a:t>
            </a:r>
            <a:r>
              <a:rPr lang="en-US" sz="1900" err="1"/>
              <a:t>Anfrage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F014-E911-A871-DECD-2E1AABA5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5039-6A2C-61A1-0E6B-CFED4F92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425317"/>
            <a:ext cx="8602280" cy="857250"/>
          </a:xfrm>
        </p:spPr>
        <p:txBody>
          <a:bodyPr/>
          <a:lstStyle/>
          <a:p>
            <a:r>
              <a:rPr err="1"/>
              <a:t>Typische</a:t>
            </a:r>
            <a:r>
              <a:t> KPI‑</a:t>
            </a:r>
            <a:r>
              <a:rPr err="1"/>
              <a:t>Beispiele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030BD5-89D4-9974-1128-3D6BB02A1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30" y="1351369"/>
            <a:ext cx="6027168" cy="340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6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Ampellogik</a:t>
            </a:r>
            <a:r>
              <a:t> &amp; </a:t>
            </a:r>
            <a:r>
              <a:rPr err="1"/>
              <a:t>Zielkorridore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</a:t>
            </a:r>
            <a:r>
              <a:rPr lang="en-US" err="1"/>
              <a:t>Frühwarnsystem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Zielkorridore mit Ampellogik (grün/gelb/rot) zur schnellen Einordnung.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Kalibrierung: kurze Testphase (2–4 Wochen) zur Anpassung der Schwellen.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err="1"/>
              <a:t>Visualisierung</a:t>
            </a:r>
            <a:r>
              <a:rPr sz="2000"/>
              <a:t>: </a:t>
            </a:r>
            <a:r>
              <a:rPr sz="2000" err="1"/>
              <a:t>kompakte</a:t>
            </a:r>
            <a:r>
              <a:rPr sz="2000"/>
              <a:t> Cockpit‑</a:t>
            </a:r>
            <a:r>
              <a:rPr sz="2000" err="1"/>
              <a:t>Sichten</a:t>
            </a:r>
            <a:r>
              <a:rPr sz="2000"/>
              <a:t> </a:t>
            </a:r>
            <a:r>
              <a:rPr sz="2000" err="1"/>
              <a:t>statt</a:t>
            </a:r>
            <a:r>
              <a:rPr sz="2000"/>
              <a:t> KPI‑</a:t>
            </a:r>
            <a:r>
              <a:rPr sz="2000" err="1"/>
              <a:t>Friedhof</a:t>
            </a:r>
            <a:r>
              <a:rPr sz="2000"/>
              <a:t>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Regeltermine passend zur Datenfrequenz (z. B. monatliches KPI‑Review).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Klare Verantwortlichkeiten: Datenerhebung, Aufbereitung, Moderation, Entscheidung.</a:t>
            </a:r>
            <a:endParaRPr lang="de-DE" sz="20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/>
              <a:t>Change‑</a:t>
            </a:r>
            <a:r>
              <a:rPr sz="2000" err="1"/>
              <a:t>Aspekte</a:t>
            </a:r>
            <a:r>
              <a:rPr sz="2000"/>
              <a:t>: Stakeholder </a:t>
            </a:r>
            <a:r>
              <a:rPr sz="2000" err="1"/>
              <a:t>mitnehmen</a:t>
            </a:r>
            <a:r>
              <a:rPr sz="2000"/>
              <a:t>, </a:t>
            </a:r>
            <a:r>
              <a:rPr sz="2000" err="1"/>
              <a:t>Erwartungen</a:t>
            </a:r>
            <a:r>
              <a:rPr sz="2000"/>
              <a:t> </a:t>
            </a:r>
            <a:r>
              <a:rPr sz="2000" err="1"/>
              <a:t>managen</a:t>
            </a:r>
            <a:r>
              <a:rPr sz="2000"/>
              <a:t>, Top‑Management‑Support.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78393-FC90-E2BC-1F1E-C30AE2E9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2B5C-66F8-5781-344A-730F89656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542341"/>
            <a:ext cx="8602280" cy="857250"/>
          </a:xfrm>
        </p:spPr>
        <p:txBody>
          <a:bodyPr/>
          <a:lstStyle/>
          <a:p>
            <a:r>
              <a:t>Governance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7BFF5-99DC-3E4C-596F-1513091CB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3" y="1402705"/>
            <a:ext cx="7762875" cy="354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5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2513-1C53-F01C-1260-081FEE15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5D5B-79F3-C289-439B-9CFB0011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D59D-FE59-0405-0C7B-2E0BCBB8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/>
              <a:t>Stakeholder </a:t>
            </a:r>
            <a:r>
              <a:rPr lang="en-US" sz="1650" err="1"/>
              <a:t>mitnehmen</a:t>
            </a:r>
            <a:endParaRPr lang="en-US" err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err="1"/>
              <a:t>Erwartungen</a:t>
            </a:r>
            <a:r>
              <a:rPr sz="1650"/>
              <a:t> </a:t>
            </a:r>
            <a:r>
              <a:rPr lang="en-US" sz="1650" err="1"/>
              <a:t>managen</a:t>
            </a:r>
            <a:endParaRPr lang="en-US" err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/>
              <a:t>Top</a:t>
            </a:r>
            <a:r>
              <a:rPr sz="1650"/>
              <a:t>‑Management‑Support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6B3C3-C116-3674-3EDB-9F54AB5B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38" y="717021"/>
            <a:ext cx="58769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13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D7BD-5A32-4297-EE97-1A149B12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Stolpersteine 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A7D8B-67A4-4FF1-6E01-4B66BB7FE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>
                <a:ea typeface="+mn-lt"/>
                <a:cs typeface="+mn-lt"/>
              </a:rPr>
              <a:t>Eine </a:t>
            </a:r>
            <a:r>
              <a:rPr lang="en-US" err="1">
                <a:ea typeface="+mn-lt"/>
                <a:cs typeface="+mn-lt"/>
              </a:rPr>
              <a:t>unvollständige</a:t>
            </a:r>
            <a:r>
              <a:rPr lang="en-US">
                <a:ea typeface="+mn-lt"/>
                <a:cs typeface="+mn-lt"/>
              </a:rPr>
              <a:t> IT-</a:t>
            </a:r>
            <a:r>
              <a:rPr lang="en-US" err="1">
                <a:ea typeface="+mn-lt"/>
                <a:cs typeface="+mn-lt"/>
              </a:rPr>
              <a:t>Strategie</a:t>
            </a:r>
          </a:p>
          <a:p>
            <a:pPr marL="342900" indent="-342900">
              <a:buChar char="•"/>
            </a:pPr>
            <a:r>
              <a:rPr lang="en-US" err="1">
                <a:ea typeface="+mn-lt"/>
                <a:cs typeface="+mn-lt"/>
              </a:rPr>
              <a:t>Falsche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Erwartungen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342900" indent="-342900">
              <a:buChar char="•"/>
            </a:pPr>
            <a:r>
              <a:rPr lang="en-US" err="1">
                <a:ea typeface="+mn-lt"/>
                <a:cs typeface="+mn-lt"/>
              </a:rPr>
              <a:t>Unzureichende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Umsetzung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durch</a:t>
            </a:r>
            <a:r>
              <a:rPr lang="en-US">
                <a:ea typeface="+mn-lt"/>
                <a:cs typeface="+mn-lt"/>
              </a:rPr>
              <a:t> die </a:t>
            </a:r>
            <a:r>
              <a:rPr lang="en-US" err="1">
                <a:ea typeface="+mn-lt"/>
                <a:cs typeface="+mn-lt"/>
              </a:rPr>
              <a:t>Führung</a:t>
            </a:r>
            <a:r>
              <a:rPr lang="en-US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Geschäftsleitung</a:t>
            </a:r>
          </a:p>
          <a:p>
            <a:pPr marL="342900" indent="-342900">
              <a:buChar char="•"/>
            </a:pPr>
            <a:r>
              <a:rPr lang="en-US" err="1">
                <a:ea typeface="+mn-lt"/>
                <a:cs typeface="+mn-lt"/>
              </a:rPr>
              <a:t>Übertriebener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Perfektionismus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z.B.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seitenlange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Dokumentation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710E6-5CFD-6CA6-5806-2D249B9E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9FCA2-1427-2DFC-98B3-2C71FAE1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B5061-82ED-118C-8117-7AA2E38D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0992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Trade‑offs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/>
              <a:t>Excel‑</a:t>
            </a:r>
            <a:r>
              <a:rPr sz="2000" err="1"/>
              <a:t>Kennzahlenliste</a:t>
            </a:r>
            <a:endParaRPr lang="en-US"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/>
              <a:t>Schneller </a:t>
            </a:r>
            <a:r>
              <a:rPr sz="2000" err="1"/>
              <a:t>Einstieg</a:t>
            </a:r>
            <a:r>
              <a:rPr sz="2000"/>
              <a:t>, </a:t>
            </a:r>
            <a:r>
              <a:rPr sz="2000" err="1"/>
              <a:t>niedrige</a:t>
            </a:r>
            <a:r>
              <a:rPr sz="2000"/>
              <a:t> </a:t>
            </a:r>
            <a:r>
              <a:rPr sz="2000" err="1"/>
              <a:t>Hürde</a:t>
            </a:r>
            <a:endParaRPr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 err="1"/>
              <a:t>Grenzen</a:t>
            </a:r>
            <a:r>
              <a:rPr sz="2000"/>
              <a:t> </a:t>
            </a:r>
            <a:r>
              <a:rPr sz="2000" err="1"/>
              <a:t>bei</a:t>
            </a:r>
            <a:r>
              <a:rPr sz="2000"/>
              <a:t> Kollaboration/</a:t>
            </a:r>
            <a:r>
              <a:rPr sz="2000" err="1"/>
              <a:t>Versionierung</a:t>
            </a:r>
            <a:endParaRPr sz="2000">
              <a:ea typeface="Calibri"/>
              <a:cs typeface="Calibri"/>
            </a:endParaRPr>
          </a:p>
          <a:p>
            <a:pPr lvl="1"/>
            <a:endParaRPr lang="en-US" sz="2000">
              <a:ea typeface="Calibri"/>
              <a:cs typeface="Calibri"/>
            </a:endParaRPr>
          </a:p>
          <a:p>
            <a:r>
              <a:rPr sz="2000"/>
              <a:t>Web‑</a:t>
            </a:r>
            <a:r>
              <a:rPr sz="2000" err="1"/>
              <a:t>Insellösungen</a:t>
            </a:r>
            <a:endParaRPr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 err="1"/>
              <a:t>Einfaches</a:t>
            </a:r>
            <a:r>
              <a:rPr sz="2000"/>
              <a:t> Dashboarding, </a:t>
            </a:r>
            <a:r>
              <a:rPr sz="2000" err="1"/>
              <a:t>kurze</a:t>
            </a:r>
            <a:r>
              <a:rPr sz="2000"/>
              <a:t> </a:t>
            </a:r>
            <a:r>
              <a:rPr sz="2000" err="1"/>
              <a:t>Einführungszeit</a:t>
            </a:r>
            <a:endParaRPr sz="2000"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000"/>
              <a:t>Oft </a:t>
            </a:r>
            <a:r>
              <a:rPr sz="2000" err="1"/>
              <a:t>begrenzte</a:t>
            </a:r>
            <a:r>
              <a:rPr sz="2000"/>
              <a:t> </a:t>
            </a:r>
            <a:r>
              <a:rPr sz="2000" err="1"/>
              <a:t>Integrationstiefe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09A5-D64F-0830-7350-D1485E98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F12C-C65D-B8CE-02AC-7EE44B2D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426860"/>
            <a:ext cx="8602280" cy="857250"/>
          </a:xfrm>
        </p:spPr>
        <p:txBody>
          <a:bodyPr/>
          <a:lstStyle/>
          <a:p>
            <a:r>
              <a:t>Tools &amp; Trade‑offs</a:t>
            </a:r>
          </a:p>
        </p:txBody>
      </p:sp>
      <p:pic>
        <p:nvPicPr>
          <p:cNvPr id="11" name="Picture 10" descr="Balanced Scorecard: Eine BSC mit Excel erstellen - business-wissen.de">
            <a:extLst>
              <a:ext uri="{FF2B5EF4-FFF2-40B4-BE49-F238E27FC236}">
                <a16:creationId xmlns:a16="http://schemas.microsoft.com/office/drawing/2014/main" id="{B1E4D5B6-B5F8-5F7C-D8BD-728364EF5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07" y="1286865"/>
            <a:ext cx="9127454" cy="361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90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Weitere</a:t>
            </a:r>
            <a:r>
              <a:t> Tool‑</a:t>
            </a:r>
            <a:r>
              <a:rPr err="1"/>
              <a:t>Optione</a:t>
            </a:r>
            <a:r>
              <a:rPr lang="de-DE"/>
              <a:t>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50"/>
              <a:t>P</a:t>
            </a:r>
            <a:r>
              <a:rPr sz="1650" err="1"/>
              <a:t>ower</a:t>
            </a:r>
            <a:r>
              <a:rPr sz="1650"/>
              <a:t> BI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Tableau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Grafana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 err="1"/>
              <a:t>Metabase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Looker Studio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ServiceNow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Jira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Azure Boards</a:t>
            </a:r>
            <a:endParaRPr lang="de-DE" sz="16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50"/>
              <a:t>Smartsheet</a:t>
            </a:r>
            <a:endParaRPr lang="de-DE" sz="1650"/>
          </a:p>
          <a:p>
            <a:pPr lvl="1"/>
            <a:endParaRPr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_Vorlage_AppliedComputerSciences_grün">
  <a:themeElements>
    <a:clrScheme name="FH grü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9B635"/>
      </a:accent1>
      <a:accent2>
        <a:srgbClr val="054305"/>
      </a:accent2>
      <a:accent3>
        <a:srgbClr val="9DFC2D"/>
      </a:accent3>
      <a:accent4>
        <a:srgbClr val="BBBBBB"/>
      </a:accent4>
      <a:accent5>
        <a:srgbClr val="888888"/>
      </a:accent5>
      <a:accent6>
        <a:srgbClr val="444444"/>
      </a:accent6>
      <a:hlink>
        <a:srgbClr val="0000FF"/>
      </a:hlink>
      <a:folHlink>
        <a:srgbClr val="800080"/>
      </a:folHlink>
    </a:clrScheme>
    <a:fontScheme name="FH Joanneu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Vorlage_AppliedComputerSciences_grün.potx" id="{6350FFB7-C923-4AC8-980E-5276DDA5D0C4}" vid="{F4D51CA9-A608-4255-ABE2-8FCDD6D4EC39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PPT_Vorlage_AppliedComputerSciences_grün.potx</Template>
  <Application>Microsoft Office PowerPoint</Application>
  <PresentationFormat>On-screen Show (16:9)</PresentationFormat>
  <Slides>16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PPT_Vorlage_AppliedComputerSciences_grün</vt:lpstr>
      <vt:lpstr>IT-Strategiecockpit – Kerninhalte &amp; Tools</vt:lpstr>
      <vt:lpstr>Worum geht’s? Ziel &amp; Einbettung</vt:lpstr>
      <vt:lpstr>PowerPoint Presentation</vt:lpstr>
      <vt:lpstr>Balanced Scorecard (BSC) – das Fundament</vt:lpstr>
      <vt:lpstr>Die vier Perspektiven der BSC</vt:lpstr>
      <vt:lpstr>Vorgehensmodell in 4 Phasen</vt:lpstr>
      <vt:lpstr>Typische KPI‑Beispiele</vt:lpstr>
      <vt:lpstr>Typische KPI‑Beispiele</vt:lpstr>
      <vt:lpstr>Ampellogik &amp; Zielkorridore als Frühwarnsystem</vt:lpstr>
      <vt:lpstr>Governance</vt:lpstr>
      <vt:lpstr>Governance</vt:lpstr>
      <vt:lpstr>Change</vt:lpstr>
      <vt:lpstr>Stolpersteine </vt:lpstr>
      <vt:lpstr>Tools &amp; Trade‑offs</vt:lpstr>
      <vt:lpstr>Tools &amp; Trade‑offs</vt:lpstr>
      <vt:lpstr>Weitere Tool‑Optionen</vt:lpstr>
    </vt:vector>
  </TitlesOfParts>
  <Company>FH JOANNEUM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Manfred Terler</dc:creator>
  <cp:revision>1</cp:revision>
  <dcterms:created xsi:type="dcterms:W3CDTF">2013-02-19T07:57:04Z</dcterms:created>
  <dcterms:modified xsi:type="dcterms:W3CDTF">2025-10-24T08:36:46Z</dcterms:modified>
</cp:coreProperties>
</file>